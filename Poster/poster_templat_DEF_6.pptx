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9" r:id="rId5"/>
    <p:sldId id="260" r:id="rId6"/>
    <p:sldId id="258" r:id="rId7"/>
    <p:sldId id="261" r:id="rId8"/>
  </p:sldIdLst>
  <p:sldSz cx="31318200" cy="43562588"/>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2041525" indent="-1584325"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4083050" indent="-316865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6126163" indent="-4754563"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8167688" indent="-6338888"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9192">
          <p15:clr>
            <a:srgbClr val="A4A3A4"/>
          </p15:clr>
        </p15:guide>
        <p15:guide id="2" pos="986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3786"/>
    <a:srgbClr val="26358B"/>
    <a:srgbClr val="1F419A"/>
    <a:srgbClr val="005091"/>
    <a:srgbClr val="27296F"/>
    <a:srgbClr val="009E4E"/>
    <a:srgbClr val="A1CF0F"/>
    <a:srgbClr val="FFE90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13228-3A5D-1453-2FEB-BE38A11A919C}" v="352" dt="2021-04-22T17:27:00.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158"/>
    <p:restoredTop sz="94084"/>
  </p:normalViewPr>
  <p:slideViewPr>
    <p:cSldViewPr>
      <p:cViewPr>
        <p:scale>
          <a:sx n="79" d="100"/>
          <a:sy n="79" d="100"/>
        </p:scale>
        <p:origin x="224" y="-14824"/>
      </p:cViewPr>
      <p:guideLst>
        <p:guide orient="horz" pos="19192"/>
        <p:guide pos="986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7C0261C0-2B39-4A26-B716-58B64F9536B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charset="0"/>
                <a:ea typeface="ＭＳ Ｐゴシック" charset="-128"/>
              </a:defRPr>
            </a:lvl1pPr>
          </a:lstStyle>
          <a:p>
            <a:pPr>
              <a:defRPr/>
            </a:pPr>
            <a:endParaRPr lang="es-ES_tradnl"/>
          </a:p>
        </p:txBody>
      </p:sp>
      <p:sp>
        <p:nvSpPr>
          <p:cNvPr id="3" name="Marcador de fecha 2">
            <a:extLst>
              <a:ext uri="{FF2B5EF4-FFF2-40B4-BE49-F238E27FC236}">
                <a16:creationId xmlns:a16="http://schemas.microsoft.com/office/drawing/2014/main" id="{3CA61500-C0B9-45C5-92C9-363FFDC393D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a:latin typeface="Arial" charset="0"/>
                <a:ea typeface="ＭＳ Ｐゴシック" charset="-128"/>
              </a:defRPr>
            </a:lvl1pPr>
          </a:lstStyle>
          <a:p>
            <a:pPr>
              <a:defRPr/>
            </a:pPr>
            <a:fld id="{5804548B-BA6A-470A-9515-C18B890870E1}" type="datetimeFigureOut">
              <a:rPr lang="es-ES_tradnl"/>
              <a:pPr>
                <a:defRPr/>
              </a:pPr>
              <a:t>24/10/22</a:t>
            </a:fld>
            <a:endParaRPr lang="es-ES_tradnl"/>
          </a:p>
        </p:txBody>
      </p:sp>
      <p:sp>
        <p:nvSpPr>
          <p:cNvPr id="4" name="Marcador de pie de página 3">
            <a:extLst>
              <a:ext uri="{FF2B5EF4-FFF2-40B4-BE49-F238E27FC236}">
                <a16:creationId xmlns:a16="http://schemas.microsoft.com/office/drawing/2014/main" id="{7E953C81-5A6F-4E63-A2ED-6EE0DC0F39E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charset="0"/>
                <a:ea typeface="ＭＳ Ｐゴシック" charset="-128"/>
              </a:defRPr>
            </a:lvl1pPr>
          </a:lstStyle>
          <a:p>
            <a:pPr>
              <a:defRPr/>
            </a:pPr>
            <a:endParaRPr lang="es-ES_tradnl"/>
          </a:p>
        </p:txBody>
      </p:sp>
      <p:sp>
        <p:nvSpPr>
          <p:cNvPr id="5" name="Marcador de número de diapositiva 4">
            <a:extLst>
              <a:ext uri="{FF2B5EF4-FFF2-40B4-BE49-F238E27FC236}">
                <a16:creationId xmlns:a16="http://schemas.microsoft.com/office/drawing/2014/main" id="{4DC02D1D-7FFB-4092-BD45-59070C36C6F4}"/>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7F0F7B6D-DC43-4A55-9FE5-69F51B1CCFA3}" type="slidenum">
              <a:rPr lang="es-ES_tradnl" altLang="es-ES"/>
              <a:pPr/>
              <a:t>‹Nº›</a:t>
            </a:fld>
            <a:endParaRPr lang="es-ES_tradnl" altLang="es-E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9447547-8BD2-47A9-BE23-7B6A30F0E1B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charset="0"/>
                <a:ea typeface="ＭＳ Ｐゴシック" charset="-128"/>
              </a:defRPr>
            </a:lvl1pPr>
          </a:lstStyle>
          <a:p>
            <a:pPr>
              <a:defRPr/>
            </a:pPr>
            <a:endParaRPr lang="es-ES_tradnl"/>
          </a:p>
        </p:txBody>
      </p:sp>
      <p:sp>
        <p:nvSpPr>
          <p:cNvPr id="3" name="Marcador de fecha 2">
            <a:extLst>
              <a:ext uri="{FF2B5EF4-FFF2-40B4-BE49-F238E27FC236}">
                <a16:creationId xmlns:a16="http://schemas.microsoft.com/office/drawing/2014/main" id="{32B6912E-1D10-4F73-8261-A36CC8E6B26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atin typeface="Arial" charset="0"/>
                <a:ea typeface="ＭＳ Ｐゴシック" charset="-128"/>
              </a:defRPr>
            </a:lvl1pPr>
          </a:lstStyle>
          <a:p>
            <a:pPr>
              <a:defRPr/>
            </a:pPr>
            <a:fld id="{96FC02FB-8450-4576-97EB-01496142835B}" type="datetimeFigureOut">
              <a:rPr lang="es-ES_tradnl"/>
              <a:pPr>
                <a:defRPr/>
              </a:pPr>
              <a:t>24/10/22</a:t>
            </a:fld>
            <a:endParaRPr lang="es-ES_tradnl"/>
          </a:p>
        </p:txBody>
      </p:sp>
      <p:sp>
        <p:nvSpPr>
          <p:cNvPr id="4" name="Marcador de imagen de diapositiva 3">
            <a:extLst>
              <a:ext uri="{FF2B5EF4-FFF2-40B4-BE49-F238E27FC236}">
                <a16:creationId xmlns:a16="http://schemas.microsoft.com/office/drawing/2014/main" id="{9520A5FA-A05E-4402-8920-DA2A503F6AE3}"/>
              </a:ext>
            </a:extLst>
          </p:cNvPr>
          <p:cNvSpPr>
            <a:spLocks noGrp="1" noRot="1" noChangeAspect="1"/>
          </p:cNvSpPr>
          <p:nvPr>
            <p:ph type="sldImg" idx="2"/>
          </p:nvPr>
        </p:nvSpPr>
        <p:spPr>
          <a:xfrm>
            <a:off x="2319338" y="1143000"/>
            <a:ext cx="2219325" cy="30861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Marcador de notas 4">
            <a:extLst>
              <a:ext uri="{FF2B5EF4-FFF2-40B4-BE49-F238E27FC236}">
                <a16:creationId xmlns:a16="http://schemas.microsoft.com/office/drawing/2014/main" id="{FA0F7860-61D1-4FF4-9B26-CC8869A085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noProof="0"/>
              <a:t>Haga clic para modificar el estilo de texto del patrón</a:t>
            </a:r>
          </a:p>
          <a:p>
            <a:pPr lvl="1"/>
            <a:r>
              <a:rPr lang="es-ES_tradnl" noProof="0"/>
              <a:t>Segundo nivel</a:t>
            </a:r>
          </a:p>
          <a:p>
            <a:pPr lvl="2"/>
            <a:r>
              <a:rPr lang="es-ES_tradnl" noProof="0"/>
              <a:t>Tercer nivel</a:t>
            </a:r>
          </a:p>
          <a:p>
            <a:pPr lvl="3"/>
            <a:r>
              <a:rPr lang="es-ES_tradnl" noProof="0"/>
              <a:t>Cuarto nivel</a:t>
            </a:r>
          </a:p>
          <a:p>
            <a:pPr lvl="4"/>
            <a:r>
              <a:rPr lang="es-ES_tradnl" noProof="0"/>
              <a:t>Quinto nivel</a:t>
            </a:r>
          </a:p>
        </p:txBody>
      </p:sp>
      <p:sp>
        <p:nvSpPr>
          <p:cNvPr id="6" name="Marcador de pie de página 5">
            <a:extLst>
              <a:ext uri="{FF2B5EF4-FFF2-40B4-BE49-F238E27FC236}">
                <a16:creationId xmlns:a16="http://schemas.microsoft.com/office/drawing/2014/main" id="{5B1B1001-1271-4CBF-AB08-581ABC6A1E4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charset="0"/>
                <a:ea typeface="ＭＳ Ｐゴシック" charset="-128"/>
              </a:defRPr>
            </a:lvl1pPr>
          </a:lstStyle>
          <a:p>
            <a:pPr>
              <a:defRPr/>
            </a:pPr>
            <a:endParaRPr lang="es-ES_tradnl"/>
          </a:p>
        </p:txBody>
      </p:sp>
      <p:sp>
        <p:nvSpPr>
          <p:cNvPr id="7" name="Marcador de número de diapositiva 6">
            <a:extLst>
              <a:ext uri="{FF2B5EF4-FFF2-40B4-BE49-F238E27FC236}">
                <a16:creationId xmlns:a16="http://schemas.microsoft.com/office/drawing/2014/main" id="{0CD5202F-D826-4CD7-83A6-F28C76ED8F30}"/>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E756AE9B-361E-4700-A302-97C6FD2E444C}" type="slidenum">
              <a:rPr lang="es-ES_tradnl" altLang="es-ES"/>
              <a:pPr/>
              <a:t>‹Nº›</a:t>
            </a:fld>
            <a:endParaRPr lang="es-ES_tradnl" altLang="es-E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Marcador de imagen de diapositiva 1">
            <a:extLst>
              <a:ext uri="{FF2B5EF4-FFF2-40B4-BE49-F238E27FC236}">
                <a16:creationId xmlns:a16="http://schemas.microsoft.com/office/drawing/2014/main" id="{9626BB05-A9E8-4314-8BD0-EC671E1A30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Marcador de notas 2">
            <a:extLst>
              <a:ext uri="{FF2B5EF4-FFF2-40B4-BE49-F238E27FC236}">
                <a16:creationId xmlns:a16="http://schemas.microsoft.com/office/drawing/2014/main" id="{59E5259F-DF11-446A-B0DC-C54C43944F9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ES_tradnl" altLang="es-ES" dirty="0"/>
          </a:p>
        </p:txBody>
      </p:sp>
      <p:sp>
        <p:nvSpPr>
          <p:cNvPr id="16387" name="Marcador de número de diapositiva 3">
            <a:extLst>
              <a:ext uri="{FF2B5EF4-FFF2-40B4-BE49-F238E27FC236}">
                <a16:creationId xmlns:a16="http://schemas.microsoft.com/office/drawing/2014/main" id="{774112AD-CCC2-4362-A92D-94AB243B76B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AD75B77-E201-4159-8F72-A045D2537A2B}" type="slidenum">
              <a:rPr lang="es-ES_tradnl" altLang="es-ES"/>
              <a:pPr/>
              <a:t>1</a:t>
            </a:fld>
            <a:endParaRPr lang="es-ES_tradnl" altLang="es-ES"/>
          </a:p>
        </p:txBody>
      </p:sp>
    </p:spTree>
    <p:extLst>
      <p:ext uri="{BB962C8B-B14F-4D97-AF65-F5344CB8AC3E}">
        <p14:creationId xmlns:p14="http://schemas.microsoft.com/office/powerpoint/2010/main" val="1141198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Marcador de imagen de diapositiva 1">
            <a:extLst>
              <a:ext uri="{FF2B5EF4-FFF2-40B4-BE49-F238E27FC236}">
                <a16:creationId xmlns:a16="http://schemas.microsoft.com/office/drawing/2014/main" id="{9626BB05-A9E8-4314-8BD0-EC671E1A30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Marcador de notas 2">
            <a:extLst>
              <a:ext uri="{FF2B5EF4-FFF2-40B4-BE49-F238E27FC236}">
                <a16:creationId xmlns:a16="http://schemas.microsoft.com/office/drawing/2014/main" id="{59E5259F-DF11-446A-B0DC-C54C43944F9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ES_tradnl" altLang="es-ES" dirty="0"/>
          </a:p>
        </p:txBody>
      </p:sp>
      <p:sp>
        <p:nvSpPr>
          <p:cNvPr id="16387" name="Marcador de número de diapositiva 3">
            <a:extLst>
              <a:ext uri="{FF2B5EF4-FFF2-40B4-BE49-F238E27FC236}">
                <a16:creationId xmlns:a16="http://schemas.microsoft.com/office/drawing/2014/main" id="{774112AD-CCC2-4362-A92D-94AB243B76B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AD75B77-E201-4159-8F72-A045D2537A2B}" type="slidenum">
              <a:rPr lang="es-ES_tradnl" altLang="es-ES"/>
              <a:pPr/>
              <a:t>2</a:t>
            </a:fld>
            <a:endParaRPr lang="es-ES_tradnl" altLang="es-ES"/>
          </a:p>
        </p:txBody>
      </p:sp>
    </p:spTree>
    <p:extLst>
      <p:ext uri="{BB962C8B-B14F-4D97-AF65-F5344CB8AC3E}">
        <p14:creationId xmlns:p14="http://schemas.microsoft.com/office/powerpoint/2010/main" val="2053820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48865" y="13529537"/>
            <a:ext cx="26620470" cy="9340824"/>
          </a:xfrm>
        </p:spPr>
        <p:txBody>
          <a:bodyPr/>
          <a:lstStyle/>
          <a:p>
            <a:r>
              <a:rPr lang="es-ES_tradnl"/>
              <a:t>Click to edit Master title style</a:t>
            </a:r>
            <a:endParaRPr lang="en-US"/>
          </a:p>
        </p:txBody>
      </p:sp>
      <p:sp>
        <p:nvSpPr>
          <p:cNvPr id="3" name="Subtitle 2"/>
          <p:cNvSpPr>
            <a:spLocks noGrp="1"/>
          </p:cNvSpPr>
          <p:nvPr>
            <p:ph type="subTitle" idx="1"/>
          </p:nvPr>
        </p:nvSpPr>
        <p:spPr>
          <a:xfrm>
            <a:off x="4697730" y="24685469"/>
            <a:ext cx="21922740" cy="11134991"/>
          </a:xfrm>
        </p:spPr>
        <p:txBody>
          <a:bodyPr/>
          <a:lstStyle>
            <a:lvl1pPr marL="0" indent="0" algn="ctr">
              <a:buNone/>
              <a:defRPr/>
            </a:lvl1pPr>
            <a:lvl2pPr marL="2042175" indent="0" algn="ctr">
              <a:buNone/>
              <a:defRPr/>
            </a:lvl2pPr>
            <a:lvl3pPr marL="4084350" indent="0" algn="ctr">
              <a:buNone/>
              <a:defRPr/>
            </a:lvl3pPr>
            <a:lvl4pPr marL="6126526" indent="0" algn="ctr">
              <a:buNone/>
              <a:defRPr/>
            </a:lvl4pPr>
            <a:lvl5pPr marL="8168701" indent="0" algn="ctr">
              <a:buNone/>
              <a:defRPr/>
            </a:lvl5pPr>
            <a:lvl6pPr marL="10210876" indent="0" algn="ctr">
              <a:buNone/>
              <a:defRPr/>
            </a:lvl6pPr>
            <a:lvl7pPr marL="12253051" indent="0" algn="ctr">
              <a:buNone/>
              <a:defRPr/>
            </a:lvl7pPr>
            <a:lvl8pPr marL="14295227" indent="0" algn="ctr">
              <a:buNone/>
              <a:defRPr/>
            </a:lvl8pPr>
            <a:lvl9pPr marL="16337402" indent="0" algn="ctr">
              <a:buNone/>
              <a:defRPr/>
            </a:lvl9pPr>
          </a:lstStyle>
          <a:p>
            <a:r>
              <a:rPr lang="es-ES_tradnl"/>
              <a:t>Click to edit Master subtitle style</a:t>
            </a:r>
            <a:endParaRPr lang="en-US"/>
          </a:p>
        </p:txBody>
      </p:sp>
      <p:sp>
        <p:nvSpPr>
          <p:cNvPr id="4" name="Rectangle 4">
            <a:extLst>
              <a:ext uri="{FF2B5EF4-FFF2-40B4-BE49-F238E27FC236}">
                <a16:creationId xmlns:a16="http://schemas.microsoft.com/office/drawing/2014/main" id="{508809D2-C651-4D06-9955-C8A14BA047C1}"/>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5" name="Rectangle 5">
            <a:extLst>
              <a:ext uri="{FF2B5EF4-FFF2-40B4-BE49-F238E27FC236}">
                <a16:creationId xmlns:a16="http://schemas.microsoft.com/office/drawing/2014/main" id="{92A46361-1AF0-4AF7-B8E1-F53E68255747}"/>
              </a:ext>
            </a:extLst>
          </p:cNvPr>
          <p:cNvSpPr>
            <a:spLocks noGrp="1" noChangeArrowheads="1"/>
          </p:cNvSpPr>
          <p:nvPr>
            <p:ph type="ftr" sz="quarter" idx="11"/>
          </p:nvPr>
        </p:nvSpPr>
        <p:spPr>
          <a:ln/>
        </p:spPr>
        <p:txBody>
          <a:bodyPr/>
          <a:lstStyle>
            <a:lvl1pPr>
              <a:defRPr/>
            </a:lvl1pPr>
          </a:lstStyle>
          <a:p>
            <a:pPr>
              <a:defRPr/>
            </a:pPr>
            <a:endParaRPr lang="es-ES" altLang="en-US"/>
          </a:p>
        </p:txBody>
      </p:sp>
      <p:sp>
        <p:nvSpPr>
          <p:cNvPr id="6" name="Rectangle 6">
            <a:extLst>
              <a:ext uri="{FF2B5EF4-FFF2-40B4-BE49-F238E27FC236}">
                <a16:creationId xmlns:a16="http://schemas.microsoft.com/office/drawing/2014/main" id="{A03398F7-F906-4B0A-9B0A-3ED237B53697}"/>
              </a:ext>
            </a:extLst>
          </p:cNvPr>
          <p:cNvSpPr>
            <a:spLocks noGrp="1" noChangeArrowheads="1"/>
          </p:cNvSpPr>
          <p:nvPr>
            <p:ph type="sldNum" sz="quarter" idx="12"/>
          </p:nvPr>
        </p:nvSpPr>
        <p:spPr>
          <a:ln/>
        </p:spPr>
        <p:txBody>
          <a:bodyPr/>
          <a:lstStyle>
            <a:lvl1pPr>
              <a:defRPr/>
            </a:lvl1pPr>
          </a:lstStyle>
          <a:p>
            <a:fld id="{C4D79F23-4A15-4977-B76D-EE148A908C27}" type="slidenum">
              <a:rPr lang="en-US" altLang="en-US"/>
              <a:pPr/>
              <a:t>‹Nº›</a:t>
            </a:fld>
            <a:endParaRPr lang="en-US" altLang="en-US"/>
          </a:p>
        </p:txBody>
      </p:sp>
    </p:spTree>
    <p:extLst>
      <p:ext uri="{BB962C8B-B14F-4D97-AF65-F5344CB8AC3E}">
        <p14:creationId xmlns:p14="http://schemas.microsoft.com/office/powerpoint/2010/main" val="2702579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Content Placeholder 2"/>
          <p:cNvSpPr>
            <a:spLocks noGrp="1"/>
          </p:cNvSpPr>
          <p:nvPr>
            <p:ph idx="1"/>
          </p:nvPr>
        </p:nvSpPr>
        <p:spPr/>
        <p:txBody>
          <a:body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Rectangle 4">
            <a:extLst>
              <a:ext uri="{FF2B5EF4-FFF2-40B4-BE49-F238E27FC236}">
                <a16:creationId xmlns:a16="http://schemas.microsoft.com/office/drawing/2014/main" id="{37BAEA2D-82FF-400C-889C-64464CF0B710}"/>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5" name="Rectangle 5">
            <a:extLst>
              <a:ext uri="{FF2B5EF4-FFF2-40B4-BE49-F238E27FC236}">
                <a16:creationId xmlns:a16="http://schemas.microsoft.com/office/drawing/2014/main" id="{463648F4-46AB-41D5-8C85-5320D868399C}"/>
              </a:ext>
            </a:extLst>
          </p:cNvPr>
          <p:cNvSpPr>
            <a:spLocks noGrp="1" noChangeArrowheads="1"/>
          </p:cNvSpPr>
          <p:nvPr>
            <p:ph type="ftr" sz="quarter" idx="11"/>
          </p:nvPr>
        </p:nvSpPr>
        <p:spPr>
          <a:ln/>
        </p:spPr>
        <p:txBody>
          <a:bodyPr/>
          <a:lstStyle>
            <a:lvl1pPr>
              <a:defRPr/>
            </a:lvl1pPr>
          </a:lstStyle>
          <a:p>
            <a:pPr>
              <a:defRPr/>
            </a:pPr>
            <a:endParaRPr lang="es-ES" altLang="en-US"/>
          </a:p>
        </p:txBody>
      </p:sp>
      <p:sp>
        <p:nvSpPr>
          <p:cNvPr id="6" name="Rectangle 6">
            <a:extLst>
              <a:ext uri="{FF2B5EF4-FFF2-40B4-BE49-F238E27FC236}">
                <a16:creationId xmlns:a16="http://schemas.microsoft.com/office/drawing/2014/main" id="{6D24639C-2CFF-43F3-AC73-9134229782E5}"/>
              </a:ext>
            </a:extLst>
          </p:cNvPr>
          <p:cNvSpPr>
            <a:spLocks noGrp="1" noChangeArrowheads="1"/>
          </p:cNvSpPr>
          <p:nvPr>
            <p:ph type="sldNum" sz="quarter" idx="12"/>
          </p:nvPr>
        </p:nvSpPr>
        <p:spPr>
          <a:ln/>
        </p:spPr>
        <p:txBody>
          <a:bodyPr/>
          <a:lstStyle>
            <a:lvl1pPr>
              <a:defRPr/>
            </a:lvl1pPr>
          </a:lstStyle>
          <a:p>
            <a:fld id="{8642C96C-BF8B-436C-AFB2-37010BEBA707}" type="slidenum">
              <a:rPr lang="en-US" altLang="en-US"/>
              <a:pPr/>
              <a:t>‹Nº›</a:t>
            </a:fld>
            <a:endParaRPr lang="en-US" altLang="en-US"/>
          </a:p>
        </p:txBody>
      </p:sp>
    </p:spTree>
    <p:extLst>
      <p:ext uri="{BB962C8B-B14F-4D97-AF65-F5344CB8AC3E}">
        <p14:creationId xmlns:p14="http://schemas.microsoft.com/office/powerpoint/2010/main" val="2711189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72110" y="27994550"/>
            <a:ext cx="26620470" cy="8649689"/>
          </a:xfrm>
        </p:spPr>
        <p:txBody>
          <a:bodyPr anchor="t"/>
          <a:lstStyle>
            <a:lvl1pPr algn="l">
              <a:defRPr sz="17900" b="1" cap="all"/>
            </a:lvl1pPr>
          </a:lstStyle>
          <a:p>
            <a:r>
              <a:rPr lang="es-ES_tradnl"/>
              <a:t>Click to edit Master title style</a:t>
            </a:r>
            <a:endParaRPr lang="en-US"/>
          </a:p>
        </p:txBody>
      </p:sp>
      <p:sp>
        <p:nvSpPr>
          <p:cNvPr id="3" name="Text Placeholder 2"/>
          <p:cNvSpPr>
            <a:spLocks noGrp="1"/>
          </p:cNvSpPr>
          <p:nvPr>
            <p:ph type="body" idx="1"/>
          </p:nvPr>
        </p:nvSpPr>
        <p:spPr>
          <a:xfrm>
            <a:off x="2472110" y="18465236"/>
            <a:ext cx="26620470" cy="9529314"/>
          </a:xfrm>
        </p:spPr>
        <p:txBody>
          <a:bodyPr anchor="b"/>
          <a:lstStyle>
            <a:lvl1pPr marL="0" indent="0">
              <a:buNone/>
              <a:defRPr sz="8900"/>
            </a:lvl1pPr>
            <a:lvl2pPr marL="2042175" indent="0">
              <a:buNone/>
              <a:defRPr sz="8000"/>
            </a:lvl2pPr>
            <a:lvl3pPr marL="4084350" indent="0">
              <a:buNone/>
              <a:defRPr sz="7100"/>
            </a:lvl3pPr>
            <a:lvl4pPr marL="6126526" indent="0">
              <a:buNone/>
              <a:defRPr sz="6300"/>
            </a:lvl4pPr>
            <a:lvl5pPr marL="8168701" indent="0">
              <a:buNone/>
              <a:defRPr sz="6300"/>
            </a:lvl5pPr>
            <a:lvl6pPr marL="10210876" indent="0">
              <a:buNone/>
              <a:defRPr sz="6300"/>
            </a:lvl6pPr>
            <a:lvl7pPr marL="12253051" indent="0">
              <a:buNone/>
              <a:defRPr sz="6300"/>
            </a:lvl7pPr>
            <a:lvl8pPr marL="14295227" indent="0">
              <a:buNone/>
              <a:defRPr sz="6300"/>
            </a:lvl8pPr>
            <a:lvl9pPr marL="16337402" indent="0">
              <a:buNone/>
              <a:defRPr sz="6300"/>
            </a:lvl9pPr>
          </a:lstStyle>
          <a:p>
            <a:pPr lvl="0"/>
            <a:r>
              <a:rPr lang="es-ES_tradnl"/>
              <a:t>Click to edit Master text styles</a:t>
            </a:r>
          </a:p>
        </p:txBody>
      </p:sp>
      <p:sp>
        <p:nvSpPr>
          <p:cNvPr id="4" name="Rectangle 4">
            <a:extLst>
              <a:ext uri="{FF2B5EF4-FFF2-40B4-BE49-F238E27FC236}">
                <a16:creationId xmlns:a16="http://schemas.microsoft.com/office/drawing/2014/main" id="{A36B7D4D-A049-4295-9BB8-E7CF0CD843EC}"/>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5" name="Rectangle 5">
            <a:extLst>
              <a:ext uri="{FF2B5EF4-FFF2-40B4-BE49-F238E27FC236}">
                <a16:creationId xmlns:a16="http://schemas.microsoft.com/office/drawing/2014/main" id="{8C039AEB-8F6C-4212-B4C8-6FFE9850A64D}"/>
              </a:ext>
            </a:extLst>
          </p:cNvPr>
          <p:cNvSpPr>
            <a:spLocks noGrp="1" noChangeArrowheads="1"/>
          </p:cNvSpPr>
          <p:nvPr>
            <p:ph type="ftr" sz="quarter" idx="11"/>
          </p:nvPr>
        </p:nvSpPr>
        <p:spPr>
          <a:ln/>
        </p:spPr>
        <p:txBody>
          <a:bodyPr/>
          <a:lstStyle>
            <a:lvl1pPr>
              <a:defRPr/>
            </a:lvl1pPr>
          </a:lstStyle>
          <a:p>
            <a:pPr>
              <a:defRPr/>
            </a:pPr>
            <a:endParaRPr lang="es-ES" altLang="en-US"/>
          </a:p>
        </p:txBody>
      </p:sp>
      <p:sp>
        <p:nvSpPr>
          <p:cNvPr id="6" name="Rectangle 6">
            <a:extLst>
              <a:ext uri="{FF2B5EF4-FFF2-40B4-BE49-F238E27FC236}">
                <a16:creationId xmlns:a16="http://schemas.microsoft.com/office/drawing/2014/main" id="{4772CDA7-2B40-4348-9C5F-FBA2D13078EF}"/>
              </a:ext>
            </a:extLst>
          </p:cNvPr>
          <p:cNvSpPr>
            <a:spLocks noGrp="1" noChangeArrowheads="1"/>
          </p:cNvSpPr>
          <p:nvPr>
            <p:ph type="sldNum" sz="quarter" idx="12"/>
          </p:nvPr>
        </p:nvSpPr>
        <p:spPr>
          <a:ln/>
        </p:spPr>
        <p:txBody>
          <a:bodyPr/>
          <a:lstStyle>
            <a:lvl1pPr>
              <a:defRPr/>
            </a:lvl1pPr>
          </a:lstStyle>
          <a:p>
            <a:fld id="{78358B6F-26EC-4F52-B9B4-7B7353C2E675}" type="slidenum">
              <a:rPr lang="en-US" altLang="en-US"/>
              <a:pPr/>
              <a:t>‹Nº›</a:t>
            </a:fld>
            <a:endParaRPr lang="en-US" altLang="en-US"/>
          </a:p>
        </p:txBody>
      </p:sp>
    </p:spTree>
    <p:extLst>
      <p:ext uri="{BB962C8B-B14F-4D97-AF65-F5344CB8AC3E}">
        <p14:creationId xmlns:p14="http://schemas.microsoft.com/office/powerpoint/2010/main" val="2535092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Content Placeholder 2"/>
          <p:cNvSpPr>
            <a:spLocks noGrp="1"/>
          </p:cNvSpPr>
          <p:nvPr>
            <p:ph sz="half" idx="1"/>
          </p:nvPr>
        </p:nvSpPr>
        <p:spPr>
          <a:xfrm>
            <a:off x="1565910" y="10164606"/>
            <a:ext cx="13745210" cy="28748516"/>
          </a:xfrm>
        </p:spPr>
        <p:txBody>
          <a:bodyPr/>
          <a:lstStyle>
            <a:lvl1pPr>
              <a:defRPr sz="12500"/>
            </a:lvl1pPr>
            <a:lvl2pPr>
              <a:defRPr sz="10700"/>
            </a:lvl2pPr>
            <a:lvl3pPr>
              <a:defRPr sz="8900"/>
            </a:lvl3pPr>
            <a:lvl4pPr>
              <a:defRPr sz="8000"/>
            </a:lvl4pPr>
            <a:lvl5pPr>
              <a:defRPr sz="8000"/>
            </a:lvl5pPr>
            <a:lvl6pPr>
              <a:defRPr sz="8000"/>
            </a:lvl6pPr>
            <a:lvl7pPr>
              <a:defRPr sz="8000"/>
            </a:lvl7pPr>
            <a:lvl8pPr>
              <a:defRPr sz="8000"/>
            </a:lvl8pPr>
            <a:lvl9pPr>
              <a:defRPr sz="80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Content Placeholder 3"/>
          <p:cNvSpPr>
            <a:spLocks noGrp="1"/>
          </p:cNvSpPr>
          <p:nvPr>
            <p:ph sz="half" idx="2"/>
          </p:nvPr>
        </p:nvSpPr>
        <p:spPr>
          <a:xfrm>
            <a:off x="16007080" y="10164606"/>
            <a:ext cx="13745210" cy="28748516"/>
          </a:xfrm>
        </p:spPr>
        <p:txBody>
          <a:bodyPr/>
          <a:lstStyle>
            <a:lvl1pPr>
              <a:defRPr sz="12500"/>
            </a:lvl1pPr>
            <a:lvl2pPr>
              <a:defRPr sz="10700"/>
            </a:lvl2pPr>
            <a:lvl3pPr>
              <a:defRPr sz="8900"/>
            </a:lvl3pPr>
            <a:lvl4pPr>
              <a:defRPr sz="8000"/>
            </a:lvl4pPr>
            <a:lvl5pPr>
              <a:defRPr sz="8000"/>
            </a:lvl5pPr>
            <a:lvl6pPr>
              <a:defRPr sz="8000"/>
            </a:lvl6pPr>
            <a:lvl7pPr>
              <a:defRPr sz="8000"/>
            </a:lvl7pPr>
            <a:lvl8pPr>
              <a:defRPr sz="8000"/>
            </a:lvl8pPr>
            <a:lvl9pPr>
              <a:defRPr sz="80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5" name="Rectangle 4">
            <a:extLst>
              <a:ext uri="{FF2B5EF4-FFF2-40B4-BE49-F238E27FC236}">
                <a16:creationId xmlns:a16="http://schemas.microsoft.com/office/drawing/2014/main" id="{28E6670C-D142-416B-9E61-4DB5A1C3D82C}"/>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6" name="Rectangle 5">
            <a:extLst>
              <a:ext uri="{FF2B5EF4-FFF2-40B4-BE49-F238E27FC236}">
                <a16:creationId xmlns:a16="http://schemas.microsoft.com/office/drawing/2014/main" id="{B9EFF9CB-EEDC-42A0-8E88-3F5F334DA12C}"/>
              </a:ext>
            </a:extLst>
          </p:cNvPr>
          <p:cNvSpPr>
            <a:spLocks noGrp="1" noChangeArrowheads="1"/>
          </p:cNvSpPr>
          <p:nvPr>
            <p:ph type="ftr" sz="quarter" idx="11"/>
          </p:nvPr>
        </p:nvSpPr>
        <p:spPr>
          <a:ln/>
        </p:spPr>
        <p:txBody>
          <a:bodyPr/>
          <a:lstStyle>
            <a:lvl1pPr>
              <a:defRPr/>
            </a:lvl1pPr>
          </a:lstStyle>
          <a:p>
            <a:pPr>
              <a:defRPr/>
            </a:pPr>
            <a:endParaRPr lang="es-ES" altLang="en-US"/>
          </a:p>
        </p:txBody>
      </p:sp>
      <p:sp>
        <p:nvSpPr>
          <p:cNvPr id="7" name="Rectangle 6">
            <a:extLst>
              <a:ext uri="{FF2B5EF4-FFF2-40B4-BE49-F238E27FC236}">
                <a16:creationId xmlns:a16="http://schemas.microsoft.com/office/drawing/2014/main" id="{08759634-EAAA-4A1C-B44F-093ECE1222EF}"/>
              </a:ext>
            </a:extLst>
          </p:cNvPr>
          <p:cNvSpPr>
            <a:spLocks noGrp="1" noChangeArrowheads="1"/>
          </p:cNvSpPr>
          <p:nvPr>
            <p:ph type="sldNum" sz="quarter" idx="12"/>
          </p:nvPr>
        </p:nvSpPr>
        <p:spPr>
          <a:ln/>
        </p:spPr>
        <p:txBody>
          <a:bodyPr/>
          <a:lstStyle>
            <a:lvl1pPr>
              <a:defRPr/>
            </a:lvl1pPr>
          </a:lstStyle>
          <a:p>
            <a:fld id="{0EE86403-1C26-4CB2-98E5-A91965BF06AE}" type="slidenum">
              <a:rPr lang="en-US" altLang="en-US"/>
              <a:pPr/>
              <a:t>‹Nº›</a:t>
            </a:fld>
            <a:endParaRPr lang="en-US" altLang="en-US"/>
          </a:p>
        </p:txBody>
      </p:sp>
    </p:spTree>
    <p:extLst>
      <p:ext uri="{BB962C8B-B14F-4D97-AF65-F5344CB8AC3E}">
        <p14:creationId xmlns:p14="http://schemas.microsoft.com/office/powerpoint/2010/main" val="3420146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_tradnl"/>
              <a:t>Click to edit Master title style</a:t>
            </a:r>
            <a:endParaRPr lang="en-US"/>
          </a:p>
        </p:txBody>
      </p:sp>
      <p:sp>
        <p:nvSpPr>
          <p:cNvPr id="3" name="Text Placeholder 2"/>
          <p:cNvSpPr>
            <a:spLocks noGrp="1"/>
          </p:cNvSpPr>
          <p:nvPr>
            <p:ph type="body" idx="1"/>
          </p:nvPr>
        </p:nvSpPr>
        <p:spPr>
          <a:xfrm>
            <a:off x="1565910" y="9752718"/>
            <a:ext cx="13839457" cy="4063049"/>
          </a:xfrm>
        </p:spPr>
        <p:txBody>
          <a:bodyPr anchor="b"/>
          <a:lstStyle>
            <a:lvl1pPr marL="0" indent="0">
              <a:buNone/>
              <a:defRPr sz="10700" b="1"/>
            </a:lvl1pPr>
            <a:lvl2pPr marL="2042175" indent="0">
              <a:buNone/>
              <a:defRPr sz="8900" b="1"/>
            </a:lvl2pPr>
            <a:lvl3pPr marL="4084350" indent="0">
              <a:buNone/>
              <a:defRPr sz="8000" b="1"/>
            </a:lvl3pPr>
            <a:lvl4pPr marL="6126526" indent="0">
              <a:buNone/>
              <a:defRPr sz="7100" b="1"/>
            </a:lvl4pPr>
            <a:lvl5pPr marL="8168701" indent="0">
              <a:buNone/>
              <a:defRPr sz="7100" b="1"/>
            </a:lvl5pPr>
            <a:lvl6pPr marL="10210876" indent="0">
              <a:buNone/>
              <a:defRPr sz="7100" b="1"/>
            </a:lvl6pPr>
            <a:lvl7pPr marL="12253051" indent="0">
              <a:buNone/>
              <a:defRPr sz="7100" b="1"/>
            </a:lvl7pPr>
            <a:lvl8pPr marL="14295227" indent="0">
              <a:buNone/>
              <a:defRPr sz="7100" b="1"/>
            </a:lvl8pPr>
            <a:lvl9pPr marL="16337402" indent="0">
              <a:buNone/>
              <a:defRPr sz="7100" b="1"/>
            </a:lvl9pPr>
          </a:lstStyle>
          <a:p>
            <a:pPr lvl="0"/>
            <a:r>
              <a:rPr lang="es-ES_tradnl"/>
              <a:t>Click to edit Master text styles</a:t>
            </a:r>
          </a:p>
        </p:txBody>
      </p:sp>
      <p:sp>
        <p:nvSpPr>
          <p:cNvPr id="4" name="Content Placeholder 3"/>
          <p:cNvSpPr>
            <a:spLocks noGrp="1"/>
          </p:cNvSpPr>
          <p:nvPr>
            <p:ph sz="half" idx="2"/>
          </p:nvPr>
        </p:nvSpPr>
        <p:spPr>
          <a:xfrm>
            <a:off x="1565910" y="13815765"/>
            <a:ext cx="13839457" cy="25097354"/>
          </a:xfrm>
        </p:spPr>
        <p:txBody>
          <a:bodyPr/>
          <a:lstStyle>
            <a:lvl1pPr>
              <a:defRPr sz="10700"/>
            </a:lvl1pPr>
            <a:lvl2pPr>
              <a:defRPr sz="8900"/>
            </a:lvl2pPr>
            <a:lvl3pPr>
              <a:defRPr sz="8000"/>
            </a:lvl3pPr>
            <a:lvl4pPr>
              <a:defRPr sz="7100"/>
            </a:lvl4pPr>
            <a:lvl5pPr>
              <a:defRPr sz="7100"/>
            </a:lvl5pPr>
            <a:lvl6pPr>
              <a:defRPr sz="7100"/>
            </a:lvl6pPr>
            <a:lvl7pPr>
              <a:defRPr sz="7100"/>
            </a:lvl7pPr>
            <a:lvl8pPr>
              <a:defRPr sz="7100"/>
            </a:lvl8pPr>
            <a:lvl9pPr>
              <a:defRPr sz="71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5" name="Text Placeholder 4"/>
          <p:cNvSpPr>
            <a:spLocks noGrp="1"/>
          </p:cNvSpPr>
          <p:nvPr>
            <p:ph type="body" sz="quarter" idx="3"/>
          </p:nvPr>
        </p:nvSpPr>
        <p:spPr>
          <a:xfrm>
            <a:off x="15912840" y="9752718"/>
            <a:ext cx="13839452" cy="4063049"/>
          </a:xfrm>
        </p:spPr>
        <p:txBody>
          <a:bodyPr anchor="b"/>
          <a:lstStyle>
            <a:lvl1pPr marL="0" indent="0">
              <a:buNone/>
              <a:defRPr sz="10700" b="1"/>
            </a:lvl1pPr>
            <a:lvl2pPr marL="2042175" indent="0">
              <a:buNone/>
              <a:defRPr sz="8900" b="1"/>
            </a:lvl2pPr>
            <a:lvl3pPr marL="4084350" indent="0">
              <a:buNone/>
              <a:defRPr sz="8000" b="1"/>
            </a:lvl3pPr>
            <a:lvl4pPr marL="6126526" indent="0">
              <a:buNone/>
              <a:defRPr sz="7100" b="1"/>
            </a:lvl4pPr>
            <a:lvl5pPr marL="8168701" indent="0">
              <a:buNone/>
              <a:defRPr sz="7100" b="1"/>
            </a:lvl5pPr>
            <a:lvl6pPr marL="10210876" indent="0">
              <a:buNone/>
              <a:defRPr sz="7100" b="1"/>
            </a:lvl6pPr>
            <a:lvl7pPr marL="12253051" indent="0">
              <a:buNone/>
              <a:defRPr sz="7100" b="1"/>
            </a:lvl7pPr>
            <a:lvl8pPr marL="14295227" indent="0">
              <a:buNone/>
              <a:defRPr sz="7100" b="1"/>
            </a:lvl8pPr>
            <a:lvl9pPr marL="16337402" indent="0">
              <a:buNone/>
              <a:defRPr sz="7100" b="1"/>
            </a:lvl9pPr>
          </a:lstStyle>
          <a:p>
            <a:pPr lvl="0"/>
            <a:r>
              <a:rPr lang="es-ES_tradnl"/>
              <a:t>Click to edit Master text styles</a:t>
            </a:r>
          </a:p>
        </p:txBody>
      </p:sp>
      <p:sp>
        <p:nvSpPr>
          <p:cNvPr id="6" name="Content Placeholder 5"/>
          <p:cNvSpPr>
            <a:spLocks noGrp="1"/>
          </p:cNvSpPr>
          <p:nvPr>
            <p:ph sz="quarter" idx="4"/>
          </p:nvPr>
        </p:nvSpPr>
        <p:spPr>
          <a:xfrm>
            <a:off x="15912840" y="13815765"/>
            <a:ext cx="13839452" cy="25097354"/>
          </a:xfrm>
        </p:spPr>
        <p:txBody>
          <a:bodyPr/>
          <a:lstStyle>
            <a:lvl1pPr>
              <a:defRPr sz="10700"/>
            </a:lvl1pPr>
            <a:lvl2pPr>
              <a:defRPr sz="8900"/>
            </a:lvl2pPr>
            <a:lvl3pPr>
              <a:defRPr sz="8000"/>
            </a:lvl3pPr>
            <a:lvl4pPr>
              <a:defRPr sz="7100"/>
            </a:lvl4pPr>
            <a:lvl5pPr>
              <a:defRPr sz="7100"/>
            </a:lvl5pPr>
            <a:lvl6pPr>
              <a:defRPr sz="7100"/>
            </a:lvl6pPr>
            <a:lvl7pPr>
              <a:defRPr sz="7100"/>
            </a:lvl7pPr>
            <a:lvl8pPr>
              <a:defRPr sz="7100"/>
            </a:lvl8pPr>
            <a:lvl9pPr>
              <a:defRPr sz="71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7" name="Rectangle 4">
            <a:extLst>
              <a:ext uri="{FF2B5EF4-FFF2-40B4-BE49-F238E27FC236}">
                <a16:creationId xmlns:a16="http://schemas.microsoft.com/office/drawing/2014/main" id="{9E8B955F-71A7-4267-9FD8-17D956C17BC6}"/>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8" name="Rectangle 5">
            <a:extLst>
              <a:ext uri="{FF2B5EF4-FFF2-40B4-BE49-F238E27FC236}">
                <a16:creationId xmlns:a16="http://schemas.microsoft.com/office/drawing/2014/main" id="{05A6C2DE-7F42-4801-9C08-5762C34740E7}"/>
              </a:ext>
            </a:extLst>
          </p:cNvPr>
          <p:cNvSpPr>
            <a:spLocks noGrp="1" noChangeArrowheads="1"/>
          </p:cNvSpPr>
          <p:nvPr>
            <p:ph type="ftr" sz="quarter" idx="11"/>
          </p:nvPr>
        </p:nvSpPr>
        <p:spPr>
          <a:ln/>
        </p:spPr>
        <p:txBody>
          <a:bodyPr/>
          <a:lstStyle>
            <a:lvl1pPr>
              <a:defRPr/>
            </a:lvl1pPr>
          </a:lstStyle>
          <a:p>
            <a:pPr>
              <a:defRPr/>
            </a:pPr>
            <a:endParaRPr lang="es-ES" altLang="en-US"/>
          </a:p>
        </p:txBody>
      </p:sp>
      <p:sp>
        <p:nvSpPr>
          <p:cNvPr id="9" name="Rectangle 6">
            <a:extLst>
              <a:ext uri="{FF2B5EF4-FFF2-40B4-BE49-F238E27FC236}">
                <a16:creationId xmlns:a16="http://schemas.microsoft.com/office/drawing/2014/main" id="{2C8608EB-E9AE-44FC-80E4-6378A0A969F9}"/>
              </a:ext>
            </a:extLst>
          </p:cNvPr>
          <p:cNvSpPr>
            <a:spLocks noGrp="1" noChangeArrowheads="1"/>
          </p:cNvSpPr>
          <p:nvPr>
            <p:ph type="sldNum" sz="quarter" idx="12"/>
          </p:nvPr>
        </p:nvSpPr>
        <p:spPr>
          <a:ln/>
        </p:spPr>
        <p:txBody>
          <a:bodyPr/>
          <a:lstStyle>
            <a:lvl1pPr>
              <a:defRPr/>
            </a:lvl1pPr>
          </a:lstStyle>
          <a:p>
            <a:fld id="{8E338AB1-C871-4178-92E7-1C5A58A65B58}" type="slidenum">
              <a:rPr lang="en-US" altLang="en-US"/>
              <a:pPr/>
              <a:t>‹Nº›</a:t>
            </a:fld>
            <a:endParaRPr lang="en-US" altLang="en-US"/>
          </a:p>
        </p:txBody>
      </p:sp>
    </p:spTree>
    <p:extLst>
      <p:ext uri="{BB962C8B-B14F-4D97-AF65-F5344CB8AC3E}">
        <p14:creationId xmlns:p14="http://schemas.microsoft.com/office/powerpoint/2010/main" val="1449396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Rectangle 4">
            <a:extLst>
              <a:ext uri="{FF2B5EF4-FFF2-40B4-BE49-F238E27FC236}">
                <a16:creationId xmlns:a16="http://schemas.microsoft.com/office/drawing/2014/main" id="{073ECEBB-BB87-47EE-9420-2E32764E8BF3}"/>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4" name="Rectangle 5">
            <a:extLst>
              <a:ext uri="{FF2B5EF4-FFF2-40B4-BE49-F238E27FC236}">
                <a16:creationId xmlns:a16="http://schemas.microsoft.com/office/drawing/2014/main" id="{EA93D55E-45A4-4641-ACCC-46F8BA85359D}"/>
              </a:ext>
            </a:extLst>
          </p:cNvPr>
          <p:cNvSpPr>
            <a:spLocks noGrp="1" noChangeArrowheads="1"/>
          </p:cNvSpPr>
          <p:nvPr>
            <p:ph type="ftr" sz="quarter" idx="11"/>
          </p:nvPr>
        </p:nvSpPr>
        <p:spPr>
          <a:ln/>
        </p:spPr>
        <p:txBody>
          <a:bodyPr/>
          <a:lstStyle>
            <a:lvl1pPr>
              <a:defRPr/>
            </a:lvl1pPr>
          </a:lstStyle>
          <a:p>
            <a:pPr>
              <a:defRPr/>
            </a:pPr>
            <a:endParaRPr lang="es-ES" altLang="en-US"/>
          </a:p>
        </p:txBody>
      </p:sp>
      <p:sp>
        <p:nvSpPr>
          <p:cNvPr id="5" name="Rectangle 6">
            <a:extLst>
              <a:ext uri="{FF2B5EF4-FFF2-40B4-BE49-F238E27FC236}">
                <a16:creationId xmlns:a16="http://schemas.microsoft.com/office/drawing/2014/main" id="{05045BCB-AD54-46BF-A6B3-9DDD55F776AB}"/>
              </a:ext>
            </a:extLst>
          </p:cNvPr>
          <p:cNvSpPr>
            <a:spLocks noGrp="1" noChangeArrowheads="1"/>
          </p:cNvSpPr>
          <p:nvPr>
            <p:ph type="sldNum" sz="quarter" idx="12"/>
          </p:nvPr>
        </p:nvSpPr>
        <p:spPr>
          <a:ln/>
        </p:spPr>
        <p:txBody>
          <a:bodyPr/>
          <a:lstStyle>
            <a:lvl1pPr>
              <a:defRPr/>
            </a:lvl1pPr>
          </a:lstStyle>
          <a:p>
            <a:fld id="{F08FEEAE-3BF6-4CF7-AD8B-383C7234AE66}" type="slidenum">
              <a:rPr lang="en-US" altLang="en-US"/>
              <a:pPr/>
              <a:t>‹Nº›</a:t>
            </a:fld>
            <a:endParaRPr lang="en-US" altLang="en-US"/>
          </a:p>
        </p:txBody>
      </p:sp>
    </p:spTree>
    <p:extLst>
      <p:ext uri="{BB962C8B-B14F-4D97-AF65-F5344CB8AC3E}">
        <p14:creationId xmlns:p14="http://schemas.microsoft.com/office/powerpoint/2010/main" val="3835214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6B2F70E-BA07-4982-A247-48879061C44B}"/>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3" name="Rectangle 5">
            <a:extLst>
              <a:ext uri="{FF2B5EF4-FFF2-40B4-BE49-F238E27FC236}">
                <a16:creationId xmlns:a16="http://schemas.microsoft.com/office/drawing/2014/main" id="{1C749B50-F3CF-41B1-ABA3-B9960A4954B9}"/>
              </a:ext>
            </a:extLst>
          </p:cNvPr>
          <p:cNvSpPr>
            <a:spLocks noGrp="1" noChangeArrowheads="1"/>
          </p:cNvSpPr>
          <p:nvPr>
            <p:ph type="ftr" sz="quarter" idx="11"/>
          </p:nvPr>
        </p:nvSpPr>
        <p:spPr>
          <a:ln/>
        </p:spPr>
        <p:txBody>
          <a:bodyPr/>
          <a:lstStyle>
            <a:lvl1pPr>
              <a:defRPr/>
            </a:lvl1pPr>
          </a:lstStyle>
          <a:p>
            <a:pPr>
              <a:defRPr/>
            </a:pPr>
            <a:endParaRPr lang="es-ES" altLang="en-US"/>
          </a:p>
        </p:txBody>
      </p:sp>
      <p:sp>
        <p:nvSpPr>
          <p:cNvPr id="4" name="Rectangle 6">
            <a:extLst>
              <a:ext uri="{FF2B5EF4-FFF2-40B4-BE49-F238E27FC236}">
                <a16:creationId xmlns:a16="http://schemas.microsoft.com/office/drawing/2014/main" id="{57888380-E56A-4ABC-AA66-19AF2D4A9615}"/>
              </a:ext>
            </a:extLst>
          </p:cNvPr>
          <p:cNvSpPr>
            <a:spLocks noGrp="1" noChangeArrowheads="1"/>
          </p:cNvSpPr>
          <p:nvPr>
            <p:ph type="sldNum" sz="quarter" idx="12"/>
          </p:nvPr>
        </p:nvSpPr>
        <p:spPr>
          <a:ln/>
        </p:spPr>
        <p:txBody>
          <a:bodyPr/>
          <a:lstStyle>
            <a:lvl1pPr>
              <a:defRPr/>
            </a:lvl1pPr>
          </a:lstStyle>
          <a:p>
            <a:fld id="{977FD243-AD7D-4D6A-BB3C-9B88B2EFCFA3}" type="slidenum">
              <a:rPr lang="en-US" altLang="en-US"/>
              <a:pPr/>
              <a:t>‹Nº›</a:t>
            </a:fld>
            <a:endParaRPr lang="en-US" altLang="en-US"/>
          </a:p>
        </p:txBody>
      </p:sp>
    </p:spTree>
    <p:extLst>
      <p:ext uri="{BB962C8B-B14F-4D97-AF65-F5344CB8AC3E}">
        <p14:creationId xmlns:p14="http://schemas.microsoft.com/office/powerpoint/2010/main" val="3642147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5910" y="1731336"/>
            <a:ext cx="10301660" cy="7386093"/>
          </a:xfrm>
        </p:spPr>
        <p:txBody>
          <a:bodyPr anchor="b"/>
          <a:lstStyle>
            <a:lvl1pPr algn="l">
              <a:defRPr sz="8900" b="1"/>
            </a:lvl1pPr>
          </a:lstStyle>
          <a:p>
            <a:r>
              <a:rPr lang="es-ES_tradnl"/>
              <a:t>Click to edit Master title style</a:t>
            </a:r>
            <a:endParaRPr lang="en-US"/>
          </a:p>
        </p:txBody>
      </p:sp>
      <p:sp>
        <p:nvSpPr>
          <p:cNvPr id="3" name="Content Placeholder 2"/>
          <p:cNvSpPr>
            <a:spLocks noGrp="1"/>
          </p:cNvSpPr>
          <p:nvPr>
            <p:ph idx="1"/>
          </p:nvPr>
        </p:nvSpPr>
        <p:spPr>
          <a:xfrm>
            <a:off x="12244549" y="1731336"/>
            <a:ext cx="17507741" cy="37181786"/>
          </a:xfrm>
        </p:spPr>
        <p:txBody>
          <a:bodyPr/>
          <a:lstStyle>
            <a:lvl1pPr>
              <a:defRPr sz="14300"/>
            </a:lvl1pPr>
            <a:lvl2pPr>
              <a:defRPr sz="12500"/>
            </a:lvl2pPr>
            <a:lvl3pPr>
              <a:defRPr sz="10700"/>
            </a:lvl3pPr>
            <a:lvl4pPr>
              <a:defRPr sz="8900"/>
            </a:lvl4pPr>
            <a:lvl5pPr>
              <a:defRPr sz="8900"/>
            </a:lvl5pPr>
            <a:lvl6pPr>
              <a:defRPr sz="8900"/>
            </a:lvl6pPr>
            <a:lvl7pPr>
              <a:defRPr sz="8900"/>
            </a:lvl7pPr>
            <a:lvl8pPr>
              <a:defRPr sz="8900"/>
            </a:lvl8pPr>
            <a:lvl9pPr>
              <a:defRPr sz="89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Text Placeholder 3"/>
          <p:cNvSpPr>
            <a:spLocks noGrp="1"/>
          </p:cNvSpPr>
          <p:nvPr>
            <p:ph type="body" sz="half" idx="2"/>
          </p:nvPr>
        </p:nvSpPr>
        <p:spPr>
          <a:xfrm>
            <a:off x="1565910" y="9117426"/>
            <a:ext cx="10301660" cy="29795693"/>
          </a:xfrm>
        </p:spPr>
        <p:txBody>
          <a:bodyPr/>
          <a:lstStyle>
            <a:lvl1pPr marL="0" indent="0">
              <a:buNone/>
              <a:defRPr sz="6300"/>
            </a:lvl1pPr>
            <a:lvl2pPr marL="2042175" indent="0">
              <a:buNone/>
              <a:defRPr sz="5400"/>
            </a:lvl2pPr>
            <a:lvl3pPr marL="4084350" indent="0">
              <a:buNone/>
              <a:defRPr sz="4500"/>
            </a:lvl3pPr>
            <a:lvl4pPr marL="6126526" indent="0">
              <a:buNone/>
              <a:defRPr sz="4000"/>
            </a:lvl4pPr>
            <a:lvl5pPr marL="8168701" indent="0">
              <a:buNone/>
              <a:defRPr sz="4000"/>
            </a:lvl5pPr>
            <a:lvl6pPr marL="10210876" indent="0">
              <a:buNone/>
              <a:defRPr sz="4000"/>
            </a:lvl6pPr>
            <a:lvl7pPr marL="12253051" indent="0">
              <a:buNone/>
              <a:defRPr sz="4000"/>
            </a:lvl7pPr>
            <a:lvl8pPr marL="14295227" indent="0">
              <a:buNone/>
              <a:defRPr sz="4000"/>
            </a:lvl8pPr>
            <a:lvl9pPr marL="16337402" indent="0">
              <a:buNone/>
              <a:defRPr sz="4000"/>
            </a:lvl9pPr>
          </a:lstStyle>
          <a:p>
            <a:pPr lvl="0"/>
            <a:r>
              <a:rPr lang="es-ES_tradnl"/>
              <a:t>Click to edit Master text styles</a:t>
            </a:r>
          </a:p>
        </p:txBody>
      </p:sp>
      <p:sp>
        <p:nvSpPr>
          <p:cNvPr id="5" name="Rectangle 4">
            <a:extLst>
              <a:ext uri="{FF2B5EF4-FFF2-40B4-BE49-F238E27FC236}">
                <a16:creationId xmlns:a16="http://schemas.microsoft.com/office/drawing/2014/main" id="{99A90884-32C3-4A7B-B092-794142E33B1B}"/>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6" name="Rectangle 5">
            <a:extLst>
              <a:ext uri="{FF2B5EF4-FFF2-40B4-BE49-F238E27FC236}">
                <a16:creationId xmlns:a16="http://schemas.microsoft.com/office/drawing/2014/main" id="{6941E78E-52BF-4F0A-A150-F1C38D652191}"/>
              </a:ext>
            </a:extLst>
          </p:cNvPr>
          <p:cNvSpPr>
            <a:spLocks noGrp="1" noChangeArrowheads="1"/>
          </p:cNvSpPr>
          <p:nvPr>
            <p:ph type="ftr" sz="quarter" idx="11"/>
          </p:nvPr>
        </p:nvSpPr>
        <p:spPr>
          <a:ln/>
        </p:spPr>
        <p:txBody>
          <a:bodyPr/>
          <a:lstStyle>
            <a:lvl1pPr>
              <a:defRPr/>
            </a:lvl1pPr>
          </a:lstStyle>
          <a:p>
            <a:pPr>
              <a:defRPr/>
            </a:pPr>
            <a:endParaRPr lang="es-ES" altLang="en-US"/>
          </a:p>
        </p:txBody>
      </p:sp>
      <p:sp>
        <p:nvSpPr>
          <p:cNvPr id="7" name="Rectangle 6">
            <a:extLst>
              <a:ext uri="{FF2B5EF4-FFF2-40B4-BE49-F238E27FC236}">
                <a16:creationId xmlns:a16="http://schemas.microsoft.com/office/drawing/2014/main" id="{641FF979-9EAB-45EB-BEA5-3205C58126EE}"/>
              </a:ext>
            </a:extLst>
          </p:cNvPr>
          <p:cNvSpPr>
            <a:spLocks noGrp="1" noChangeArrowheads="1"/>
          </p:cNvSpPr>
          <p:nvPr>
            <p:ph type="sldNum" sz="quarter" idx="12"/>
          </p:nvPr>
        </p:nvSpPr>
        <p:spPr>
          <a:ln/>
        </p:spPr>
        <p:txBody>
          <a:bodyPr/>
          <a:lstStyle>
            <a:lvl1pPr>
              <a:defRPr/>
            </a:lvl1pPr>
          </a:lstStyle>
          <a:p>
            <a:fld id="{5A739EA6-304D-440E-B836-9953C365B073}" type="slidenum">
              <a:rPr lang="en-US" altLang="en-US"/>
              <a:pPr/>
              <a:t>‹Nº›</a:t>
            </a:fld>
            <a:endParaRPr lang="en-US" altLang="en-US"/>
          </a:p>
        </p:txBody>
      </p:sp>
    </p:spTree>
    <p:extLst>
      <p:ext uri="{BB962C8B-B14F-4D97-AF65-F5344CB8AC3E}">
        <p14:creationId xmlns:p14="http://schemas.microsoft.com/office/powerpoint/2010/main" val="1552190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40399" y="30493812"/>
            <a:ext cx="18790920" cy="3602291"/>
          </a:xfrm>
        </p:spPr>
        <p:txBody>
          <a:bodyPr anchor="b"/>
          <a:lstStyle>
            <a:lvl1pPr algn="l">
              <a:defRPr sz="8900" b="1"/>
            </a:lvl1pPr>
          </a:lstStyle>
          <a:p>
            <a:r>
              <a:rPr lang="es-ES_tradnl"/>
              <a:t>Click to edit Master title style</a:t>
            </a:r>
            <a:endParaRPr lang="en-US"/>
          </a:p>
        </p:txBody>
      </p:sp>
      <p:sp>
        <p:nvSpPr>
          <p:cNvPr id="3" name="Picture Placeholder 2"/>
          <p:cNvSpPr>
            <a:spLocks noGrp="1"/>
          </p:cNvSpPr>
          <p:nvPr>
            <p:ph type="pic" idx="1"/>
          </p:nvPr>
        </p:nvSpPr>
        <p:spPr>
          <a:xfrm>
            <a:off x="6140399" y="3895501"/>
            <a:ext cx="18790920" cy="26137553"/>
          </a:xfrm>
        </p:spPr>
        <p:txBody>
          <a:bodyPr/>
          <a:lstStyle>
            <a:lvl1pPr marL="0" indent="0">
              <a:buNone/>
              <a:defRPr sz="14300"/>
            </a:lvl1pPr>
            <a:lvl2pPr marL="2042175" indent="0">
              <a:buNone/>
              <a:defRPr sz="12500"/>
            </a:lvl2pPr>
            <a:lvl3pPr marL="4084350" indent="0">
              <a:buNone/>
              <a:defRPr sz="10700"/>
            </a:lvl3pPr>
            <a:lvl4pPr marL="6126526" indent="0">
              <a:buNone/>
              <a:defRPr sz="8900"/>
            </a:lvl4pPr>
            <a:lvl5pPr marL="8168701" indent="0">
              <a:buNone/>
              <a:defRPr sz="8900"/>
            </a:lvl5pPr>
            <a:lvl6pPr marL="10210876" indent="0">
              <a:buNone/>
              <a:defRPr sz="8900"/>
            </a:lvl6pPr>
            <a:lvl7pPr marL="12253051" indent="0">
              <a:buNone/>
              <a:defRPr sz="8900"/>
            </a:lvl7pPr>
            <a:lvl8pPr marL="14295227" indent="0">
              <a:buNone/>
              <a:defRPr sz="8900"/>
            </a:lvl8pPr>
            <a:lvl9pPr marL="16337402" indent="0">
              <a:buNone/>
              <a:defRPr sz="8900"/>
            </a:lvl9pPr>
          </a:lstStyle>
          <a:p>
            <a:pPr lvl="0"/>
            <a:endParaRPr lang="en-US" noProof="0"/>
          </a:p>
        </p:txBody>
      </p:sp>
      <p:sp>
        <p:nvSpPr>
          <p:cNvPr id="4" name="Text Placeholder 3"/>
          <p:cNvSpPr>
            <a:spLocks noGrp="1"/>
          </p:cNvSpPr>
          <p:nvPr>
            <p:ph type="body" sz="half" idx="2"/>
          </p:nvPr>
        </p:nvSpPr>
        <p:spPr>
          <a:xfrm>
            <a:off x="6140399" y="34096102"/>
            <a:ext cx="18790920" cy="5110227"/>
          </a:xfrm>
        </p:spPr>
        <p:txBody>
          <a:bodyPr/>
          <a:lstStyle>
            <a:lvl1pPr marL="0" indent="0">
              <a:buNone/>
              <a:defRPr sz="6300"/>
            </a:lvl1pPr>
            <a:lvl2pPr marL="2042175" indent="0">
              <a:buNone/>
              <a:defRPr sz="5400"/>
            </a:lvl2pPr>
            <a:lvl3pPr marL="4084350" indent="0">
              <a:buNone/>
              <a:defRPr sz="4500"/>
            </a:lvl3pPr>
            <a:lvl4pPr marL="6126526" indent="0">
              <a:buNone/>
              <a:defRPr sz="4000"/>
            </a:lvl4pPr>
            <a:lvl5pPr marL="8168701" indent="0">
              <a:buNone/>
              <a:defRPr sz="4000"/>
            </a:lvl5pPr>
            <a:lvl6pPr marL="10210876" indent="0">
              <a:buNone/>
              <a:defRPr sz="4000"/>
            </a:lvl6pPr>
            <a:lvl7pPr marL="12253051" indent="0">
              <a:buNone/>
              <a:defRPr sz="4000"/>
            </a:lvl7pPr>
            <a:lvl8pPr marL="14295227" indent="0">
              <a:buNone/>
              <a:defRPr sz="4000"/>
            </a:lvl8pPr>
            <a:lvl9pPr marL="16337402" indent="0">
              <a:buNone/>
              <a:defRPr sz="4000"/>
            </a:lvl9pPr>
          </a:lstStyle>
          <a:p>
            <a:pPr lvl="0"/>
            <a:r>
              <a:rPr lang="es-ES_tradnl"/>
              <a:t>Click to edit Master text styles</a:t>
            </a:r>
          </a:p>
        </p:txBody>
      </p:sp>
      <p:sp>
        <p:nvSpPr>
          <p:cNvPr id="5" name="Rectangle 4">
            <a:extLst>
              <a:ext uri="{FF2B5EF4-FFF2-40B4-BE49-F238E27FC236}">
                <a16:creationId xmlns:a16="http://schemas.microsoft.com/office/drawing/2014/main" id="{8F708DEE-E20A-46EC-A5A6-BD33EFCB4917}"/>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6" name="Rectangle 5">
            <a:extLst>
              <a:ext uri="{FF2B5EF4-FFF2-40B4-BE49-F238E27FC236}">
                <a16:creationId xmlns:a16="http://schemas.microsoft.com/office/drawing/2014/main" id="{8D3396BA-76EE-485D-9C8F-944DB2D242C9}"/>
              </a:ext>
            </a:extLst>
          </p:cNvPr>
          <p:cNvSpPr>
            <a:spLocks noGrp="1" noChangeArrowheads="1"/>
          </p:cNvSpPr>
          <p:nvPr>
            <p:ph type="ftr" sz="quarter" idx="11"/>
          </p:nvPr>
        </p:nvSpPr>
        <p:spPr>
          <a:ln/>
        </p:spPr>
        <p:txBody>
          <a:bodyPr/>
          <a:lstStyle>
            <a:lvl1pPr>
              <a:defRPr/>
            </a:lvl1pPr>
          </a:lstStyle>
          <a:p>
            <a:pPr>
              <a:defRPr/>
            </a:pPr>
            <a:endParaRPr lang="es-ES" altLang="en-US"/>
          </a:p>
        </p:txBody>
      </p:sp>
      <p:sp>
        <p:nvSpPr>
          <p:cNvPr id="7" name="Rectangle 6">
            <a:extLst>
              <a:ext uri="{FF2B5EF4-FFF2-40B4-BE49-F238E27FC236}">
                <a16:creationId xmlns:a16="http://schemas.microsoft.com/office/drawing/2014/main" id="{1941C294-08C4-4142-AF24-F30E9C493C4E}"/>
              </a:ext>
            </a:extLst>
          </p:cNvPr>
          <p:cNvSpPr>
            <a:spLocks noGrp="1" noChangeArrowheads="1"/>
          </p:cNvSpPr>
          <p:nvPr>
            <p:ph type="sldNum" sz="quarter" idx="12"/>
          </p:nvPr>
        </p:nvSpPr>
        <p:spPr>
          <a:ln/>
        </p:spPr>
        <p:txBody>
          <a:bodyPr/>
          <a:lstStyle>
            <a:lvl1pPr>
              <a:defRPr/>
            </a:lvl1pPr>
          </a:lstStyle>
          <a:p>
            <a:fld id="{1343E736-BFBF-4C9A-A78F-527BF13C6024}" type="slidenum">
              <a:rPr lang="en-US" altLang="en-US"/>
              <a:pPr/>
              <a:t>‹Nº›</a:t>
            </a:fld>
            <a:endParaRPr lang="en-US" altLang="en-US"/>
          </a:p>
        </p:txBody>
      </p:sp>
    </p:spTree>
    <p:extLst>
      <p:ext uri="{BB962C8B-B14F-4D97-AF65-F5344CB8AC3E}">
        <p14:creationId xmlns:p14="http://schemas.microsoft.com/office/powerpoint/2010/main" val="3723740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Rectangle 4">
            <a:extLst>
              <a:ext uri="{FF2B5EF4-FFF2-40B4-BE49-F238E27FC236}">
                <a16:creationId xmlns:a16="http://schemas.microsoft.com/office/drawing/2014/main" id="{7EE6BF0F-DBEB-4608-92D7-B3F3A9157142}"/>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5" name="Rectangle 5">
            <a:extLst>
              <a:ext uri="{FF2B5EF4-FFF2-40B4-BE49-F238E27FC236}">
                <a16:creationId xmlns:a16="http://schemas.microsoft.com/office/drawing/2014/main" id="{F9D86C14-1B73-4FFD-931D-951E8D51D9F4}"/>
              </a:ext>
            </a:extLst>
          </p:cNvPr>
          <p:cNvSpPr>
            <a:spLocks noGrp="1" noChangeArrowheads="1"/>
          </p:cNvSpPr>
          <p:nvPr>
            <p:ph type="ftr" sz="quarter" idx="11"/>
          </p:nvPr>
        </p:nvSpPr>
        <p:spPr>
          <a:ln/>
        </p:spPr>
        <p:txBody>
          <a:bodyPr/>
          <a:lstStyle>
            <a:lvl1pPr>
              <a:defRPr/>
            </a:lvl1pPr>
          </a:lstStyle>
          <a:p>
            <a:pPr>
              <a:defRPr/>
            </a:pPr>
            <a:endParaRPr lang="es-ES" altLang="en-US"/>
          </a:p>
        </p:txBody>
      </p:sp>
      <p:sp>
        <p:nvSpPr>
          <p:cNvPr id="6" name="Rectangle 6">
            <a:extLst>
              <a:ext uri="{FF2B5EF4-FFF2-40B4-BE49-F238E27FC236}">
                <a16:creationId xmlns:a16="http://schemas.microsoft.com/office/drawing/2014/main" id="{29B8A0D5-E0F2-4DBF-92AB-94579A9527BD}"/>
              </a:ext>
            </a:extLst>
          </p:cNvPr>
          <p:cNvSpPr>
            <a:spLocks noGrp="1" noChangeArrowheads="1"/>
          </p:cNvSpPr>
          <p:nvPr>
            <p:ph type="sldNum" sz="quarter" idx="12"/>
          </p:nvPr>
        </p:nvSpPr>
        <p:spPr>
          <a:ln/>
        </p:spPr>
        <p:txBody>
          <a:bodyPr/>
          <a:lstStyle>
            <a:lvl1pPr>
              <a:defRPr/>
            </a:lvl1pPr>
          </a:lstStyle>
          <a:p>
            <a:fld id="{8156117C-4D12-42A3-9AC9-B04C5700E72F}" type="slidenum">
              <a:rPr lang="en-US" altLang="en-US"/>
              <a:pPr/>
              <a:t>‹Nº›</a:t>
            </a:fld>
            <a:endParaRPr lang="en-US" altLang="en-US"/>
          </a:p>
        </p:txBody>
      </p:sp>
    </p:spTree>
    <p:extLst>
      <p:ext uri="{BB962C8B-B14F-4D97-AF65-F5344CB8AC3E}">
        <p14:creationId xmlns:p14="http://schemas.microsoft.com/office/powerpoint/2010/main" val="2700523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705695" y="1745296"/>
            <a:ext cx="7046595" cy="37167823"/>
          </a:xfrm>
        </p:spPr>
        <p:txBody>
          <a:bodyPr vert="eaVert"/>
          <a:lstStyle/>
          <a:p>
            <a:r>
              <a:rPr lang="es-ES_tradnl"/>
              <a:t>Click to edit Master title style</a:t>
            </a:r>
            <a:endParaRPr lang="en-US"/>
          </a:p>
        </p:txBody>
      </p:sp>
      <p:sp>
        <p:nvSpPr>
          <p:cNvPr id="3" name="Vertical Text Placeholder 2"/>
          <p:cNvSpPr>
            <a:spLocks noGrp="1"/>
          </p:cNvSpPr>
          <p:nvPr>
            <p:ph type="body" orient="vert" idx="1"/>
          </p:nvPr>
        </p:nvSpPr>
        <p:spPr>
          <a:xfrm>
            <a:off x="1565910" y="1745296"/>
            <a:ext cx="20443825" cy="37167823"/>
          </a:xfrm>
        </p:spPr>
        <p:txBody>
          <a:bodyPr vert="eaVert"/>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Rectangle 4">
            <a:extLst>
              <a:ext uri="{FF2B5EF4-FFF2-40B4-BE49-F238E27FC236}">
                <a16:creationId xmlns:a16="http://schemas.microsoft.com/office/drawing/2014/main" id="{FC24CA67-81D7-4262-9A70-5D47C94A72E1}"/>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5" name="Rectangle 5">
            <a:extLst>
              <a:ext uri="{FF2B5EF4-FFF2-40B4-BE49-F238E27FC236}">
                <a16:creationId xmlns:a16="http://schemas.microsoft.com/office/drawing/2014/main" id="{520CB3C5-C558-4E4E-AC30-430B45816E15}"/>
              </a:ext>
            </a:extLst>
          </p:cNvPr>
          <p:cNvSpPr>
            <a:spLocks noGrp="1" noChangeArrowheads="1"/>
          </p:cNvSpPr>
          <p:nvPr>
            <p:ph type="ftr" sz="quarter" idx="11"/>
          </p:nvPr>
        </p:nvSpPr>
        <p:spPr>
          <a:ln/>
        </p:spPr>
        <p:txBody>
          <a:bodyPr/>
          <a:lstStyle>
            <a:lvl1pPr>
              <a:defRPr/>
            </a:lvl1pPr>
          </a:lstStyle>
          <a:p>
            <a:pPr>
              <a:defRPr/>
            </a:pPr>
            <a:endParaRPr lang="es-ES" altLang="en-US"/>
          </a:p>
        </p:txBody>
      </p:sp>
      <p:sp>
        <p:nvSpPr>
          <p:cNvPr id="6" name="Rectangle 6">
            <a:extLst>
              <a:ext uri="{FF2B5EF4-FFF2-40B4-BE49-F238E27FC236}">
                <a16:creationId xmlns:a16="http://schemas.microsoft.com/office/drawing/2014/main" id="{AB8641D5-0A15-4F9E-81F9-E566D0F64D8B}"/>
              </a:ext>
            </a:extLst>
          </p:cNvPr>
          <p:cNvSpPr>
            <a:spLocks noGrp="1" noChangeArrowheads="1"/>
          </p:cNvSpPr>
          <p:nvPr>
            <p:ph type="sldNum" sz="quarter" idx="12"/>
          </p:nvPr>
        </p:nvSpPr>
        <p:spPr>
          <a:ln/>
        </p:spPr>
        <p:txBody>
          <a:bodyPr/>
          <a:lstStyle>
            <a:lvl1pPr>
              <a:defRPr/>
            </a:lvl1pPr>
          </a:lstStyle>
          <a:p>
            <a:fld id="{846CDF23-BDAC-4278-B15B-116F6A36207D}" type="slidenum">
              <a:rPr lang="en-US" altLang="en-US"/>
              <a:pPr/>
              <a:t>‹Nº›</a:t>
            </a:fld>
            <a:endParaRPr lang="en-US" altLang="en-US"/>
          </a:p>
        </p:txBody>
      </p:sp>
    </p:spTree>
    <p:extLst>
      <p:ext uri="{BB962C8B-B14F-4D97-AF65-F5344CB8AC3E}">
        <p14:creationId xmlns:p14="http://schemas.microsoft.com/office/powerpoint/2010/main" val="3852271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9C80862-77EE-4291-A818-65CFBA9AF02E}"/>
              </a:ext>
            </a:extLst>
          </p:cNvPr>
          <p:cNvSpPr>
            <a:spLocks noGrp="1" noChangeArrowheads="1"/>
          </p:cNvSpPr>
          <p:nvPr>
            <p:ph type="title"/>
          </p:nvPr>
        </p:nvSpPr>
        <p:spPr bwMode="auto">
          <a:xfrm>
            <a:off x="1565275" y="1744663"/>
            <a:ext cx="28187650" cy="726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8435" tIns="204218" rIns="408435" bIns="20421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7F354D0-330B-4EB2-91C8-8920C014FFCA}"/>
              </a:ext>
            </a:extLst>
          </p:cNvPr>
          <p:cNvSpPr>
            <a:spLocks noGrp="1" noChangeArrowheads="1"/>
          </p:cNvSpPr>
          <p:nvPr>
            <p:ph type="body" idx="1"/>
          </p:nvPr>
        </p:nvSpPr>
        <p:spPr bwMode="auto">
          <a:xfrm>
            <a:off x="1565275" y="10164763"/>
            <a:ext cx="28187650" cy="2874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8435" tIns="204218" rIns="408435" bIns="20421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85721A26-FD8B-44E9-A0A7-EFC063E7C82C}"/>
              </a:ext>
            </a:extLst>
          </p:cNvPr>
          <p:cNvSpPr>
            <a:spLocks noGrp="1" noChangeArrowheads="1"/>
          </p:cNvSpPr>
          <p:nvPr>
            <p:ph type="dt" sz="half" idx="2"/>
          </p:nvPr>
        </p:nvSpPr>
        <p:spPr bwMode="auto">
          <a:xfrm>
            <a:off x="1565275" y="39666863"/>
            <a:ext cx="7308850" cy="3030537"/>
          </a:xfrm>
          <a:prstGeom prst="rect">
            <a:avLst/>
          </a:prstGeom>
          <a:noFill/>
          <a:ln w="9525">
            <a:noFill/>
            <a:miter lim="800000"/>
            <a:headEnd/>
            <a:tailEnd/>
          </a:ln>
          <a:effectLst/>
        </p:spPr>
        <p:txBody>
          <a:bodyPr vert="horz" wrap="square" lIns="408435" tIns="204218" rIns="408435" bIns="204218" numCol="1" anchor="t" anchorCtr="0" compatLnSpc="1">
            <a:prstTxWarp prst="textNoShape">
              <a:avLst/>
            </a:prstTxWarp>
          </a:bodyPr>
          <a:lstStyle>
            <a:lvl1pPr eaLnBrk="1" hangingPunct="1">
              <a:defRPr sz="6300">
                <a:latin typeface="Arial" charset="0"/>
                <a:ea typeface="ＭＳ Ｐゴシック" charset="-128"/>
              </a:defRPr>
            </a:lvl1pPr>
          </a:lstStyle>
          <a:p>
            <a:pPr>
              <a:defRPr/>
            </a:pPr>
            <a:endParaRPr lang="es-ES" altLang="en-US"/>
          </a:p>
        </p:txBody>
      </p:sp>
      <p:sp>
        <p:nvSpPr>
          <p:cNvPr id="1029" name="Rectangle 5">
            <a:extLst>
              <a:ext uri="{FF2B5EF4-FFF2-40B4-BE49-F238E27FC236}">
                <a16:creationId xmlns:a16="http://schemas.microsoft.com/office/drawing/2014/main" id="{5E4DE6E8-62A2-4215-8425-CA39BBC4D0F5}"/>
              </a:ext>
            </a:extLst>
          </p:cNvPr>
          <p:cNvSpPr>
            <a:spLocks noGrp="1" noChangeArrowheads="1"/>
          </p:cNvSpPr>
          <p:nvPr>
            <p:ph type="ftr" sz="quarter" idx="3"/>
          </p:nvPr>
        </p:nvSpPr>
        <p:spPr bwMode="auto">
          <a:xfrm>
            <a:off x="10699750" y="39666863"/>
            <a:ext cx="9918700" cy="3030537"/>
          </a:xfrm>
          <a:prstGeom prst="rect">
            <a:avLst/>
          </a:prstGeom>
          <a:noFill/>
          <a:ln w="9525">
            <a:noFill/>
            <a:miter lim="800000"/>
            <a:headEnd/>
            <a:tailEnd/>
          </a:ln>
          <a:effectLst/>
        </p:spPr>
        <p:txBody>
          <a:bodyPr vert="horz" wrap="square" lIns="408435" tIns="204218" rIns="408435" bIns="204218" numCol="1" anchor="t" anchorCtr="0" compatLnSpc="1">
            <a:prstTxWarp prst="textNoShape">
              <a:avLst/>
            </a:prstTxWarp>
          </a:bodyPr>
          <a:lstStyle>
            <a:lvl1pPr algn="ctr" eaLnBrk="1" hangingPunct="1">
              <a:defRPr sz="6300">
                <a:latin typeface="Arial" charset="0"/>
                <a:ea typeface="ＭＳ Ｐゴシック" charset="-128"/>
              </a:defRPr>
            </a:lvl1pPr>
          </a:lstStyle>
          <a:p>
            <a:pPr>
              <a:defRPr/>
            </a:pPr>
            <a:endParaRPr lang="es-ES" altLang="en-US"/>
          </a:p>
        </p:txBody>
      </p:sp>
      <p:sp>
        <p:nvSpPr>
          <p:cNvPr id="1030" name="Rectangle 6">
            <a:extLst>
              <a:ext uri="{FF2B5EF4-FFF2-40B4-BE49-F238E27FC236}">
                <a16:creationId xmlns:a16="http://schemas.microsoft.com/office/drawing/2014/main" id="{38E97460-1F67-4755-B9FB-0FA308C75894}"/>
              </a:ext>
            </a:extLst>
          </p:cNvPr>
          <p:cNvSpPr>
            <a:spLocks noGrp="1" noChangeArrowheads="1"/>
          </p:cNvSpPr>
          <p:nvPr>
            <p:ph type="sldNum" sz="quarter" idx="4"/>
          </p:nvPr>
        </p:nvSpPr>
        <p:spPr bwMode="auto">
          <a:xfrm>
            <a:off x="22444075" y="39666863"/>
            <a:ext cx="7308850" cy="3030537"/>
          </a:xfrm>
          <a:prstGeom prst="rect">
            <a:avLst/>
          </a:prstGeom>
          <a:noFill/>
          <a:ln w="9525">
            <a:noFill/>
            <a:miter lim="800000"/>
            <a:headEnd/>
            <a:tailEnd/>
          </a:ln>
          <a:effectLst/>
        </p:spPr>
        <p:txBody>
          <a:bodyPr vert="horz" wrap="square" lIns="408435" tIns="204218" rIns="408435" bIns="204218" numCol="1" anchor="t" anchorCtr="0" compatLnSpc="1">
            <a:prstTxWarp prst="textNoShape">
              <a:avLst/>
            </a:prstTxWarp>
          </a:bodyPr>
          <a:lstStyle>
            <a:lvl1pPr algn="r" eaLnBrk="1" hangingPunct="1">
              <a:defRPr sz="6300"/>
            </a:lvl1pPr>
          </a:lstStyle>
          <a:p>
            <a:fld id="{97427BFD-F9B1-4149-B8DD-D50DCB278E3C}" type="slidenum">
              <a:rPr lang="en-US" altLang="en-US"/>
              <a:pPr/>
              <a:t>‹Nº›</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19700">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19700">
          <a:solidFill>
            <a:schemeClr val="tx2"/>
          </a:solidFill>
          <a:latin typeface="Arial" charset="0"/>
          <a:ea typeface="ＭＳ Ｐゴシック" charset="-128"/>
          <a:cs typeface="ＭＳ Ｐゴシック" charset="-128"/>
        </a:defRPr>
      </a:lvl2pPr>
      <a:lvl3pPr algn="ctr" rtl="0" eaLnBrk="0" fontAlgn="base" hangingPunct="0">
        <a:spcBef>
          <a:spcPct val="0"/>
        </a:spcBef>
        <a:spcAft>
          <a:spcPct val="0"/>
        </a:spcAft>
        <a:defRPr sz="19700">
          <a:solidFill>
            <a:schemeClr val="tx2"/>
          </a:solidFill>
          <a:latin typeface="Arial" charset="0"/>
          <a:ea typeface="ＭＳ Ｐゴシック" charset="-128"/>
          <a:cs typeface="ＭＳ Ｐゴシック" charset="-128"/>
        </a:defRPr>
      </a:lvl3pPr>
      <a:lvl4pPr algn="ctr" rtl="0" eaLnBrk="0" fontAlgn="base" hangingPunct="0">
        <a:spcBef>
          <a:spcPct val="0"/>
        </a:spcBef>
        <a:spcAft>
          <a:spcPct val="0"/>
        </a:spcAft>
        <a:defRPr sz="19700">
          <a:solidFill>
            <a:schemeClr val="tx2"/>
          </a:solidFill>
          <a:latin typeface="Arial" charset="0"/>
          <a:ea typeface="ＭＳ Ｐゴシック" charset="-128"/>
          <a:cs typeface="ＭＳ Ｐゴシック" charset="-128"/>
        </a:defRPr>
      </a:lvl4pPr>
      <a:lvl5pPr algn="ctr" rtl="0" eaLnBrk="0" fontAlgn="base" hangingPunct="0">
        <a:spcBef>
          <a:spcPct val="0"/>
        </a:spcBef>
        <a:spcAft>
          <a:spcPct val="0"/>
        </a:spcAft>
        <a:defRPr sz="19700">
          <a:solidFill>
            <a:schemeClr val="tx2"/>
          </a:solidFill>
          <a:latin typeface="Arial" charset="0"/>
          <a:ea typeface="ＭＳ Ｐゴシック" charset="-128"/>
          <a:cs typeface="ＭＳ Ｐゴシック" charset="-128"/>
        </a:defRPr>
      </a:lvl5pPr>
      <a:lvl6pPr marL="2042175" algn="ctr" rtl="0" fontAlgn="base">
        <a:spcBef>
          <a:spcPct val="0"/>
        </a:spcBef>
        <a:spcAft>
          <a:spcPct val="0"/>
        </a:spcAft>
        <a:defRPr sz="19700">
          <a:solidFill>
            <a:schemeClr val="tx2"/>
          </a:solidFill>
          <a:latin typeface="Arial" charset="0"/>
        </a:defRPr>
      </a:lvl6pPr>
      <a:lvl7pPr marL="4084350" algn="ctr" rtl="0" fontAlgn="base">
        <a:spcBef>
          <a:spcPct val="0"/>
        </a:spcBef>
        <a:spcAft>
          <a:spcPct val="0"/>
        </a:spcAft>
        <a:defRPr sz="19700">
          <a:solidFill>
            <a:schemeClr val="tx2"/>
          </a:solidFill>
          <a:latin typeface="Arial" charset="0"/>
        </a:defRPr>
      </a:lvl7pPr>
      <a:lvl8pPr marL="6126526" algn="ctr" rtl="0" fontAlgn="base">
        <a:spcBef>
          <a:spcPct val="0"/>
        </a:spcBef>
        <a:spcAft>
          <a:spcPct val="0"/>
        </a:spcAft>
        <a:defRPr sz="19700">
          <a:solidFill>
            <a:schemeClr val="tx2"/>
          </a:solidFill>
          <a:latin typeface="Arial" charset="0"/>
        </a:defRPr>
      </a:lvl8pPr>
      <a:lvl9pPr marL="8168701" algn="ctr" rtl="0" fontAlgn="base">
        <a:spcBef>
          <a:spcPct val="0"/>
        </a:spcBef>
        <a:spcAft>
          <a:spcPct val="0"/>
        </a:spcAft>
        <a:defRPr sz="19700">
          <a:solidFill>
            <a:schemeClr val="tx2"/>
          </a:solidFill>
          <a:latin typeface="Arial" charset="0"/>
        </a:defRPr>
      </a:lvl9pPr>
    </p:titleStyle>
    <p:bodyStyle>
      <a:lvl1pPr marL="1530350" indent="-1530350" algn="l" rtl="0" eaLnBrk="0" fontAlgn="base" hangingPunct="0">
        <a:spcBef>
          <a:spcPct val="20000"/>
        </a:spcBef>
        <a:spcAft>
          <a:spcPct val="0"/>
        </a:spcAft>
        <a:buChar char="•"/>
        <a:defRPr sz="14300">
          <a:solidFill>
            <a:schemeClr val="tx1"/>
          </a:solidFill>
          <a:latin typeface="+mn-lt"/>
          <a:ea typeface="ＭＳ Ｐゴシック" charset="-128"/>
          <a:cs typeface="ＭＳ Ｐゴシック" charset="-128"/>
        </a:defRPr>
      </a:lvl1pPr>
      <a:lvl2pPr marL="3317875" indent="-1276350" algn="l" rtl="0" eaLnBrk="0" fontAlgn="base" hangingPunct="0">
        <a:spcBef>
          <a:spcPct val="20000"/>
        </a:spcBef>
        <a:spcAft>
          <a:spcPct val="0"/>
        </a:spcAft>
        <a:buChar char="–"/>
        <a:defRPr sz="12500">
          <a:solidFill>
            <a:schemeClr val="tx1"/>
          </a:solidFill>
          <a:latin typeface="+mn-lt"/>
          <a:ea typeface="ＭＳ Ｐゴシック" charset="-128"/>
        </a:defRPr>
      </a:lvl2pPr>
      <a:lvl3pPr marL="5105400" indent="-1020763" algn="l" rtl="0" eaLnBrk="0" fontAlgn="base" hangingPunct="0">
        <a:spcBef>
          <a:spcPct val="20000"/>
        </a:spcBef>
        <a:spcAft>
          <a:spcPct val="0"/>
        </a:spcAft>
        <a:buChar char="•"/>
        <a:defRPr sz="10700">
          <a:solidFill>
            <a:schemeClr val="tx1"/>
          </a:solidFill>
          <a:latin typeface="+mn-lt"/>
          <a:ea typeface="ＭＳ Ｐゴシック" charset="-128"/>
        </a:defRPr>
      </a:lvl3pPr>
      <a:lvl4pPr marL="7146925" indent="-1020763" algn="l" rtl="0" eaLnBrk="0" fontAlgn="base" hangingPunct="0">
        <a:spcBef>
          <a:spcPct val="20000"/>
        </a:spcBef>
        <a:spcAft>
          <a:spcPct val="0"/>
        </a:spcAft>
        <a:buChar char="–"/>
        <a:defRPr sz="8900">
          <a:solidFill>
            <a:schemeClr val="tx1"/>
          </a:solidFill>
          <a:latin typeface="+mn-lt"/>
          <a:ea typeface="ＭＳ Ｐゴシック" charset="-128"/>
        </a:defRPr>
      </a:lvl4pPr>
      <a:lvl5pPr marL="9188450" indent="-1020763" algn="l" rtl="0" eaLnBrk="0" fontAlgn="base" hangingPunct="0">
        <a:spcBef>
          <a:spcPct val="20000"/>
        </a:spcBef>
        <a:spcAft>
          <a:spcPct val="0"/>
        </a:spcAft>
        <a:buChar char="»"/>
        <a:defRPr sz="8900">
          <a:solidFill>
            <a:schemeClr val="tx1"/>
          </a:solidFill>
          <a:latin typeface="+mn-lt"/>
          <a:ea typeface="ＭＳ Ｐゴシック" charset="-128"/>
        </a:defRPr>
      </a:lvl5pPr>
      <a:lvl6pPr marL="11231964" indent="-1021088" algn="l" rtl="0" fontAlgn="base">
        <a:spcBef>
          <a:spcPct val="20000"/>
        </a:spcBef>
        <a:spcAft>
          <a:spcPct val="0"/>
        </a:spcAft>
        <a:buChar char="»"/>
        <a:defRPr sz="8900">
          <a:solidFill>
            <a:schemeClr val="tx1"/>
          </a:solidFill>
          <a:latin typeface="+mn-lt"/>
          <a:ea typeface="ＭＳ Ｐゴシック" charset="-128"/>
        </a:defRPr>
      </a:lvl6pPr>
      <a:lvl7pPr marL="13274139" indent="-1021088" algn="l" rtl="0" fontAlgn="base">
        <a:spcBef>
          <a:spcPct val="20000"/>
        </a:spcBef>
        <a:spcAft>
          <a:spcPct val="0"/>
        </a:spcAft>
        <a:buChar char="»"/>
        <a:defRPr sz="8900">
          <a:solidFill>
            <a:schemeClr val="tx1"/>
          </a:solidFill>
          <a:latin typeface="+mn-lt"/>
          <a:ea typeface="ＭＳ Ｐゴシック" charset="-128"/>
        </a:defRPr>
      </a:lvl7pPr>
      <a:lvl8pPr marL="15316314" indent="-1021088" algn="l" rtl="0" fontAlgn="base">
        <a:spcBef>
          <a:spcPct val="20000"/>
        </a:spcBef>
        <a:spcAft>
          <a:spcPct val="0"/>
        </a:spcAft>
        <a:buChar char="»"/>
        <a:defRPr sz="8900">
          <a:solidFill>
            <a:schemeClr val="tx1"/>
          </a:solidFill>
          <a:latin typeface="+mn-lt"/>
          <a:ea typeface="ＭＳ Ｐゴシック" charset="-128"/>
        </a:defRPr>
      </a:lvl8pPr>
      <a:lvl9pPr marL="17358490" indent="-1021088" algn="l" rtl="0" fontAlgn="base">
        <a:spcBef>
          <a:spcPct val="20000"/>
        </a:spcBef>
        <a:spcAft>
          <a:spcPct val="0"/>
        </a:spcAft>
        <a:buChar char="»"/>
        <a:defRPr sz="8900">
          <a:solidFill>
            <a:schemeClr val="tx1"/>
          </a:solidFill>
          <a:latin typeface="+mn-lt"/>
          <a:ea typeface="ＭＳ Ｐゴシック" charset="-128"/>
        </a:defRPr>
      </a:lvl9pPr>
    </p:bodyStyle>
    <p:otherStyle>
      <a:defPPr>
        <a:defRPr lang="en-US"/>
      </a:defPPr>
      <a:lvl1pPr marL="0" algn="l" defTabSz="2042175" rtl="0" eaLnBrk="1" latinLnBrk="0" hangingPunct="1">
        <a:defRPr sz="8000" kern="1200">
          <a:solidFill>
            <a:schemeClr val="tx1"/>
          </a:solidFill>
          <a:latin typeface="+mn-lt"/>
          <a:ea typeface="+mn-ea"/>
          <a:cs typeface="+mn-cs"/>
        </a:defRPr>
      </a:lvl1pPr>
      <a:lvl2pPr marL="2042175" algn="l" defTabSz="2042175" rtl="0" eaLnBrk="1" latinLnBrk="0" hangingPunct="1">
        <a:defRPr sz="8000" kern="1200">
          <a:solidFill>
            <a:schemeClr val="tx1"/>
          </a:solidFill>
          <a:latin typeface="+mn-lt"/>
          <a:ea typeface="+mn-ea"/>
          <a:cs typeface="+mn-cs"/>
        </a:defRPr>
      </a:lvl2pPr>
      <a:lvl3pPr marL="4084350" algn="l" defTabSz="2042175" rtl="0" eaLnBrk="1" latinLnBrk="0" hangingPunct="1">
        <a:defRPr sz="8000" kern="1200">
          <a:solidFill>
            <a:schemeClr val="tx1"/>
          </a:solidFill>
          <a:latin typeface="+mn-lt"/>
          <a:ea typeface="+mn-ea"/>
          <a:cs typeface="+mn-cs"/>
        </a:defRPr>
      </a:lvl3pPr>
      <a:lvl4pPr marL="6126526" algn="l" defTabSz="2042175" rtl="0" eaLnBrk="1" latinLnBrk="0" hangingPunct="1">
        <a:defRPr sz="8000" kern="1200">
          <a:solidFill>
            <a:schemeClr val="tx1"/>
          </a:solidFill>
          <a:latin typeface="+mn-lt"/>
          <a:ea typeface="+mn-ea"/>
          <a:cs typeface="+mn-cs"/>
        </a:defRPr>
      </a:lvl4pPr>
      <a:lvl5pPr marL="8168701" algn="l" defTabSz="2042175" rtl="0" eaLnBrk="1" latinLnBrk="0" hangingPunct="1">
        <a:defRPr sz="8000" kern="1200">
          <a:solidFill>
            <a:schemeClr val="tx1"/>
          </a:solidFill>
          <a:latin typeface="+mn-lt"/>
          <a:ea typeface="+mn-ea"/>
          <a:cs typeface="+mn-cs"/>
        </a:defRPr>
      </a:lvl5pPr>
      <a:lvl6pPr marL="10210876" algn="l" defTabSz="2042175" rtl="0" eaLnBrk="1" latinLnBrk="0" hangingPunct="1">
        <a:defRPr sz="8000" kern="1200">
          <a:solidFill>
            <a:schemeClr val="tx1"/>
          </a:solidFill>
          <a:latin typeface="+mn-lt"/>
          <a:ea typeface="+mn-ea"/>
          <a:cs typeface="+mn-cs"/>
        </a:defRPr>
      </a:lvl6pPr>
      <a:lvl7pPr marL="12253051" algn="l" defTabSz="2042175" rtl="0" eaLnBrk="1" latinLnBrk="0" hangingPunct="1">
        <a:defRPr sz="8000" kern="1200">
          <a:solidFill>
            <a:schemeClr val="tx1"/>
          </a:solidFill>
          <a:latin typeface="+mn-lt"/>
          <a:ea typeface="+mn-ea"/>
          <a:cs typeface="+mn-cs"/>
        </a:defRPr>
      </a:lvl7pPr>
      <a:lvl8pPr marL="14295227" algn="l" defTabSz="2042175" rtl="0" eaLnBrk="1" latinLnBrk="0" hangingPunct="1">
        <a:defRPr sz="8000" kern="1200">
          <a:solidFill>
            <a:schemeClr val="tx1"/>
          </a:solidFill>
          <a:latin typeface="+mn-lt"/>
          <a:ea typeface="+mn-ea"/>
          <a:cs typeface="+mn-cs"/>
        </a:defRPr>
      </a:lvl8pPr>
      <a:lvl9pPr marL="16337402" algn="l" defTabSz="2042175" rtl="0" eaLnBrk="1" latinLnBrk="0" hangingPunct="1">
        <a:defRPr sz="8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jpe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png"/><Relationship Id="rId15" Type="http://schemas.openxmlformats.org/officeDocument/2006/relationships/image" Target="../media/image13.jpe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jpe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jpeg"/><Relationship Id="rId17" Type="http://schemas.openxmlformats.org/officeDocument/2006/relationships/image" Target="../media/image14.png"/><Relationship Id="rId2" Type="http://schemas.openxmlformats.org/officeDocument/2006/relationships/notesSlide" Target="../notesSlides/notesSlide2.xml"/><Relationship Id="rId16" Type="http://schemas.openxmlformats.org/officeDocument/2006/relationships/image" Target="../media/image17.jpe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png"/><Relationship Id="rId15" Type="http://schemas.openxmlformats.org/officeDocument/2006/relationships/image" Target="../media/image13.jpe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jpeg"/></Relationships>
</file>

<file path=ppt/slides/_rels/slide3.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7.jpeg"/><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image" Target="../media/image18.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1.png"/><Relationship Id="rId5" Type="http://schemas.openxmlformats.org/officeDocument/2006/relationships/image" Target="../media/image4.png"/><Relationship Id="rId15" Type="http://schemas.openxmlformats.org/officeDocument/2006/relationships/image" Target="../media/image13.jpe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 Id="rId14" Type="http://schemas.openxmlformats.org/officeDocument/2006/relationships/image" Target="../media/image12.jpeg"/></Relationships>
</file>

<file path=ppt/slides/_rels/slide4.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7.jpeg"/><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image" Target="../media/image18.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1.png"/><Relationship Id="rId5" Type="http://schemas.openxmlformats.org/officeDocument/2006/relationships/image" Target="../media/image4.png"/><Relationship Id="rId15" Type="http://schemas.openxmlformats.org/officeDocument/2006/relationships/image" Target="../media/image13.jpe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 Id="rId1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277">
            <a:extLst>
              <a:ext uri="{FF2B5EF4-FFF2-40B4-BE49-F238E27FC236}">
                <a16:creationId xmlns:a16="http://schemas.microsoft.com/office/drawing/2014/main" id="{7C93DA17-FF57-47BB-88E3-8640DB46030B}"/>
              </a:ext>
            </a:extLst>
          </p:cNvPr>
          <p:cNvSpPr txBox="1">
            <a:spLocks noChangeArrowheads="1"/>
          </p:cNvSpPr>
          <p:nvPr/>
        </p:nvSpPr>
        <p:spPr bwMode="auto">
          <a:xfrm>
            <a:off x="1476375" y="11898313"/>
            <a:ext cx="28800425"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50000"/>
              </a:spcBef>
              <a:buFontTx/>
              <a:buNone/>
              <a:defRPr/>
            </a:pPr>
            <a:r>
              <a:rPr lang="es-ES" altLang="en-US" sz="5000" b="1" dirty="0">
                <a:latin typeface="Arial Black" charset="0"/>
                <a:ea typeface="Arial Black" charset="0"/>
                <a:cs typeface="Arial Black" charset="0"/>
              </a:rPr>
              <a:t>INTRODUCTION OR ABSTRACT</a:t>
            </a:r>
            <a:br>
              <a:rPr lang="es-ES" altLang="en-US" sz="4400" dirty="0">
                <a:solidFill>
                  <a:srgbClr val="27296F"/>
                </a:solidFill>
                <a:latin typeface="Swiss 721 Black BT" charset="0"/>
              </a:rPr>
            </a:br>
            <a:r>
              <a:rPr lang="en-US" altLang="en-US" sz="3200" dirty="0">
                <a:latin typeface="+mn-lt"/>
              </a:rPr>
              <a:t>Lorem ipsum dolor sit </a:t>
            </a:r>
            <a:r>
              <a:rPr lang="en-US" altLang="en-US" sz="3200" dirty="0" err="1">
                <a:latin typeface="+mn-lt"/>
              </a:rPr>
              <a:t>amet</a:t>
            </a:r>
            <a:r>
              <a:rPr lang="en-US" altLang="en-US" sz="3200" dirty="0">
                <a:latin typeface="+mn-lt"/>
              </a:rPr>
              <a:t>, </a:t>
            </a:r>
            <a:r>
              <a:rPr lang="en-US" altLang="en-US" sz="3200" dirty="0" err="1">
                <a:latin typeface="+mn-lt"/>
              </a:rPr>
              <a:t>consectetur</a:t>
            </a:r>
            <a:r>
              <a:rPr lang="en-US" altLang="en-US" sz="3200" dirty="0">
                <a:latin typeface="+mn-lt"/>
              </a:rPr>
              <a:t> </a:t>
            </a:r>
            <a:r>
              <a:rPr lang="en-US" altLang="en-US" sz="3200" dirty="0" err="1">
                <a:latin typeface="+mn-lt"/>
              </a:rPr>
              <a:t>adipiscing</a:t>
            </a:r>
            <a:r>
              <a:rPr lang="en-US" altLang="en-US" sz="3200" dirty="0">
                <a:latin typeface="+mn-lt"/>
              </a:rPr>
              <a:t> </a:t>
            </a:r>
            <a:r>
              <a:rPr lang="en-US" altLang="en-US" sz="3200" dirty="0" err="1">
                <a:latin typeface="+mn-lt"/>
              </a:rPr>
              <a:t>elit</a:t>
            </a:r>
            <a:r>
              <a:rPr lang="en-US" altLang="en-US" sz="3200" dirty="0">
                <a:latin typeface="+mn-lt"/>
              </a:rPr>
              <a:t>. </a:t>
            </a:r>
            <a:r>
              <a:rPr lang="en-US" altLang="en-US" sz="3200" dirty="0" err="1">
                <a:latin typeface="+mn-lt"/>
              </a:rPr>
              <a:t>Etiam</a:t>
            </a:r>
            <a:r>
              <a:rPr lang="en-US" altLang="en-US" sz="3200" dirty="0">
                <a:latin typeface="+mn-lt"/>
              </a:rPr>
              <a:t> </a:t>
            </a:r>
            <a:r>
              <a:rPr lang="en-US" altLang="en-US" sz="3200" dirty="0" err="1">
                <a:latin typeface="+mn-lt"/>
              </a:rPr>
              <a:t>venenatis</a:t>
            </a:r>
            <a:r>
              <a:rPr lang="en-US" altLang="en-US" sz="3200" dirty="0">
                <a:latin typeface="+mn-lt"/>
              </a:rPr>
              <a:t> convallis </a:t>
            </a:r>
            <a:r>
              <a:rPr lang="en-US" altLang="en-US" sz="3200" dirty="0" err="1">
                <a:latin typeface="+mn-lt"/>
              </a:rPr>
              <a:t>laoreet</a:t>
            </a:r>
            <a:r>
              <a:rPr lang="en-US" altLang="en-US" sz="3200" dirty="0">
                <a:latin typeface="+mn-lt"/>
              </a:rPr>
              <a:t>. </a:t>
            </a:r>
            <a:r>
              <a:rPr lang="en-US" altLang="en-US" sz="3200" dirty="0" err="1">
                <a:latin typeface="+mn-lt"/>
              </a:rPr>
              <a:t>Proin</a:t>
            </a:r>
            <a:r>
              <a:rPr lang="en-US" altLang="en-US" sz="3200" dirty="0">
                <a:latin typeface="+mn-lt"/>
              </a:rPr>
              <a:t> semper </a:t>
            </a:r>
            <a:r>
              <a:rPr lang="en-US" altLang="en-US" sz="3200" dirty="0" err="1">
                <a:latin typeface="+mn-lt"/>
              </a:rPr>
              <a:t>augue</a:t>
            </a:r>
            <a:r>
              <a:rPr lang="en-US" altLang="en-US" sz="3200" dirty="0">
                <a:latin typeface="+mn-lt"/>
              </a:rPr>
              <a:t> </a:t>
            </a:r>
            <a:r>
              <a:rPr lang="en-US" altLang="en-US" sz="3200" dirty="0" err="1">
                <a:latin typeface="+mn-lt"/>
              </a:rPr>
              <a:t>faucibus</a:t>
            </a:r>
            <a:r>
              <a:rPr lang="en-US" altLang="en-US" sz="3200" dirty="0">
                <a:latin typeface="+mn-lt"/>
              </a:rPr>
              <a:t> </a:t>
            </a:r>
            <a:r>
              <a:rPr lang="en-US" altLang="en-US" sz="3200" dirty="0" err="1">
                <a:latin typeface="+mn-lt"/>
              </a:rPr>
              <a:t>arcu</a:t>
            </a:r>
            <a:r>
              <a:rPr lang="en-US" altLang="en-US" sz="3200" dirty="0">
                <a:latin typeface="+mn-lt"/>
              </a:rPr>
              <a:t> </a:t>
            </a:r>
            <a:r>
              <a:rPr lang="en-US" altLang="en-US" sz="3200" dirty="0" err="1">
                <a:latin typeface="+mn-lt"/>
              </a:rPr>
              <a:t>sollicitudin</a:t>
            </a:r>
            <a:r>
              <a:rPr lang="en-US" altLang="en-US" sz="3200" dirty="0">
                <a:latin typeface="+mn-lt"/>
              </a:rPr>
              <a:t> </a:t>
            </a:r>
            <a:r>
              <a:rPr lang="en-US" altLang="en-US" sz="3200" dirty="0" err="1">
                <a:latin typeface="+mn-lt"/>
              </a:rPr>
              <a:t>laoreet</a:t>
            </a:r>
            <a:r>
              <a:rPr lang="en-US" altLang="en-US" sz="3200" dirty="0">
                <a:latin typeface="+mn-lt"/>
              </a:rPr>
              <a:t>. In et mi </a:t>
            </a:r>
            <a:r>
              <a:rPr lang="en-US" altLang="en-US" sz="3200" dirty="0" err="1">
                <a:latin typeface="+mn-lt"/>
              </a:rPr>
              <a:t>viverra</a:t>
            </a:r>
            <a:r>
              <a:rPr lang="en-US" altLang="en-US" sz="3200" dirty="0">
                <a:latin typeface="+mn-lt"/>
              </a:rPr>
              <a:t> </a:t>
            </a:r>
            <a:r>
              <a:rPr lang="en-US" altLang="en-US" sz="3200" dirty="0" err="1">
                <a:latin typeface="+mn-lt"/>
              </a:rPr>
              <a:t>nulla</a:t>
            </a:r>
            <a:r>
              <a:rPr lang="en-US" altLang="en-US" sz="3200" dirty="0">
                <a:latin typeface="+mn-lt"/>
              </a:rPr>
              <a:t> </a:t>
            </a:r>
            <a:r>
              <a:rPr lang="en-US" altLang="en-US" sz="3200" dirty="0" err="1">
                <a:latin typeface="+mn-lt"/>
              </a:rPr>
              <a:t>suscipit</a:t>
            </a:r>
            <a:r>
              <a:rPr lang="en-US" altLang="en-US" sz="3200" dirty="0">
                <a:latin typeface="+mn-lt"/>
              </a:rPr>
              <a:t> </a:t>
            </a:r>
            <a:r>
              <a:rPr lang="en-US" altLang="en-US" sz="3200" dirty="0" err="1">
                <a:latin typeface="+mn-lt"/>
              </a:rPr>
              <a:t>euismod</a:t>
            </a:r>
            <a:r>
              <a:rPr lang="en-US" altLang="en-US" sz="3200" dirty="0">
                <a:latin typeface="+mn-lt"/>
              </a:rPr>
              <a:t>. </a:t>
            </a:r>
            <a:r>
              <a:rPr lang="en-US" altLang="en-US" sz="3200" dirty="0" err="1">
                <a:latin typeface="+mn-lt"/>
              </a:rPr>
              <a:t>Quisque</a:t>
            </a:r>
            <a:r>
              <a:rPr lang="en-US" altLang="en-US" sz="3200" dirty="0">
                <a:latin typeface="+mn-lt"/>
              </a:rPr>
              <a:t> at </a:t>
            </a:r>
            <a:r>
              <a:rPr lang="en-US" altLang="en-US" sz="3200" dirty="0" err="1">
                <a:latin typeface="+mn-lt"/>
              </a:rPr>
              <a:t>erat</a:t>
            </a:r>
            <a:r>
              <a:rPr lang="en-US" altLang="en-US" sz="3200" dirty="0">
                <a:latin typeface="+mn-lt"/>
              </a:rPr>
              <a:t> </a:t>
            </a:r>
            <a:r>
              <a:rPr lang="en-US" altLang="en-US" sz="3200" dirty="0" err="1">
                <a:latin typeface="+mn-lt"/>
              </a:rPr>
              <a:t>leo</a:t>
            </a:r>
            <a:r>
              <a:rPr lang="en-US" altLang="en-US" sz="3200" dirty="0">
                <a:latin typeface="+mn-lt"/>
              </a:rPr>
              <a:t>. </a:t>
            </a:r>
            <a:r>
              <a:rPr lang="en-US" altLang="en-US" sz="3200" dirty="0" err="1">
                <a:latin typeface="+mn-lt"/>
              </a:rPr>
              <a:t>Nullam</a:t>
            </a:r>
            <a:r>
              <a:rPr lang="en-US" altLang="en-US" sz="3200" dirty="0">
                <a:latin typeface="+mn-lt"/>
              </a:rPr>
              <a:t> </a:t>
            </a:r>
            <a:r>
              <a:rPr lang="en-US" altLang="en-US" sz="3200" dirty="0" err="1">
                <a:latin typeface="+mn-lt"/>
              </a:rPr>
              <a:t>mollis</a:t>
            </a:r>
            <a:r>
              <a:rPr lang="en-US" altLang="en-US" sz="3200" dirty="0">
                <a:latin typeface="+mn-lt"/>
              </a:rPr>
              <a:t> </a:t>
            </a:r>
            <a:r>
              <a:rPr lang="en-US" altLang="en-US" sz="3200" dirty="0" err="1">
                <a:latin typeface="+mn-lt"/>
              </a:rPr>
              <a:t>tortor</a:t>
            </a:r>
            <a:r>
              <a:rPr lang="en-US" altLang="en-US" sz="3200" dirty="0">
                <a:latin typeface="+mn-lt"/>
              </a:rPr>
              <a:t> in </a:t>
            </a:r>
            <a:r>
              <a:rPr lang="en-US" altLang="en-US" sz="3200" dirty="0" err="1">
                <a:latin typeface="+mn-lt"/>
              </a:rPr>
              <a:t>arcu</a:t>
            </a:r>
            <a:r>
              <a:rPr lang="en-US" altLang="en-US" sz="3200" dirty="0">
                <a:latin typeface="+mn-lt"/>
              </a:rPr>
              <a:t> </a:t>
            </a:r>
            <a:r>
              <a:rPr lang="en-US" altLang="en-US" sz="3200" dirty="0" err="1">
                <a:latin typeface="+mn-lt"/>
              </a:rPr>
              <a:t>suscipit</a:t>
            </a:r>
            <a:r>
              <a:rPr lang="en-US" altLang="en-US" sz="3200" dirty="0">
                <a:latin typeface="+mn-lt"/>
              </a:rPr>
              <a:t> </a:t>
            </a:r>
            <a:r>
              <a:rPr lang="en-US" altLang="en-US" sz="3200" dirty="0" err="1">
                <a:latin typeface="+mn-lt"/>
              </a:rPr>
              <a:t>nec</a:t>
            </a:r>
            <a:r>
              <a:rPr lang="en-US" altLang="en-US" sz="3200" dirty="0">
                <a:latin typeface="+mn-lt"/>
              </a:rPr>
              <a:t> </a:t>
            </a:r>
            <a:r>
              <a:rPr lang="en-US" altLang="en-US" sz="3200" dirty="0" err="1">
                <a:latin typeface="+mn-lt"/>
              </a:rPr>
              <a:t>venenatis</a:t>
            </a:r>
            <a:r>
              <a:rPr lang="en-US" altLang="en-US" sz="3200" dirty="0">
                <a:latin typeface="+mn-lt"/>
              </a:rPr>
              <a:t> </a:t>
            </a:r>
            <a:r>
              <a:rPr lang="en-US" altLang="en-US" sz="3200" dirty="0" err="1">
                <a:latin typeface="+mn-lt"/>
              </a:rPr>
              <a:t>tellus</a:t>
            </a:r>
            <a:r>
              <a:rPr lang="en-US" altLang="en-US" sz="3200" dirty="0">
                <a:latin typeface="+mn-lt"/>
              </a:rPr>
              <a:t> gravida. Nunc in </a:t>
            </a:r>
            <a:r>
              <a:rPr lang="en-US" altLang="en-US" sz="3200" dirty="0" err="1">
                <a:latin typeface="+mn-lt"/>
              </a:rPr>
              <a:t>justo</a:t>
            </a:r>
            <a:r>
              <a:rPr lang="en-US" altLang="en-US" sz="3200" dirty="0">
                <a:latin typeface="+mn-lt"/>
              </a:rPr>
              <a:t> quam, et </a:t>
            </a:r>
            <a:r>
              <a:rPr lang="en-US" altLang="en-US" sz="3200" dirty="0" err="1">
                <a:latin typeface="+mn-lt"/>
              </a:rPr>
              <a:t>lacinia</a:t>
            </a:r>
            <a:r>
              <a:rPr lang="en-US" altLang="en-US" sz="3200" dirty="0">
                <a:latin typeface="+mn-lt"/>
              </a:rPr>
              <a:t> lacus. </a:t>
            </a:r>
            <a:r>
              <a:rPr lang="en-US" altLang="en-US" sz="3200" dirty="0" err="1">
                <a:latin typeface="+mn-lt"/>
              </a:rPr>
              <a:t>Sed</a:t>
            </a:r>
            <a:r>
              <a:rPr lang="en-US" altLang="en-US" sz="3200" dirty="0">
                <a:latin typeface="+mn-lt"/>
              </a:rPr>
              <a:t> </a:t>
            </a:r>
            <a:r>
              <a:rPr lang="en-US" altLang="en-US" sz="3200" dirty="0" err="1">
                <a:latin typeface="+mn-lt"/>
              </a:rPr>
              <a:t>rhoncus</a:t>
            </a:r>
            <a:r>
              <a:rPr lang="en-US" altLang="en-US" sz="3200" dirty="0">
                <a:latin typeface="+mn-lt"/>
              </a:rPr>
              <a:t>, </a:t>
            </a:r>
            <a:r>
              <a:rPr lang="en-US" altLang="en-US" sz="3200" dirty="0" err="1">
                <a:latin typeface="+mn-lt"/>
              </a:rPr>
              <a:t>odio</a:t>
            </a:r>
            <a:r>
              <a:rPr lang="en-US" altLang="en-US" sz="3200" dirty="0">
                <a:latin typeface="+mn-lt"/>
              </a:rPr>
              <a:t> </a:t>
            </a:r>
            <a:r>
              <a:rPr lang="en-US" altLang="en-US" sz="3200" dirty="0" err="1">
                <a:latin typeface="+mn-lt"/>
              </a:rPr>
              <a:t>eu</a:t>
            </a:r>
            <a:r>
              <a:rPr lang="en-US" altLang="en-US" sz="3200" dirty="0">
                <a:latin typeface="+mn-lt"/>
              </a:rPr>
              <a:t> </a:t>
            </a:r>
            <a:r>
              <a:rPr lang="en-US" altLang="en-US" sz="3200" dirty="0" err="1">
                <a:latin typeface="+mn-lt"/>
              </a:rPr>
              <a:t>condimentum</a:t>
            </a:r>
            <a:r>
              <a:rPr lang="en-US" altLang="en-US" sz="3200" dirty="0">
                <a:latin typeface="+mn-lt"/>
              </a:rPr>
              <a:t> </a:t>
            </a:r>
            <a:r>
              <a:rPr lang="en-US" altLang="en-US" sz="3200" dirty="0" err="1">
                <a:latin typeface="+mn-lt"/>
              </a:rPr>
              <a:t>mattis</a:t>
            </a:r>
            <a:r>
              <a:rPr lang="en-US" altLang="en-US" sz="3200" dirty="0">
                <a:latin typeface="+mn-lt"/>
              </a:rPr>
              <a:t>, </a:t>
            </a:r>
            <a:r>
              <a:rPr lang="en-US" altLang="en-US" sz="3200" dirty="0" err="1">
                <a:latin typeface="+mn-lt"/>
              </a:rPr>
              <a:t>nunc</a:t>
            </a:r>
            <a:r>
              <a:rPr lang="en-US" altLang="en-US" sz="3200" dirty="0">
                <a:latin typeface="+mn-lt"/>
              </a:rPr>
              <a:t> </a:t>
            </a:r>
            <a:r>
              <a:rPr lang="en-US" altLang="en-US" sz="3200" dirty="0" err="1">
                <a:latin typeface="+mn-lt"/>
              </a:rPr>
              <a:t>massa</a:t>
            </a:r>
            <a:r>
              <a:rPr lang="en-US" altLang="en-US" sz="3200" dirty="0">
                <a:latin typeface="+mn-lt"/>
              </a:rPr>
              <a:t> gravida </a:t>
            </a:r>
            <a:r>
              <a:rPr lang="en-US" altLang="en-US" sz="3200" dirty="0" err="1">
                <a:latin typeface="+mn-lt"/>
              </a:rPr>
              <a:t>neque</a:t>
            </a:r>
            <a:r>
              <a:rPr lang="en-US" altLang="en-US" sz="3200" dirty="0">
                <a:latin typeface="+mn-lt"/>
              </a:rPr>
              <a:t>, </a:t>
            </a:r>
            <a:r>
              <a:rPr lang="en-US" altLang="en-US" sz="3200" dirty="0" err="1">
                <a:latin typeface="+mn-lt"/>
              </a:rPr>
              <a:t>sollicitudin</a:t>
            </a:r>
            <a:r>
              <a:rPr lang="en-US" altLang="en-US" sz="3200" dirty="0">
                <a:latin typeface="+mn-lt"/>
              </a:rPr>
              <a:t> </a:t>
            </a:r>
            <a:r>
              <a:rPr lang="en-US" altLang="en-US" sz="3200" dirty="0" err="1">
                <a:latin typeface="+mn-lt"/>
              </a:rPr>
              <a:t>auctor</a:t>
            </a:r>
            <a:r>
              <a:rPr lang="en-US" altLang="en-US" sz="3200" dirty="0">
                <a:latin typeface="+mn-lt"/>
              </a:rPr>
              <a:t> </a:t>
            </a:r>
            <a:r>
              <a:rPr lang="en-US" altLang="en-US" sz="3200" dirty="0" err="1">
                <a:latin typeface="+mn-lt"/>
              </a:rPr>
              <a:t>metus</a:t>
            </a:r>
            <a:r>
              <a:rPr lang="en-US" altLang="en-US" sz="3200" dirty="0">
                <a:latin typeface="+mn-lt"/>
              </a:rPr>
              <a:t> </a:t>
            </a:r>
            <a:r>
              <a:rPr lang="en-US" altLang="en-US" sz="3200" dirty="0" err="1">
                <a:latin typeface="+mn-lt"/>
              </a:rPr>
              <a:t>odio</a:t>
            </a:r>
            <a:r>
              <a:rPr lang="en-US" altLang="en-US" sz="3200" dirty="0">
                <a:latin typeface="+mn-lt"/>
              </a:rPr>
              <a:t> in </a:t>
            </a:r>
            <a:r>
              <a:rPr lang="en-US" altLang="en-US" sz="3200" dirty="0" err="1">
                <a:latin typeface="+mn-lt"/>
              </a:rPr>
              <a:t>erat</a:t>
            </a:r>
            <a:r>
              <a:rPr lang="en-US" altLang="en-US" sz="3200" dirty="0">
                <a:latin typeface="+mn-lt"/>
              </a:rPr>
              <a:t>. </a:t>
            </a:r>
            <a:r>
              <a:rPr lang="en-US" altLang="en-US" sz="3200" dirty="0" err="1">
                <a:latin typeface="+mn-lt"/>
              </a:rPr>
              <a:t>Suspendisse</a:t>
            </a:r>
            <a:r>
              <a:rPr lang="en-US" altLang="en-US" sz="3200" dirty="0">
                <a:latin typeface="+mn-lt"/>
              </a:rPr>
              <a:t> vitae </a:t>
            </a:r>
            <a:r>
              <a:rPr lang="en-US" altLang="en-US" sz="3200" dirty="0" err="1">
                <a:latin typeface="+mn-lt"/>
              </a:rPr>
              <a:t>velit</a:t>
            </a:r>
            <a:r>
              <a:rPr lang="en-US" altLang="en-US" sz="3200" dirty="0">
                <a:latin typeface="+mn-lt"/>
              </a:rPr>
              <a:t> </a:t>
            </a:r>
            <a:r>
              <a:rPr lang="en-US" altLang="en-US" sz="3200" dirty="0" err="1">
                <a:latin typeface="+mn-lt"/>
              </a:rPr>
              <a:t>eros</a:t>
            </a:r>
            <a:r>
              <a:rPr lang="en-US" altLang="en-US" sz="3200" dirty="0">
                <a:latin typeface="+mn-lt"/>
              </a:rPr>
              <a:t>, </a:t>
            </a:r>
            <a:r>
              <a:rPr lang="en-US" altLang="en-US" sz="3200" dirty="0" err="1">
                <a:latin typeface="+mn-lt"/>
              </a:rPr>
              <a:t>vel</a:t>
            </a:r>
            <a:r>
              <a:rPr lang="en-US" altLang="en-US" sz="3200" dirty="0">
                <a:latin typeface="+mn-lt"/>
              </a:rPr>
              <a:t> </a:t>
            </a:r>
            <a:r>
              <a:rPr lang="en-US" altLang="en-US" sz="3200" dirty="0" err="1">
                <a:latin typeface="+mn-lt"/>
              </a:rPr>
              <a:t>vehicula</a:t>
            </a:r>
            <a:r>
              <a:rPr lang="en-US" altLang="en-US" sz="3200" dirty="0">
                <a:latin typeface="+mn-lt"/>
              </a:rPr>
              <a:t> quam. </a:t>
            </a:r>
            <a:r>
              <a:rPr lang="en-US" altLang="en-US" sz="3200" dirty="0" err="1">
                <a:latin typeface="+mn-lt"/>
              </a:rPr>
              <a:t>Phasellus</a:t>
            </a:r>
            <a:r>
              <a:rPr lang="en-US" altLang="en-US" sz="3200" dirty="0">
                <a:latin typeface="+mn-lt"/>
              </a:rPr>
              <a:t> lorem </a:t>
            </a:r>
            <a:r>
              <a:rPr lang="en-US" altLang="en-US" sz="3200" dirty="0" err="1">
                <a:latin typeface="+mn-lt"/>
              </a:rPr>
              <a:t>purus</a:t>
            </a:r>
            <a:r>
              <a:rPr lang="en-US" altLang="en-US" sz="3200" dirty="0">
                <a:latin typeface="+mn-lt"/>
              </a:rPr>
              <a:t>, </a:t>
            </a:r>
            <a:r>
              <a:rPr lang="en-US" altLang="en-US" sz="3200" dirty="0" err="1">
                <a:latin typeface="+mn-lt"/>
              </a:rPr>
              <a:t>pellentesque</a:t>
            </a:r>
            <a:r>
              <a:rPr lang="en-US" altLang="en-US" sz="3200" dirty="0">
                <a:latin typeface="+mn-lt"/>
              </a:rPr>
              <a:t> </a:t>
            </a:r>
            <a:r>
              <a:rPr lang="en-US" altLang="en-US" sz="3200" dirty="0" err="1">
                <a:latin typeface="+mn-lt"/>
              </a:rPr>
              <a:t>eget</a:t>
            </a:r>
            <a:r>
              <a:rPr lang="en-US" altLang="en-US" sz="3200" dirty="0">
                <a:latin typeface="+mn-lt"/>
              </a:rPr>
              <a:t> pharetra </a:t>
            </a:r>
            <a:r>
              <a:rPr lang="en-US" altLang="en-US" sz="3200" dirty="0" err="1">
                <a:latin typeface="+mn-lt"/>
              </a:rPr>
              <a:t>eget</a:t>
            </a:r>
            <a:r>
              <a:rPr lang="en-US" altLang="en-US" sz="3200" dirty="0">
                <a:latin typeface="+mn-lt"/>
              </a:rPr>
              <a:t>, </a:t>
            </a:r>
            <a:r>
              <a:rPr lang="en-US" altLang="en-US" sz="3200" dirty="0" err="1">
                <a:latin typeface="+mn-lt"/>
              </a:rPr>
              <a:t>pulvinar</a:t>
            </a:r>
            <a:r>
              <a:rPr lang="en-US" altLang="en-US" sz="3200" dirty="0">
                <a:latin typeface="+mn-lt"/>
              </a:rPr>
              <a:t> a </a:t>
            </a:r>
            <a:r>
              <a:rPr lang="en-US" altLang="en-US" sz="3200" dirty="0" err="1">
                <a:latin typeface="+mn-lt"/>
              </a:rPr>
              <a:t>tellus</a:t>
            </a:r>
            <a:r>
              <a:rPr lang="en-US" altLang="en-US" sz="3200" dirty="0">
                <a:latin typeface="+mn-lt"/>
              </a:rPr>
              <a:t>.</a:t>
            </a:r>
            <a:endParaRPr lang="en-US" altLang="en-US" sz="3200" dirty="0">
              <a:solidFill>
                <a:srgbClr val="595959"/>
              </a:solidFill>
              <a:latin typeface="+mn-lt"/>
            </a:endParaRPr>
          </a:p>
          <a:p>
            <a:pPr eaLnBrk="1" hangingPunct="1">
              <a:spcBef>
                <a:spcPct val="50000"/>
              </a:spcBef>
              <a:buFontTx/>
              <a:buNone/>
              <a:defRPr/>
            </a:pPr>
            <a:endParaRPr lang="en-US" altLang="en-US" sz="3200" dirty="0">
              <a:solidFill>
                <a:srgbClr val="27296F"/>
              </a:solidFill>
              <a:latin typeface="Swiss 721 BT" charset="0"/>
            </a:endParaRPr>
          </a:p>
        </p:txBody>
      </p:sp>
      <p:sp>
        <p:nvSpPr>
          <p:cNvPr id="15362" name="Text Box 277">
            <a:extLst>
              <a:ext uri="{FF2B5EF4-FFF2-40B4-BE49-F238E27FC236}">
                <a16:creationId xmlns:a16="http://schemas.microsoft.com/office/drawing/2014/main" id="{4813A013-2BFB-4523-AE2A-D7B9839753A1}"/>
              </a:ext>
            </a:extLst>
          </p:cNvPr>
          <p:cNvSpPr txBox="1">
            <a:spLocks noChangeArrowheads="1"/>
          </p:cNvSpPr>
          <p:nvPr/>
        </p:nvSpPr>
        <p:spPr bwMode="auto">
          <a:xfrm>
            <a:off x="1471613" y="16837025"/>
            <a:ext cx="13565187" cy="581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3600" b="1" dirty="0">
                <a:ea typeface="Arial" charset="0"/>
                <a:cs typeface="Arial" charset="0"/>
              </a:rPr>
              <a:t>INULLA ID TURPIS ID NULLA RUTRUM GRAVIDA.</a:t>
            </a:r>
          </a:p>
          <a:p>
            <a:pPr algn="just" eaLnBrk="1" hangingPunct="1">
              <a:spcBef>
                <a:spcPct val="50000"/>
              </a:spcBef>
              <a:buFontTx/>
              <a:buNone/>
              <a:defRPr/>
            </a:pPr>
            <a:r>
              <a:rPr lang="es-ES" altLang="en-US" sz="3600" dirty="0" err="1">
                <a:latin typeface="+mn-lt"/>
              </a:rPr>
              <a:t>Aliquam</a:t>
            </a:r>
            <a:r>
              <a:rPr lang="es-ES" altLang="en-US" sz="3600" dirty="0">
                <a:latin typeface="+mn-lt"/>
              </a:rPr>
              <a:t> in </a:t>
            </a:r>
            <a:r>
              <a:rPr lang="es-ES" altLang="en-US" sz="3600" dirty="0" err="1">
                <a:latin typeface="+mn-lt"/>
              </a:rPr>
              <a:t>massa</a:t>
            </a:r>
            <a:r>
              <a:rPr lang="es-ES" altLang="en-US" sz="3600" dirty="0">
                <a:latin typeface="+mn-lt"/>
              </a:rPr>
              <a:t> </a:t>
            </a:r>
            <a:r>
              <a:rPr lang="es-ES" altLang="en-US" sz="3600" dirty="0" err="1">
                <a:latin typeface="+mn-lt"/>
              </a:rPr>
              <a:t>scelerisque</a:t>
            </a:r>
            <a:r>
              <a:rPr lang="es-ES" altLang="en-US" sz="3600" dirty="0">
                <a:latin typeface="+mn-lt"/>
              </a:rPr>
              <a:t> </a:t>
            </a:r>
            <a:r>
              <a:rPr lang="es-ES" altLang="en-US" sz="3600" dirty="0" err="1">
                <a:latin typeface="+mn-lt"/>
              </a:rPr>
              <a:t>est</a:t>
            </a:r>
            <a:r>
              <a:rPr lang="es-ES" altLang="en-US" sz="3600" dirty="0">
                <a:latin typeface="+mn-lt"/>
              </a:rPr>
              <a:t> </a:t>
            </a:r>
            <a:r>
              <a:rPr lang="es-ES" altLang="en-US" sz="3600" dirty="0" err="1">
                <a:latin typeface="+mn-lt"/>
              </a:rPr>
              <a:t>mollis</a:t>
            </a:r>
            <a:r>
              <a:rPr lang="es-ES" altLang="en-US" sz="3600" dirty="0">
                <a:latin typeface="+mn-lt"/>
              </a:rPr>
              <a:t> </a:t>
            </a:r>
            <a:r>
              <a:rPr lang="es-ES" altLang="en-US" sz="3600" dirty="0" err="1">
                <a:latin typeface="+mn-lt"/>
              </a:rPr>
              <a:t>tempus</a:t>
            </a:r>
            <a:r>
              <a:rPr lang="es-ES" altLang="en-US" sz="3600" dirty="0">
                <a:latin typeface="+mn-lt"/>
              </a:rPr>
              <a:t>. Ut non </a:t>
            </a:r>
            <a:r>
              <a:rPr lang="es-ES" altLang="en-US" sz="3600" dirty="0" err="1">
                <a:latin typeface="+mn-lt"/>
              </a:rPr>
              <a:t>lacus</a:t>
            </a:r>
            <a:r>
              <a:rPr lang="es-ES" altLang="en-US" sz="3600" dirty="0">
                <a:latin typeface="+mn-lt"/>
              </a:rPr>
              <a:t> </a:t>
            </a:r>
            <a:r>
              <a:rPr lang="es-ES" altLang="en-US" sz="3600" dirty="0" err="1">
                <a:latin typeface="+mn-lt"/>
              </a:rPr>
              <a:t>tincidunt</a:t>
            </a:r>
            <a:r>
              <a:rPr lang="es-ES" altLang="en-US" sz="3600" dirty="0">
                <a:latin typeface="+mn-lt"/>
              </a:rPr>
              <a:t> </a:t>
            </a:r>
            <a:r>
              <a:rPr lang="es-ES" altLang="en-US" sz="3600" dirty="0" err="1">
                <a:latin typeface="+mn-lt"/>
              </a:rPr>
              <a:t>sem</a:t>
            </a:r>
            <a:r>
              <a:rPr lang="es-ES" altLang="en-US" sz="3600" dirty="0">
                <a:latin typeface="+mn-lt"/>
              </a:rPr>
              <a:t> </a:t>
            </a:r>
            <a:r>
              <a:rPr lang="es-ES" altLang="en-US" sz="3600" dirty="0" err="1">
                <a:latin typeface="+mn-lt"/>
              </a:rPr>
              <a:t>tincidunt</a:t>
            </a:r>
            <a:r>
              <a:rPr lang="es-ES" altLang="en-US" sz="3600" dirty="0">
                <a:latin typeface="+mn-lt"/>
              </a:rPr>
              <a:t> </a:t>
            </a:r>
            <a:r>
              <a:rPr lang="es-ES" altLang="en-US" sz="3600" dirty="0" err="1">
                <a:latin typeface="+mn-lt"/>
              </a:rPr>
              <a:t>vestibulum</a:t>
            </a:r>
            <a:r>
              <a:rPr lang="es-ES" altLang="en-US" sz="3600" dirty="0">
                <a:latin typeface="+mn-lt"/>
              </a:rPr>
              <a:t>. </a:t>
            </a:r>
            <a:r>
              <a:rPr lang="es-ES" altLang="en-US" sz="3600" dirty="0" err="1">
                <a:latin typeface="+mn-lt"/>
              </a:rPr>
              <a:t>Duis</a:t>
            </a:r>
            <a:r>
              <a:rPr lang="es-ES" altLang="en-US" sz="3600" dirty="0">
                <a:latin typeface="+mn-lt"/>
              </a:rPr>
              <a:t> </a:t>
            </a:r>
            <a:r>
              <a:rPr lang="es-ES" altLang="en-US" sz="3600" dirty="0" err="1">
                <a:latin typeface="+mn-lt"/>
              </a:rPr>
              <a:t>ultricies</a:t>
            </a:r>
            <a:r>
              <a:rPr lang="es-ES" altLang="en-US" sz="3600" dirty="0">
                <a:latin typeface="+mn-lt"/>
              </a:rPr>
              <a:t> </a:t>
            </a:r>
            <a:r>
              <a:rPr lang="es-ES" altLang="en-US" sz="3600" dirty="0" err="1">
                <a:latin typeface="+mn-lt"/>
              </a:rPr>
              <a:t>venenatis</a:t>
            </a:r>
            <a:r>
              <a:rPr lang="es-ES" altLang="en-US" sz="3600" dirty="0">
                <a:latin typeface="+mn-lt"/>
              </a:rPr>
              <a:t> ornare. </a:t>
            </a:r>
            <a:r>
              <a:rPr lang="es-ES" altLang="en-US" sz="3600" dirty="0" err="1">
                <a:latin typeface="+mn-lt"/>
              </a:rPr>
              <a:t>Nam</a:t>
            </a:r>
            <a:r>
              <a:rPr lang="es-ES" altLang="en-US" sz="3600" dirty="0">
                <a:latin typeface="+mn-lt"/>
              </a:rPr>
              <a:t> </a:t>
            </a:r>
            <a:r>
              <a:rPr lang="es-ES" altLang="en-US" sz="3600" dirty="0" err="1">
                <a:latin typeface="+mn-lt"/>
              </a:rPr>
              <a:t>dictum</a:t>
            </a:r>
            <a:r>
              <a:rPr lang="es-ES" altLang="en-US" sz="3600" dirty="0">
                <a:latin typeface="+mn-lt"/>
              </a:rPr>
              <a:t> </a:t>
            </a:r>
            <a:r>
              <a:rPr lang="es-ES" altLang="en-US" sz="3600" dirty="0" err="1">
                <a:latin typeface="+mn-lt"/>
              </a:rPr>
              <a:t>consequat</a:t>
            </a:r>
            <a:r>
              <a:rPr lang="es-ES" altLang="en-US" sz="3600" dirty="0">
                <a:latin typeface="+mn-lt"/>
              </a:rPr>
              <a:t> </a:t>
            </a:r>
            <a:r>
              <a:rPr lang="es-ES" altLang="en-US" sz="3600" dirty="0" err="1">
                <a:latin typeface="+mn-lt"/>
              </a:rPr>
              <a:t>sapien</a:t>
            </a:r>
            <a:r>
              <a:rPr lang="es-ES" altLang="en-US" sz="3600" dirty="0">
                <a:latin typeface="+mn-lt"/>
              </a:rPr>
              <a:t>, in </a:t>
            </a:r>
            <a:r>
              <a:rPr lang="es-ES" altLang="en-US" sz="3600" dirty="0" err="1">
                <a:latin typeface="+mn-lt"/>
              </a:rPr>
              <a:t>facilisis</a:t>
            </a:r>
            <a:r>
              <a:rPr lang="es-ES" altLang="en-US" sz="3600" dirty="0">
                <a:latin typeface="+mn-lt"/>
              </a:rPr>
              <a:t> libero </a:t>
            </a:r>
            <a:r>
              <a:rPr lang="es-ES" altLang="en-US" sz="3600" dirty="0" err="1">
                <a:latin typeface="+mn-lt"/>
              </a:rPr>
              <a:t>tincidunt</a:t>
            </a:r>
            <a:r>
              <a:rPr lang="es-ES" altLang="en-US" sz="3600" dirty="0">
                <a:latin typeface="+mn-lt"/>
              </a:rPr>
              <a:t> a. </a:t>
            </a:r>
            <a:r>
              <a:rPr lang="es-ES" altLang="en-US" sz="3600" dirty="0" err="1">
                <a:latin typeface="+mn-lt"/>
              </a:rPr>
              <a:t>Donec</a:t>
            </a:r>
            <a:r>
              <a:rPr lang="es-ES" altLang="en-US" sz="3600" dirty="0">
                <a:latin typeface="+mn-lt"/>
              </a:rPr>
              <a:t> </a:t>
            </a:r>
            <a:r>
              <a:rPr lang="es-ES" altLang="en-US" sz="3600" dirty="0" err="1">
                <a:latin typeface="+mn-lt"/>
              </a:rPr>
              <a:t>ultricies</a:t>
            </a:r>
            <a:r>
              <a:rPr lang="es-ES" altLang="en-US" sz="3600" dirty="0">
                <a:latin typeface="+mn-lt"/>
              </a:rPr>
              <a:t> ornare </a:t>
            </a:r>
            <a:r>
              <a:rPr lang="es-ES" altLang="en-US" sz="3600" dirty="0" err="1">
                <a:latin typeface="+mn-lt"/>
              </a:rPr>
              <a:t>sapien</a:t>
            </a:r>
            <a:r>
              <a:rPr lang="es-ES" altLang="en-US" sz="3600" dirty="0">
                <a:latin typeface="+mn-lt"/>
              </a:rPr>
              <a:t> in </a:t>
            </a:r>
            <a:r>
              <a:rPr lang="es-ES" altLang="en-US" sz="3600" dirty="0" err="1">
                <a:latin typeface="+mn-lt"/>
              </a:rPr>
              <a:t>tempor</a:t>
            </a:r>
            <a:r>
              <a:rPr lang="es-ES" altLang="en-US" sz="3600" dirty="0">
                <a:latin typeface="+mn-lt"/>
              </a:rPr>
              <a:t>. In </a:t>
            </a:r>
            <a:r>
              <a:rPr lang="es-ES" altLang="en-US" sz="3600" dirty="0" err="1">
                <a:latin typeface="+mn-lt"/>
              </a:rPr>
              <a:t>suscipit</a:t>
            </a:r>
            <a:r>
              <a:rPr lang="es-ES" altLang="en-US" sz="3600" dirty="0">
                <a:latin typeface="+mn-lt"/>
              </a:rPr>
              <a:t> </a:t>
            </a:r>
            <a:r>
              <a:rPr lang="es-ES" altLang="en-US" sz="3600" dirty="0" err="1">
                <a:latin typeface="+mn-lt"/>
              </a:rPr>
              <a:t>varius</a:t>
            </a:r>
            <a:r>
              <a:rPr lang="es-ES" altLang="en-US" sz="3600" dirty="0">
                <a:latin typeface="+mn-lt"/>
              </a:rPr>
              <a:t> </a:t>
            </a:r>
            <a:r>
              <a:rPr lang="es-ES" altLang="en-US" sz="3600" dirty="0" err="1">
                <a:latin typeface="+mn-lt"/>
              </a:rPr>
              <a:t>feugiat</a:t>
            </a:r>
            <a:r>
              <a:rPr lang="es-ES" altLang="en-US" sz="3600" dirty="0">
                <a:latin typeface="+mn-lt"/>
              </a:rPr>
              <a:t>. </a:t>
            </a:r>
            <a:r>
              <a:rPr lang="es-ES" altLang="en-US" sz="3600" dirty="0" err="1">
                <a:latin typeface="+mn-lt"/>
              </a:rPr>
              <a:t>Aenean</a:t>
            </a:r>
            <a:r>
              <a:rPr lang="es-ES" altLang="en-US" sz="3600" dirty="0">
                <a:latin typeface="+mn-lt"/>
              </a:rPr>
              <a:t> </a:t>
            </a:r>
            <a:r>
              <a:rPr lang="es-ES" altLang="en-US" sz="3600" dirty="0" err="1">
                <a:latin typeface="+mn-lt"/>
              </a:rPr>
              <a:t>cursus</a:t>
            </a:r>
            <a:r>
              <a:rPr lang="es-ES" altLang="en-US" sz="3600" dirty="0">
                <a:latin typeface="+mn-lt"/>
              </a:rPr>
              <a:t> </a:t>
            </a:r>
            <a:r>
              <a:rPr lang="es-ES" altLang="en-US" sz="3600" dirty="0" err="1">
                <a:latin typeface="+mn-lt"/>
              </a:rPr>
              <a:t>egestas</a:t>
            </a:r>
            <a:r>
              <a:rPr lang="es-ES" altLang="en-US" sz="3600" dirty="0">
                <a:latin typeface="+mn-lt"/>
              </a:rPr>
              <a:t> </a:t>
            </a:r>
            <a:r>
              <a:rPr lang="es-ES" altLang="en-US" sz="3600" dirty="0" err="1">
                <a:latin typeface="+mn-lt"/>
              </a:rPr>
              <a:t>nisl</a:t>
            </a:r>
            <a:r>
              <a:rPr lang="es-ES" altLang="en-US" sz="3600" dirty="0">
                <a:latin typeface="+mn-lt"/>
              </a:rPr>
              <a:t>, in </a:t>
            </a:r>
            <a:r>
              <a:rPr lang="es-ES" altLang="en-US" sz="3600" dirty="0" err="1">
                <a:latin typeface="+mn-lt"/>
              </a:rPr>
              <a:t>interdum</a:t>
            </a:r>
            <a:r>
              <a:rPr lang="es-ES" altLang="en-US" sz="3600" dirty="0">
                <a:latin typeface="+mn-lt"/>
              </a:rPr>
              <a:t> </a:t>
            </a:r>
            <a:r>
              <a:rPr lang="es-ES" altLang="en-US" sz="3600" dirty="0" err="1">
                <a:latin typeface="+mn-lt"/>
              </a:rPr>
              <a:t>sapien</a:t>
            </a:r>
            <a:r>
              <a:rPr lang="es-ES" altLang="en-US" sz="3600" dirty="0">
                <a:latin typeface="+mn-lt"/>
              </a:rPr>
              <a:t> </a:t>
            </a:r>
            <a:r>
              <a:rPr lang="es-ES" altLang="en-US" sz="3600" dirty="0" err="1">
                <a:latin typeface="+mn-lt"/>
              </a:rPr>
              <a:t>blandit</a:t>
            </a:r>
            <a:r>
              <a:rPr lang="es-ES" altLang="en-US" sz="3600" dirty="0">
                <a:latin typeface="+mn-lt"/>
              </a:rPr>
              <a:t> et. </a:t>
            </a:r>
            <a:r>
              <a:rPr lang="es-ES" altLang="en-US" sz="3600" dirty="0" err="1">
                <a:latin typeface="+mn-lt"/>
              </a:rPr>
              <a:t>Curabitur</a:t>
            </a:r>
            <a:r>
              <a:rPr lang="es-ES" altLang="en-US" sz="3600" dirty="0">
                <a:latin typeface="+mn-lt"/>
              </a:rPr>
              <a:t> </a:t>
            </a:r>
            <a:r>
              <a:rPr lang="es-ES" altLang="en-US" sz="3600" dirty="0" err="1">
                <a:latin typeface="+mn-lt"/>
              </a:rPr>
              <a:t>lorem</a:t>
            </a:r>
            <a:r>
              <a:rPr lang="es-ES" altLang="en-US" sz="3600" dirty="0">
                <a:latin typeface="+mn-lt"/>
              </a:rPr>
              <a:t> </a:t>
            </a:r>
            <a:r>
              <a:rPr lang="es-ES" altLang="en-US" sz="3600" dirty="0" err="1">
                <a:latin typeface="+mn-lt"/>
              </a:rPr>
              <a:t>arcu</a:t>
            </a:r>
            <a:r>
              <a:rPr lang="es-ES" altLang="en-US" sz="3600" dirty="0">
                <a:latin typeface="+mn-lt"/>
              </a:rPr>
              <a:t>, </a:t>
            </a:r>
            <a:r>
              <a:rPr lang="es-ES" altLang="en-US" sz="3600" dirty="0" err="1">
                <a:latin typeface="+mn-lt"/>
              </a:rPr>
              <a:t>suscipit</a:t>
            </a:r>
            <a:r>
              <a:rPr lang="es-ES" altLang="en-US" sz="3600" dirty="0">
                <a:latin typeface="+mn-lt"/>
              </a:rPr>
              <a:t> </a:t>
            </a:r>
            <a:r>
              <a:rPr lang="es-ES" altLang="en-US" sz="3600" dirty="0" err="1">
                <a:latin typeface="+mn-lt"/>
              </a:rPr>
              <a:t>eget</a:t>
            </a:r>
            <a:r>
              <a:rPr lang="es-ES" altLang="en-US" sz="3600" dirty="0">
                <a:latin typeface="+mn-lt"/>
              </a:rPr>
              <a:t> </a:t>
            </a:r>
            <a:r>
              <a:rPr lang="es-ES" altLang="en-US" sz="3600" dirty="0" err="1">
                <a:latin typeface="+mn-lt"/>
              </a:rPr>
              <a:t>adipiscing</a:t>
            </a:r>
            <a:r>
              <a:rPr lang="es-ES" altLang="en-US" sz="3600" dirty="0">
                <a:latin typeface="+mn-lt"/>
              </a:rPr>
              <a:t> </a:t>
            </a:r>
            <a:r>
              <a:rPr lang="es-ES" altLang="en-US" sz="3600" dirty="0" err="1">
                <a:latin typeface="+mn-lt"/>
              </a:rPr>
              <a:t>eu</a:t>
            </a:r>
            <a:r>
              <a:rPr lang="es-ES" altLang="en-US" sz="3600" dirty="0">
                <a:latin typeface="+mn-lt"/>
              </a:rPr>
              <a:t>, </a:t>
            </a:r>
            <a:r>
              <a:rPr lang="es-ES" altLang="en-US" sz="3600" dirty="0" err="1">
                <a:latin typeface="+mn-lt"/>
              </a:rPr>
              <a:t>ullamcorper</a:t>
            </a:r>
            <a:r>
              <a:rPr lang="es-ES" altLang="en-US" sz="3600" dirty="0">
                <a:latin typeface="+mn-lt"/>
              </a:rPr>
              <a:t> </a:t>
            </a:r>
            <a:r>
              <a:rPr lang="es-ES" altLang="en-US" sz="3600" dirty="0" err="1">
                <a:latin typeface="+mn-lt"/>
              </a:rPr>
              <a:t>vel</a:t>
            </a:r>
            <a:r>
              <a:rPr lang="es-ES" altLang="en-US" sz="3600" dirty="0">
                <a:latin typeface="+mn-lt"/>
              </a:rPr>
              <a:t> eros. </a:t>
            </a:r>
            <a:r>
              <a:rPr lang="es-ES" altLang="en-US" sz="3600" dirty="0" err="1">
                <a:latin typeface="+mn-lt"/>
              </a:rPr>
              <a:t>Nullam</a:t>
            </a:r>
            <a:r>
              <a:rPr lang="es-ES" altLang="en-US" sz="3600" dirty="0">
                <a:latin typeface="+mn-lt"/>
              </a:rPr>
              <a:t> in </a:t>
            </a:r>
            <a:r>
              <a:rPr lang="es-ES" altLang="en-US" sz="3600" dirty="0" err="1">
                <a:latin typeface="+mn-lt"/>
              </a:rPr>
              <a:t>fringilla</a:t>
            </a:r>
            <a:r>
              <a:rPr lang="es-ES" altLang="en-US" sz="3600" dirty="0">
                <a:latin typeface="+mn-lt"/>
              </a:rPr>
              <a:t> </a:t>
            </a:r>
            <a:r>
              <a:rPr lang="es-ES" altLang="en-US" sz="3600" dirty="0" err="1">
                <a:latin typeface="+mn-lt"/>
              </a:rPr>
              <a:t>tellus</a:t>
            </a:r>
            <a:r>
              <a:rPr lang="es-ES" altLang="en-US" sz="3600" dirty="0">
                <a:latin typeface="+mn-lt"/>
              </a:rPr>
              <a:t>. </a:t>
            </a:r>
            <a:r>
              <a:rPr lang="es-ES" altLang="en-US" sz="3600" dirty="0" err="1">
                <a:latin typeface="+mn-lt"/>
              </a:rPr>
              <a:t>Phasellus</a:t>
            </a:r>
            <a:r>
              <a:rPr lang="es-ES" altLang="en-US" sz="3600" dirty="0">
                <a:latin typeface="+mn-lt"/>
              </a:rPr>
              <a:t> </a:t>
            </a:r>
            <a:r>
              <a:rPr lang="es-ES" altLang="en-US" sz="3600" dirty="0" err="1">
                <a:latin typeface="+mn-lt"/>
              </a:rPr>
              <a:t>tempor</a:t>
            </a:r>
            <a:r>
              <a:rPr lang="es-ES" altLang="en-US" sz="3600" dirty="0">
                <a:latin typeface="+mn-lt"/>
              </a:rPr>
              <a:t> </a:t>
            </a:r>
            <a:r>
              <a:rPr lang="es-ES" altLang="en-US" sz="3600" dirty="0" err="1">
                <a:latin typeface="+mn-lt"/>
              </a:rPr>
              <a:t>cursus</a:t>
            </a:r>
            <a:r>
              <a:rPr lang="es-ES" altLang="en-US" sz="3600" dirty="0">
                <a:latin typeface="+mn-lt"/>
              </a:rPr>
              <a:t> </a:t>
            </a:r>
            <a:r>
              <a:rPr lang="es-ES" altLang="en-US" sz="3600" dirty="0" err="1">
                <a:latin typeface="+mn-lt"/>
              </a:rPr>
              <a:t>tincidunt.Fusce</a:t>
            </a:r>
            <a:r>
              <a:rPr lang="es-ES" altLang="en-US" sz="3600" dirty="0">
                <a:latin typeface="+mn-lt"/>
              </a:rPr>
              <a:t> </a:t>
            </a:r>
            <a:r>
              <a:rPr lang="es-ES" altLang="en-US" sz="3600" dirty="0" err="1">
                <a:latin typeface="+mn-lt"/>
              </a:rPr>
              <a:t>nec</a:t>
            </a:r>
            <a:r>
              <a:rPr lang="es-ES" altLang="en-US" sz="3600" dirty="0">
                <a:latin typeface="+mn-lt"/>
              </a:rPr>
              <a:t> </a:t>
            </a:r>
            <a:r>
              <a:rPr lang="es-ES" altLang="en-US" sz="3600" dirty="0" err="1">
                <a:latin typeface="+mn-lt"/>
              </a:rPr>
              <a:t>velit</a:t>
            </a:r>
            <a:r>
              <a:rPr lang="es-ES" altLang="en-US" sz="3600" dirty="0">
                <a:latin typeface="+mn-lt"/>
              </a:rPr>
              <a:t> </a:t>
            </a:r>
            <a:r>
              <a:rPr lang="es-ES" altLang="en-US" sz="3600" dirty="0" err="1">
                <a:latin typeface="+mn-lt"/>
              </a:rPr>
              <a:t>orci</a:t>
            </a:r>
            <a:r>
              <a:rPr lang="es-ES" altLang="en-US" sz="3600" dirty="0">
                <a:latin typeface="+mn-lt"/>
              </a:rPr>
              <a:t>. </a:t>
            </a:r>
            <a:r>
              <a:rPr lang="es-ES" altLang="en-US" sz="3600" dirty="0" err="1">
                <a:latin typeface="+mn-lt"/>
              </a:rPr>
              <a:t>Etiam</a:t>
            </a:r>
            <a:r>
              <a:rPr lang="es-ES" altLang="en-US" sz="3600" dirty="0">
                <a:latin typeface="+mn-lt"/>
              </a:rPr>
              <a:t> </a:t>
            </a:r>
            <a:r>
              <a:rPr lang="es-ES" altLang="en-US" sz="3600" dirty="0" err="1">
                <a:latin typeface="+mn-lt"/>
              </a:rPr>
              <a:t>dapibus</a:t>
            </a:r>
            <a:r>
              <a:rPr lang="es-ES" altLang="en-US" sz="3600" dirty="0">
                <a:latin typeface="+mn-lt"/>
              </a:rPr>
              <a:t>, </a:t>
            </a:r>
            <a:r>
              <a:rPr lang="es-ES" altLang="en-US" sz="3600" dirty="0" err="1">
                <a:latin typeface="+mn-lt"/>
              </a:rPr>
              <a:t>arcu</a:t>
            </a:r>
            <a:r>
              <a:rPr lang="es-ES" altLang="en-US" sz="3600" dirty="0">
                <a:latin typeface="+mn-lt"/>
              </a:rPr>
              <a:t> </a:t>
            </a:r>
            <a:r>
              <a:rPr lang="es-ES" altLang="en-US" sz="3600" dirty="0" err="1">
                <a:latin typeface="+mn-lt"/>
              </a:rPr>
              <a:t>semper</a:t>
            </a:r>
            <a:r>
              <a:rPr lang="es-ES" altLang="en-US" sz="3600" dirty="0">
                <a:latin typeface="+mn-lt"/>
              </a:rPr>
              <a:t> </a:t>
            </a:r>
            <a:r>
              <a:rPr lang="es-ES" altLang="en-US" sz="3600" dirty="0" err="1">
                <a:latin typeface="+mn-lt"/>
              </a:rPr>
              <a:t>fringilla</a:t>
            </a:r>
            <a:r>
              <a:rPr lang="es-ES" altLang="en-US" sz="3600" dirty="0">
                <a:latin typeface="+mn-lt"/>
              </a:rPr>
              <a:t> </a:t>
            </a:r>
            <a:r>
              <a:rPr lang="es-ES" altLang="en-US" sz="3600" dirty="0" err="1">
                <a:latin typeface="+mn-lt"/>
              </a:rPr>
              <a:t>consequat</a:t>
            </a:r>
            <a:r>
              <a:rPr lang="es-ES" altLang="en-US" sz="3600" dirty="0">
                <a:latin typeface="+mn-lt"/>
              </a:rPr>
              <a:t>, </a:t>
            </a:r>
            <a:r>
              <a:rPr lang="es-ES" altLang="en-US" sz="3600" dirty="0" err="1">
                <a:latin typeface="+mn-lt"/>
              </a:rPr>
              <a:t>quam</a:t>
            </a:r>
            <a:r>
              <a:rPr lang="es-ES" altLang="en-US" sz="3600" dirty="0">
                <a:latin typeface="+mn-lt"/>
              </a:rPr>
              <a:t> dolor </a:t>
            </a:r>
            <a:r>
              <a:rPr lang="es-ES" altLang="en-US" sz="3600" dirty="0" err="1">
                <a:latin typeface="+mn-lt"/>
              </a:rPr>
              <a:t>tincidunt</a:t>
            </a:r>
            <a:r>
              <a:rPr lang="es-ES" altLang="en-US" sz="3600" dirty="0">
                <a:latin typeface="+mn-lt"/>
              </a:rPr>
              <a:t> justo, non </a:t>
            </a:r>
            <a:r>
              <a:rPr lang="es-ES" altLang="en-US" sz="3600" dirty="0" err="1">
                <a:latin typeface="+mn-lt"/>
              </a:rPr>
              <a:t>vulputate</a:t>
            </a:r>
            <a:r>
              <a:rPr lang="es-ES" altLang="en-US" sz="3600" dirty="0">
                <a:latin typeface="+mn-lt"/>
              </a:rPr>
              <a:t> </a:t>
            </a:r>
            <a:r>
              <a:rPr lang="es-ES" altLang="en-US" sz="3600" dirty="0" err="1">
                <a:latin typeface="+mn-lt"/>
              </a:rPr>
              <a:t>erat</a:t>
            </a:r>
            <a:r>
              <a:rPr lang="es-ES" altLang="en-US" sz="3600" dirty="0">
                <a:latin typeface="+mn-lt"/>
              </a:rPr>
              <a:t> urna </a:t>
            </a:r>
            <a:r>
              <a:rPr lang="es-ES" altLang="en-US" sz="3600" dirty="0" err="1">
                <a:latin typeface="+mn-lt"/>
              </a:rPr>
              <a:t>ac</a:t>
            </a:r>
            <a:r>
              <a:rPr lang="es-ES" altLang="en-US" sz="3600" dirty="0">
                <a:latin typeface="+mn-lt"/>
              </a:rPr>
              <a:t> </a:t>
            </a:r>
            <a:r>
              <a:rPr lang="es-ES" altLang="en-US" sz="3600" dirty="0" err="1">
                <a:latin typeface="+mn-lt"/>
              </a:rPr>
              <a:t>diam</a:t>
            </a:r>
            <a:r>
              <a:rPr lang="es-ES" altLang="en-US" sz="3600" dirty="0">
                <a:latin typeface="+mn-lt"/>
              </a:rPr>
              <a:t>. </a:t>
            </a:r>
            <a:endParaRPr lang="en-US" altLang="en-US" sz="3600" dirty="0">
              <a:latin typeface="+mn-lt"/>
            </a:endParaRPr>
          </a:p>
        </p:txBody>
      </p:sp>
      <p:sp>
        <p:nvSpPr>
          <p:cNvPr id="15363" name="Text Box 277">
            <a:extLst>
              <a:ext uri="{FF2B5EF4-FFF2-40B4-BE49-F238E27FC236}">
                <a16:creationId xmlns:a16="http://schemas.microsoft.com/office/drawing/2014/main" id="{4891107E-DFB2-430B-83C6-F32CADED61FF}"/>
              </a:ext>
            </a:extLst>
          </p:cNvPr>
          <p:cNvSpPr txBox="1">
            <a:spLocks noChangeArrowheads="1"/>
          </p:cNvSpPr>
          <p:nvPr/>
        </p:nvSpPr>
        <p:spPr bwMode="auto">
          <a:xfrm>
            <a:off x="1471613" y="34859913"/>
            <a:ext cx="13565187"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4161750" indent="-24161750">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420688" indent="-420688">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lvl="1" algn="just" eaLnBrk="1" hangingPunct="1">
              <a:spcBef>
                <a:spcPts val="2163"/>
              </a:spcBef>
              <a:buFont typeface="Wingdings" panose="05000000000000000000" pitchFamily="2" charset="2"/>
              <a:buChar char="§"/>
            </a:pPr>
            <a:r>
              <a:rPr lang="es-ES" altLang="en-US" sz="3600"/>
              <a:t>Aliquam posuere consectetur mi, ac imperdiet lectus auctor non. Sed commodo posuere nisi, eu rutrum mauris gravida a. </a:t>
            </a:r>
          </a:p>
          <a:p>
            <a:pPr lvl="1" algn="just" eaLnBrk="1" hangingPunct="1">
              <a:spcBef>
                <a:spcPts val="2163"/>
              </a:spcBef>
              <a:buFont typeface="Wingdings" panose="05000000000000000000" pitchFamily="2" charset="2"/>
              <a:buChar char="§"/>
            </a:pPr>
            <a:r>
              <a:rPr lang="es-ES" altLang="en-US" sz="3600"/>
              <a:t>Nunc imperdiet sagittis ante vitae elementum. </a:t>
            </a:r>
          </a:p>
          <a:p>
            <a:pPr lvl="1" algn="just" eaLnBrk="1" hangingPunct="1">
              <a:spcBef>
                <a:spcPts val="2163"/>
              </a:spcBef>
              <a:buFont typeface="Wingdings" panose="05000000000000000000" pitchFamily="2" charset="2"/>
              <a:buChar char="§"/>
            </a:pPr>
            <a:r>
              <a:rPr lang="es-ES" altLang="en-US" sz="3600"/>
              <a:t>Mauris vel erat vitae nibh tincidunt auctor. In adipiscing vehicula elementum. Quisque vel est nulla.</a:t>
            </a:r>
          </a:p>
          <a:p>
            <a:pPr lvl="1" algn="just" eaLnBrk="1" hangingPunct="1">
              <a:spcBef>
                <a:spcPts val="2163"/>
              </a:spcBef>
              <a:buFont typeface="Wingdings" panose="05000000000000000000" pitchFamily="2" charset="2"/>
              <a:buChar char="§"/>
            </a:pPr>
            <a:r>
              <a:rPr lang="es-ES" altLang="en-US" sz="3600"/>
              <a:t>Cras laoreet, risus sit amet facilisis ultricies, augue mi viverra erat, eget ornare ipsum urna eget neque.</a:t>
            </a:r>
            <a:r>
              <a:rPr lang="es-ES" altLang="en-US" sz="3600">
                <a:latin typeface="Swiss 721 Light BT" charset="0"/>
              </a:rPr>
              <a:t> </a:t>
            </a:r>
          </a:p>
        </p:txBody>
      </p:sp>
      <p:sp>
        <p:nvSpPr>
          <p:cNvPr id="15364" name="Text Box 277">
            <a:extLst>
              <a:ext uri="{FF2B5EF4-FFF2-40B4-BE49-F238E27FC236}">
                <a16:creationId xmlns:a16="http://schemas.microsoft.com/office/drawing/2014/main" id="{E63FD42F-9C12-449C-AFE9-BF41C953E13A}"/>
              </a:ext>
            </a:extLst>
          </p:cNvPr>
          <p:cNvSpPr txBox="1">
            <a:spLocks noChangeArrowheads="1"/>
          </p:cNvSpPr>
          <p:nvPr/>
        </p:nvSpPr>
        <p:spPr bwMode="auto">
          <a:xfrm>
            <a:off x="16229013" y="33615313"/>
            <a:ext cx="13565187"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3000" dirty="0">
                <a:latin typeface="+mn-lt"/>
              </a:rPr>
              <a:t>[1] </a:t>
            </a:r>
            <a:r>
              <a:rPr lang="es-ES" altLang="en-US" sz="3000" dirty="0" err="1">
                <a:latin typeface="+mn-lt"/>
              </a:rPr>
              <a:t>Qui</a:t>
            </a:r>
            <a:r>
              <a:rPr lang="es-ES" altLang="en-US" sz="3000" dirty="0">
                <a:latin typeface="+mn-lt"/>
              </a:rPr>
              <a:t> </a:t>
            </a:r>
            <a:r>
              <a:rPr lang="es-ES" altLang="en-US" sz="3000" dirty="0" err="1">
                <a:latin typeface="+mn-lt"/>
              </a:rPr>
              <a:t>denis</a:t>
            </a:r>
            <a:r>
              <a:rPr lang="es-ES" altLang="en-US" sz="3000" dirty="0">
                <a:latin typeface="+mn-lt"/>
              </a:rPr>
              <a:t> </a:t>
            </a:r>
            <a:r>
              <a:rPr lang="es-ES" altLang="en-US" sz="3000" dirty="0" err="1">
                <a:latin typeface="+mn-lt"/>
              </a:rPr>
              <a:t>incimaio</a:t>
            </a:r>
            <a:r>
              <a:rPr lang="es-ES" altLang="en-US" sz="3000" dirty="0">
                <a:latin typeface="+mn-lt"/>
              </a:rPr>
              <a:t> con </a:t>
            </a:r>
            <a:r>
              <a:rPr lang="es-ES" altLang="en-US" sz="3000" dirty="0" err="1">
                <a:latin typeface="+mn-lt"/>
              </a:rPr>
              <a:t>reserum</a:t>
            </a:r>
            <a:r>
              <a:rPr lang="es-ES" altLang="en-US" sz="3000" dirty="0">
                <a:latin typeface="+mn-lt"/>
              </a:rPr>
              <a:t> </a:t>
            </a:r>
            <a:r>
              <a:rPr lang="es-ES" altLang="en-US" sz="3000" dirty="0" err="1">
                <a:latin typeface="+mn-lt"/>
              </a:rPr>
              <a:t>quamet</a:t>
            </a:r>
            <a:r>
              <a:rPr lang="es-ES" altLang="en-US" sz="3000" dirty="0">
                <a:latin typeface="+mn-lt"/>
              </a:rPr>
              <a:t> </a:t>
            </a:r>
          </a:p>
          <a:p>
            <a:pPr algn="just" eaLnBrk="1" hangingPunct="1">
              <a:spcBef>
                <a:spcPct val="50000"/>
              </a:spcBef>
              <a:buFontTx/>
              <a:buNone/>
              <a:defRPr/>
            </a:pPr>
            <a:r>
              <a:rPr lang="es-ES" altLang="en-US" sz="3000" dirty="0">
                <a:latin typeface="+mn-lt"/>
              </a:rPr>
              <a:t>[2] </a:t>
            </a:r>
            <a:r>
              <a:rPr lang="es-ES" altLang="en-US" sz="3000" dirty="0" err="1">
                <a:latin typeface="+mn-lt"/>
              </a:rPr>
              <a:t>Qui</a:t>
            </a:r>
            <a:r>
              <a:rPr lang="es-ES" altLang="en-US" sz="3000" dirty="0">
                <a:latin typeface="+mn-lt"/>
              </a:rPr>
              <a:t> </a:t>
            </a:r>
            <a:r>
              <a:rPr lang="es-ES" altLang="en-US" sz="3000" dirty="0" err="1">
                <a:latin typeface="+mn-lt"/>
              </a:rPr>
              <a:t>sinullo</a:t>
            </a:r>
            <a:r>
              <a:rPr lang="es-ES" altLang="en-US" sz="3000" dirty="0">
                <a:latin typeface="+mn-lt"/>
              </a:rPr>
              <a:t> </a:t>
            </a:r>
            <a:r>
              <a:rPr lang="es-ES" altLang="en-US" sz="3000" dirty="0" err="1">
                <a:latin typeface="+mn-lt"/>
              </a:rPr>
              <a:t>ribuste</a:t>
            </a:r>
            <a:r>
              <a:rPr lang="es-ES" altLang="en-US" sz="3000" dirty="0">
                <a:latin typeface="+mn-lt"/>
              </a:rPr>
              <a:t> </a:t>
            </a:r>
            <a:r>
              <a:rPr lang="es-ES" altLang="en-US" sz="3000" dirty="0" err="1">
                <a:latin typeface="+mn-lt"/>
              </a:rPr>
              <a:t>mporeium</a:t>
            </a:r>
            <a:r>
              <a:rPr lang="es-ES" altLang="en-US" sz="3000" dirty="0">
                <a:latin typeface="+mn-lt"/>
              </a:rPr>
              <a:t> </a:t>
            </a:r>
            <a:r>
              <a:rPr lang="es-ES" altLang="en-US" sz="3000" dirty="0" err="1">
                <a:latin typeface="+mn-lt"/>
              </a:rPr>
              <a:t>ium</a:t>
            </a:r>
            <a:r>
              <a:rPr lang="es-ES" altLang="en-US" sz="3000" dirty="0">
                <a:latin typeface="+mn-lt"/>
              </a:rPr>
              <a:t> </a:t>
            </a:r>
            <a:r>
              <a:rPr lang="es-ES" altLang="en-US" sz="3000" dirty="0" err="1">
                <a:latin typeface="+mn-lt"/>
              </a:rPr>
              <a:t>ipitem</a:t>
            </a:r>
            <a:r>
              <a:rPr lang="es-ES" altLang="en-US" sz="3000" dirty="0">
                <a:latin typeface="+mn-lt"/>
              </a:rPr>
              <a:t> </a:t>
            </a:r>
            <a:r>
              <a:rPr lang="es-ES" altLang="en-US" sz="3000" dirty="0" err="1">
                <a:latin typeface="+mn-lt"/>
              </a:rPr>
              <a:t>rero</a:t>
            </a:r>
            <a:r>
              <a:rPr lang="es-ES" altLang="en-US" sz="3000" dirty="0">
                <a:latin typeface="+mn-lt"/>
              </a:rPr>
              <a:t> </a:t>
            </a:r>
            <a:r>
              <a:rPr lang="es-ES" altLang="en-US" sz="3000" dirty="0" err="1">
                <a:latin typeface="+mn-lt"/>
              </a:rPr>
              <a:t>miligente</a:t>
            </a:r>
            <a:r>
              <a:rPr lang="es-ES" altLang="en-US" sz="3000" dirty="0">
                <a:latin typeface="+mn-lt"/>
              </a:rPr>
              <a:t> </a:t>
            </a:r>
          </a:p>
          <a:p>
            <a:pPr algn="just" eaLnBrk="1" hangingPunct="1">
              <a:spcBef>
                <a:spcPct val="50000"/>
              </a:spcBef>
              <a:buFontTx/>
              <a:buNone/>
              <a:defRPr/>
            </a:pPr>
            <a:r>
              <a:rPr lang="es-ES" altLang="en-US" sz="3000" dirty="0">
                <a:latin typeface="+mn-lt"/>
              </a:rPr>
              <a:t>[3] </a:t>
            </a:r>
            <a:r>
              <a:rPr lang="es-ES" altLang="en-US" sz="3000" dirty="0" err="1">
                <a:latin typeface="+mn-lt"/>
              </a:rPr>
              <a:t>Solupta</a:t>
            </a:r>
            <a:r>
              <a:rPr lang="es-ES" altLang="en-US" sz="3000" dirty="0">
                <a:latin typeface="+mn-lt"/>
              </a:rPr>
              <a:t> </a:t>
            </a:r>
            <a:r>
              <a:rPr lang="es-ES" altLang="en-US" sz="3000" dirty="0" err="1">
                <a:latin typeface="+mn-lt"/>
              </a:rPr>
              <a:t>temodi</a:t>
            </a:r>
            <a:r>
              <a:rPr lang="es-ES" altLang="en-US" sz="3000" dirty="0">
                <a:latin typeface="+mn-lt"/>
              </a:rPr>
              <a:t> </a:t>
            </a:r>
            <a:r>
              <a:rPr lang="es-ES" altLang="en-US" sz="3000" dirty="0" err="1">
                <a:latin typeface="+mn-lt"/>
              </a:rPr>
              <a:t>assequistium</a:t>
            </a:r>
            <a:r>
              <a:rPr lang="es-ES" altLang="en-US" sz="3000" dirty="0">
                <a:latin typeface="+mn-lt"/>
              </a:rPr>
              <a:t> </a:t>
            </a:r>
            <a:r>
              <a:rPr lang="es-ES" altLang="en-US" sz="3000" dirty="0" err="1">
                <a:latin typeface="+mn-lt"/>
              </a:rPr>
              <a:t>quidenis</a:t>
            </a:r>
            <a:r>
              <a:rPr lang="es-ES" altLang="en-US" sz="3000" dirty="0">
                <a:latin typeface="+mn-lt"/>
              </a:rPr>
              <a:t> </a:t>
            </a:r>
            <a:r>
              <a:rPr lang="es-ES" altLang="en-US" sz="3000" dirty="0" err="1">
                <a:latin typeface="+mn-lt"/>
              </a:rPr>
              <a:t>sequide</a:t>
            </a:r>
            <a:r>
              <a:rPr lang="es-ES" altLang="en-US" sz="3000" dirty="0">
                <a:latin typeface="+mn-lt"/>
              </a:rPr>
              <a:t> </a:t>
            </a:r>
            <a:r>
              <a:rPr lang="es-ES" altLang="en-US" sz="3000" dirty="0" err="1">
                <a:latin typeface="+mn-lt"/>
              </a:rPr>
              <a:t>pore</a:t>
            </a:r>
            <a:r>
              <a:rPr lang="es-ES" altLang="en-US" sz="3000" dirty="0">
                <a:latin typeface="+mn-lt"/>
              </a:rPr>
              <a:t> </a:t>
            </a:r>
          </a:p>
          <a:p>
            <a:pPr algn="just" eaLnBrk="1" hangingPunct="1">
              <a:spcBef>
                <a:spcPct val="50000"/>
              </a:spcBef>
              <a:buFontTx/>
              <a:buNone/>
              <a:defRPr/>
            </a:pPr>
            <a:r>
              <a:rPr lang="es-ES" altLang="en-US" sz="3000" dirty="0">
                <a:latin typeface="+mn-lt"/>
              </a:rPr>
              <a:t>[4] </a:t>
            </a:r>
            <a:r>
              <a:rPr lang="es-ES" altLang="en-US" sz="3000" dirty="0" err="1">
                <a:latin typeface="+mn-lt"/>
              </a:rPr>
              <a:t>Dolupta</a:t>
            </a:r>
            <a:r>
              <a:rPr lang="es-ES" altLang="en-US" sz="3000" dirty="0">
                <a:latin typeface="+mn-lt"/>
              </a:rPr>
              <a:t> por </a:t>
            </a:r>
            <a:r>
              <a:rPr lang="es-ES" altLang="en-US" sz="3000" dirty="0" err="1">
                <a:latin typeface="+mn-lt"/>
              </a:rPr>
              <a:t>modictur</a:t>
            </a:r>
            <a:r>
              <a:rPr lang="es-ES" altLang="en-US" sz="3000" dirty="0">
                <a:latin typeface="+mn-lt"/>
              </a:rPr>
              <a:t> </a:t>
            </a:r>
            <a:r>
              <a:rPr lang="es-ES" altLang="en-US" sz="3000" dirty="0" err="1">
                <a:latin typeface="+mn-lt"/>
              </a:rPr>
              <a:t>acienducid</a:t>
            </a:r>
            <a:r>
              <a:rPr lang="es-ES" altLang="en-US" sz="3000" dirty="0">
                <a:latin typeface="+mn-lt"/>
              </a:rPr>
              <a:t> </a:t>
            </a:r>
            <a:r>
              <a:rPr lang="es-ES" altLang="en-US" sz="3000" dirty="0" err="1">
                <a:latin typeface="+mn-lt"/>
              </a:rPr>
              <a:t>moluptate</a:t>
            </a:r>
            <a:r>
              <a:rPr lang="es-ES" altLang="en-US" sz="3000" dirty="0">
                <a:latin typeface="+mn-lt"/>
              </a:rPr>
              <a:t> cum </a:t>
            </a:r>
          </a:p>
          <a:p>
            <a:pPr algn="just" eaLnBrk="1" hangingPunct="1">
              <a:spcBef>
                <a:spcPct val="50000"/>
              </a:spcBef>
              <a:buFontTx/>
              <a:buNone/>
              <a:defRPr/>
            </a:pPr>
            <a:r>
              <a:rPr lang="es-ES" altLang="en-US" sz="3000" dirty="0">
                <a:latin typeface="+mn-lt"/>
              </a:rPr>
              <a:t>[5] </a:t>
            </a:r>
            <a:r>
              <a:rPr lang="es-ES" altLang="en-US" sz="3000" dirty="0" err="1">
                <a:latin typeface="+mn-lt"/>
              </a:rPr>
              <a:t>Vellupta</a:t>
            </a:r>
            <a:r>
              <a:rPr lang="es-ES" altLang="en-US" sz="3000" dirty="0">
                <a:latin typeface="+mn-lt"/>
              </a:rPr>
              <a:t> es ad </a:t>
            </a:r>
            <a:r>
              <a:rPr lang="es-ES" altLang="en-US" sz="3000" dirty="0" err="1">
                <a:latin typeface="+mn-lt"/>
              </a:rPr>
              <a:t>qui</a:t>
            </a:r>
            <a:r>
              <a:rPr lang="es-ES" altLang="en-US" sz="3000" dirty="0">
                <a:latin typeface="+mn-lt"/>
              </a:rPr>
              <a:t> </a:t>
            </a:r>
            <a:r>
              <a:rPr lang="es-ES" altLang="en-US" sz="3000" dirty="0" err="1">
                <a:latin typeface="+mn-lt"/>
              </a:rPr>
              <a:t>blat</a:t>
            </a:r>
            <a:r>
              <a:rPr lang="es-ES" altLang="en-US" sz="3000" dirty="0">
                <a:latin typeface="+mn-lt"/>
              </a:rPr>
              <a:t> </a:t>
            </a:r>
            <a:r>
              <a:rPr lang="es-ES" altLang="en-US" sz="3000" dirty="0" err="1">
                <a:latin typeface="+mn-lt"/>
              </a:rPr>
              <a:t>iliquis</a:t>
            </a:r>
            <a:r>
              <a:rPr lang="es-ES" altLang="en-US" sz="3000" dirty="0">
                <a:latin typeface="+mn-lt"/>
              </a:rPr>
              <a:t> et </a:t>
            </a:r>
            <a:r>
              <a:rPr lang="es-ES" altLang="en-US" sz="3000" dirty="0" err="1">
                <a:latin typeface="+mn-lt"/>
              </a:rPr>
              <a:t>estem</a:t>
            </a:r>
            <a:r>
              <a:rPr lang="es-ES" altLang="en-US" sz="3000" dirty="0">
                <a:latin typeface="+mn-lt"/>
              </a:rPr>
              <a:t> </a:t>
            </a:r>
            <a:r>
              <a:rPr lang="es-ES" altLang="en-US" sz="3000" dirty="0" err="1">
                <a:latin typeface="+mn-lt"/>
              </a:rPr>
              <a:t>fugia</a:t>
            </a:r>
            <a:r>
              <a:rPr lang="es-ES" altLang="en-US" sz="3000" dirty="0">
                <a:latin typeface="+mn-lt"/>
              </a:rPr>
              <a:t> </a:t>
            </a:r>
          </a:p>
        </p:txBody>
      </p:sp>
      <p:pic>
        <p:nvPicPr>
          <p:cNvPr id="15365" name="Picture 34" descr="ingenieria-en-la-red-the-graph.gif">
            <a:extLst>
              <a:ext uri="{FF2B5EF4-FFF2-40B4-BE49-F238E27FC236}">
                <a16:creationId xmlns:a16="http://schemas.microsoft.com/office/drawing/2014/main" id="{5A34F084-54CC-44E0-A369-37741ADB242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39900" y="26533475"/>
            <a:ext cx="6832600" cy="59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Text Box 277">
            <a:extLst>
              <a:ext uri="{FF2B5EF4-FFF2-40B4-BE49-F238E27FC236}">
                <a16:creationId xmlns:a16="http://schemas.microsoft.com/office/drawing/2014/main" id="{5E6120A9-A4B5-4954-8BA7-1EB0288A27B5}"/>
              </a:ext>
            </a:extLst>
          </p:cNvPr>
          <p:cNvSpPr txBox="1">
            <a:spLocks noChangeArrowheads="1"/>
          </p:cNvSpPr>
          <p:nvPr/>
        </p:nvSpPr>
        <p:spPr bwMode="auto">
          <a:xfrm>
            <a:off x="16254413" y="16813213"/>
            <a:ext cx="6478587" cy="1540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spcAft>
                <a:spcPts val="2400"/>
              </a:spcAft>
              <a:buFontTx/>
              <a:buNone/>
              <a:defRPr/>
            </a:pPr>
            <a:r>
              <a:rPr lang="es-ES" altLang="en-US" sz="2800" dirty="0">
                <a:latin typeface="+mn-lt"/>
              </a:rPr>
              <a:t>Bus </a:t>
            </a:r>
            <a:r>
              <a:rPr lang="es-ES" altLang="en-US" sz="2800" dirty="0" err="1">
                <a:latin typeface="+mn-lt"/>
              </a:rPr>
              <a:t>qui</a:t>
            </a:r>
            <a:r>
              <a:rPr lang="es-ES" altLang="en-US" sz="2800" dirty="0">
                <a:latin typeface="+mn-lt"/>
              </a:rPr>
              <a:t> </a:t>
            </a:r>
            <a:r>
              <a:rPr lang="es-ES" altLang="en-US" sz="2800" dirty="0" err="1">
                <a:latin typeface="+mn-lt"/>
              </a:rPr>
              <a:t>denis</a:t>
            </a:r>
            <a:r>
              <a:rPr lang="es-ES" altLang="en-US" sz="2800" dirty="0">
                <a:latin typeface="+mn-lt"/>
              </a:rPr>
              <a:t> </a:t>
            </a:r>
            <a:r>
              <a:rPr lang="es-ES" altLang="en-US" sz="2800" dirty="0" err="1">
                <a:latin typeface="+mn-lt"/>
              </a:rPr>
              <a:t>incimaio</a:t>
            </a:r>
            <a:r>
              <a:rPr lang="es-ES" altLang="en-US" sz="2800" dirty="0">
                <a:latin typeface="+mn-lt"/>
              </a:rPr>
              <a:t> con </a:t>
            </a:r>
            <a:r>
              <a:rPr lang="es-ES" altLang="en-US" sz="2800" dirty="0" err="1">
                <a:latin typeface="+mn-lt"/>
              </a:rPr>
              <a:t>reserum</a:t>
            </a:r>
            <a:r>
              <a:rPr lang="es-ES" altLang="en-US" sz="2800" dirty="0">
                <a:latin typeface="+mn-lt"/>
              </a:rPr>
              <a:t> </a:t>
            </a:r>
            <a:r>
              <a:rPr lang="es-ES" altLang="en-US" sz="2800" dirty="0" err="1">
                <a:latin typeface="+mn-lt"/>
              </a:rPr>
              <a:t>quamet</a:t>
            </a:r>
            <a:r>
              <a:rPr lang="es-ES" altLang="en-US" sz="2800" dirty="0">
                <a:latin typeface="+mn-lt"/>
              </a:rPr>
              <a:t> </a:t>
            </a:r>
            <a:r>
              <a:rPr lang="es-ES" altLang="en-US" sz="2800" dirty="0" err="1">
                <a:latin typeface="+mn-lt"/>
              </a:rPr>
              <a:t>aliquam</a:t>
            </a:r>
            <a:r>
              <a:rPr lang="es-ES" altLang="en-US" sz="2800" dirty="0">
                <a:latin typeface="+mn-lt"/>
              </a:rPr>
              <a:t> re </a:t>
            </a:r>
            <a:r>
              <a:rPr lang="es-ES" altLang="en-US" sz="2800" dirty="0" err="1">
                <a:latin typeface="+mn-lt"/>
              </a:rPr>
              <a:t>verspernam</a:t>
            </a:r>
            <a:r>
              <a:rPr lang="es-ES" altLang="en-US" sz="2800" dirty="0">
                <a:latin typeface="+mn-lt"/>
              </a:rPr>
              <a:t> </a:t>
            </a:r>
            <a:r>
              <a:rPr lang="es-ES" altLang="en-US" sz="2800" dirty="0" err="1">
                <a:latin typeface="+mn-lt"/>
              </a:rPr>
              <a:t>aliasitatur</a:t>
            </a:r>
            <a:r>
              <a:rPr lang="es-ES" altLang="en-US" sz="2800" dirty="0">
                <a:latin typeface="+mn-lt"/>
              </a:rPr>
              <a:t>? </a:t>
            </a:r>
            <a:r>
              <a:rPr lang="es-ES" altLang="en-US" sz="2800" dirty="0" err="1">
                <a:latin typeface="+mn-lt"/>
              </a:rPr>
              <a:t>Qui</a:t>
            </a:r>
            <a:r>
              <a:rPr lang="es-ES" altLang="en-US" sz="2800" dirty="0">
                <a:latin typeface="+mn-lt"/>
              </a:rPr>
              <a:t> </a:t>
            </a:r>
            <a:r>
              <a:rPr lang="es-ES" altLang="en-US" sz="2800" dirty="0" err="1">
                <a:latin typeface="+mn-lt"/>
              </a:rPr>
              <a:t>sinullo</a:t>
            </a:r>
            <a:r>
              <a:rPr lang="es-ES" altLang="en-US" sz="2800" dirty="0">
                <a:latin typeface="+mn-lt"/>
              </a:rPr>
              <a:t> </a:t>
            </a:r>
            <a:r>
              <a:rPr lang="es-ES" altLang="en-US" sz="2800" dirty="0" err="1">
                <a:latin typeface="+mn-lt"/>
              </a:rPr>
              <a:t>ribuste</a:t>
            </a:r>
            <a:r>
              <a:rPr lang="es-ES" altLang="en-US" sz="2800" dirty="0">
                <a:latin typeface="+mn-lt"/>
              </a:rPr>
              <a:t> </a:t>
            </a:r>
            <a:r>
              <a:rPr lang="es-ES" altLang="en-US" sz="2800" dirty="0" err="1">
                <a:latin typeface="+mn-lt"/>
              </a:rPr>
              <a:t>mporeium</a:t>
            </a:r>
            <a:r>
              <a:rPr lang="es-ES" altLang="en-US" sz="2800" dirty="0">
                <a:latin typeface="+mn-lt"/>
              </a:rPr>
              <a:t> </a:t>
            </a:r>
            <a:r>
              <a:rPr lang="es-ES" altLang="en-US" sz="2800" dirty="0" err="1">
                <a:latin typeface="+mn-lt"/>
              </a:rPr>
              <a:t>ium</a:t>
            </a:r>
            <a:r>
              <a:rPr lang="es-ES" altLang="en-US" sz="2800" dirty="0">
                <a:latin typeface="+mn-lt"/>
              </a:rPr>
              <a:t> </a:t>
            </a:r>
            <a:r>
              <a:rPr lang="es-ES" altLang="en-US" sz="2800" dirty="0" err="1">
                <a:latin typeface="+mn-lt"/>
              </a:rPr>
              <a:t>ipitem</a:t>
            </a:r>
            <a:r>
              <a:rPr lang="es-ES" altLang="en-US" sz="2800" dirty="0">
                <a:latin typeface="+mn-lt"/>
              </a:rPr>
              <a:t> </a:t>
            </a:r>
            <a:r>
              <a:rPr lang="es-ES" altLang="en-US" sz="2800" dirty="0" err="1">
                <a:latin typeface="+mn-lt"/>
              </a:rPr>
              <a:t>rero</a:t>
            </a:r>
            <a:r>
              <a:rPr lang="es-ES" altLang="en-US" sz="2800" dirty="0">
                <a:latin typeface="+mn-lt"/>
              </a:rPr>
              <a:t> </a:t>
            </a:r>
            <a:r>
              <a:rPr lang="es-ES" altLang="en-US" sz="2800" dirty="0" err="1">
                <a:latin typeface="+mn-lt"/>
              </a:rPr>
              <a:t>miligente</a:t>
            </a:r>
            <a:r>
              <a:rPr lang="es-ES" altLang="en-US" sz="2800" dirty="0">
                <a:latin typeface="+mn-lt"/>
              </a:rPr>
              <a:t> </a:t>
            </a:r>
            <a:r>
              <a:rPr lang="es-ES" altLang="en-US" sz="2800" dirty="0" err="1">
                <a:latin typeface="+mn-lt"/>
              </a:rPr>
              <a:t>solupta</a:t>
            </a:r>
            <a:r>
              <a:rPr lang="es-ES" altLang="en-US" sz="2800" dirty="0">
                <a:latin typeface="+mn-lt"/>
              </a:rPr>
              <a:t> </a:t>
            </a:r>
            <a:r>
              <a:rPr lang="es-ES" altLang="en-US" sz="2800" dirty="0" err="1">
                <a:latin typeface="+mn-lt"/>
              </a:rPr>
              <a:t>temodi</a:t>
            </a:r>
            <a:r>
              <a:rPr lang="es-ES" altLang="en-US" sz="2800" dirty="0">
                <a:latin typeface="+mn-lt"/>
              </a:rPr>
              <a:t> </a:t>
            </a:r>
            <a:r>
              <a:rPr lang="es-ES" altLang="en-US" sz="2800" dirty="0" err="1">
                <a:latin typeface="+mn-lt"/>
              </a:rPr>
              <a:t>assequistium</a:t>
            </a:r>
            <a:r>
              <a:rPr lang="es-ES" altLang="en-US" sz="2800" dirty="0">
                <a:latin typeface="+mn-lt"/>
              </a:rPr>
              <a:t> </a:t>
            </a:r>
            <a:r>
              <a:rPr lang="es-ES" altLang="en-US" sz="2800" dirty="0" err="1">
                <a:latin typeface="+mn-lt"/>
              </a:rPr>
              <a:t>quidenis</a:t>
            </a:r>
            <a:r>
              <a:rPr lang="es-ES" altLang="en-US" sz="2800" dirty="0">
                <a:latin typeface="+mn-lt"/>
              </a:rPr>
              <a:t> </a:t>
            </a:r>
            <a:r>
              <a:rPr lang="es-ES" altLang="en-US" sz="2800" dirty="0" err="1">
                <a:latin typeface="+mn-lt"/>
              </a:rPr>
              <a:t>sequide</a:t>
            </a:r>
            <a:r>
              <a:rPr lang="es-ES" altLang="en-US" sz="2800" dirty="0">
                <a:latin typeface="+mn-lt"/>
              </a:rPr>
              <a:t> </a:t>
            </a:r>
            <a:r>
              <a:rPr lang="es-ES" altLang="en-US" sz="2800" dirty="0" err="1">
                <a:latin typeface="+mn-lt"/>
              </a:rPr>
              <a:t>pore</a:t>
            </a:r>
            <a:r>
              <a:rPr lang="es-ES" altLang="en-US" sz="2800" dirty="0">
                <a:latin typeface="+mn-lt"/>
              </a:rPr>
              <a:t> </a:t>
            </a:r>
            <a:r>
              <a:rPr lang="es-ES" altLang="en-US" sz="2800" dirty="0" err="1">
                <a:latin typeface="+mn-lt"/>
              </a:rPr>
              <a:t>dolupta</a:t>
            </a:r>
            <a:r>
              <a:rPr lang="es-ES" altLang="en-US" sz="2800" dirty="0">
                <a:latin typeface="+mn-lt"/>
              </a:rPr>
              <a:t> por </a:t>
            </a:r>
            <a:r>
              <a:rPr lang="es-ES" altLang="en-US" sz="2800" dirty="0" err="1">
                <a:latin typeface="+mn-lt"/>
              </a:rPr>
              <a:t>modictur</a:t>
            </a:r>
            <a:r>
              <a:rPr lang="es-ES" altLang="en-US" sz="2800" dirty="0">
                <a:latin typeface="+mn-lt"/>
              </a:rPr>
              <a:t> </a:t>
            </a:r>
            <a:r>
              <a:rPr lang="es-ES" altLang="en-US" sz="2800" dirty="0" err="1">
                <a:latin typeface="+mn-lt"/>
              </a:rPr>
              <a:t>acienducid</a:t>
            </a:r>
            <a:r>
              <a:rPr lang="es-ES" altLang="en-US" sz="2800" dirty="0">
                <a:latin typeface="+mn-lt"/>
              </a:rPr>
              <a:t> </a:t>
            </a:r>
            <a:r>
              <a:rPr lang="es-ES" altLang="en-US" sz="2800" dirty="0" err="1">
                <a:latin typeface="+mn-lt"/>
              </a:rPr>
              <a:t>moluptate</a:t>
            </a:r>
            <a:r>
              <a:rPr lang="es-ES" altLang="en-US" sz="2800" dirty="0">
                <a:latin typeface="+mn-lt"/>
              </a:rPr>
              <a:t> cum </a:t>
            </a:r>
            <a:r>
              <a:rPr lang="es-ES" altLang="en-US" sz="2800" dirty="0" err="1">
                <a:latin typeface="+mn-lt"/>
              </a:rPr>
              <a:t>vellupta</a:t>
            </a:r>
            <a:r>
              <a:rPr lang="es-ES" altLang="en-US" sz="2800" dirty="0">
                <a:latin typeface="+mn-lt"/>
              </a:rPr>
              <a:t>.</a:t>
            </a:r>
          </a:p>
          <a:p>
            <a:pPr algn="just" eaLnBrk="1" hangingPunct="1">
              <a:spcBef>
                <a:spcPct val="50000"/>
              </a:spcBef>
              <a:spcAft>
                <a:spcPts val="2400"/>
              </a:spcAft>
              <a:buFontTx/>
              <a:buNone/>
              <a:defRPr/>
            </a:pPr>
            <a:r>
              <a:rPr lang="es-ES" altLang="en-US" sz="2800" dirty="0">
                <a:latin typeface="+mn-lt"/>
              </a:rPr>
              <a:t>Es ad </a:t>
            </a:r>
            <a:r>
              <a:rPr lang="es-ES" altLang="en-US" sz="2800" dirty="0" err="1">
                <a:latin typeface="+mn-lt"/>
              </a:rPr>
              <a:t>qui</a:t>
            </a:r>
            <a:r>
              <a:rPr lang="es-ES" altLang="en-US" sz="2800" dirty="0">
                <a:latin typeface="+mn-lt"/>
              </a:rPr>
              <a:t> </a:t>
            </a:r>
            <a:r>
              <a:rPr lang="es-ES" altLang="en-US" sz="2800" dirty="0" err="1">
                <a:latin typeface="+mn-lt"/>
              </a:rPr>
              <a:t>blat</a:t>
            </a:r>
            <a:r>
              <a:rPr lang="es-ES" altLang="en-US" sz="2800" dirty="0">
                <a:latin typeface="+mn-lt"/>
              </a:rPr>
              <a:t> </a:t>
            </a:r>
            <a:r>
              <a:rPr lang="es-ES" altLang="en-US" sz="2800" dirty="0" err="1">
                <a:latin typeface="+mn-lt"/>
              </a:rPr>
              <a:t>iliquis</a:t>
            </a:r>
            <a:r>
              <a:rPr lang="es-ES" altLang="en-US" sz="2800" dirty="0">
                <a:latin typeface="+mn-lt"/>
              </a:rPr>
              <a:t> et </a:t>
            </a:r>
            <a:r>
              <a:rPr lang="es-ES" altLang="en-US" sz="2800" dirty="0" err="1">
                <a:latin typeface="+mn-lt"/>
              </a:rPr>
              <a:t>estem</a:t>
            </a:r>
            <a:r>
              <a:rPr lang="es-ES" altLang="en-US" sz="2800" dirty="0">
                <a:latin typeface="+mn-lt"/>
              </a:rPr>
              <a:t> </a:t>
            </a:r>
            <a:r>
              <a:rPr lang="es-ES" altLang="en-US" sz="2800" dirty="0" err="1">
                <a:latin typeface="+mn-lt"/>
              </a:rPr>
              <a:t>fugia</a:t>
            </a:r>
            <a:r>
              <a:rPr lang="es-ES" altLang="en-US" sz="2800" dirty="0">
                <a:latin typeface="+mn-lt"/>
              </a:rPr>
              <a:t> </a:t>
            </a:r>
            <a:r>
              <a:rPr lang="es-ES" altLang="en-US" sz="2800" dirty="0" err="1">
                <a:latin typeface="+mn-lt"/>
              </a:rPr>
              <a:t>dolum</a:t>
            </a:r>
            <a:r>
              <a:rPr lang="es-ES" altLang="en-US" sz="2800" dirty="0">
                <a:latin typeface="+mn-lt"/>
              </a:rPr>
              <a:t> sed </a:t>
            </a:r>
            <a:r>
              <a:rPr lang="es-ES" altLang="en-US" sz="2800" dirty="0" err="1">
                <a:latin typeface="+mn-lt"/>
              </a:rPr>
              <a:t>quias</a:t>
            </a:r>
            <a:r>
              <a:rPr lang="es-ES" altLang="en-US" sz="2800" dirty="0">
                <a:latin typeface="+mn-lt"/>
              </a:rPr>
              <a:t> </a:t>
            </a:r>
            <a:r>
              <a:rPr lang="es-ES" altLang="en-US" sz="2800" dirty="0" err="1">
                <a:latin typeface="+mn-lt"/>
              </a:rPr>
              <a:t>enis</a:t>
            </a:r>
            <a:r>
              <a:rPr lang="es-ES" altLang="en-US" sz="2800" dirty="0">
                <a:latin typeface="+mn-lt"/>
              </a:rPr>
              <a:t> </a:t>
            </a:r>
            <a:r>
              <a:rPr lang="es-ES" altLang="en-US" sz="2800" dirty="0" err="1">
                <a:latin typeface="+mn-lt"/>
              </a:rPr>
              <a:t>dolorerrovid</a:t>
            </a:r>
            <a:r>
              <a:rPr lang="es-ES" altLang="en-US" sz="2800" dirty="0">
                <a:latin typeface="+mn-lt"/>
              </a:rPr>
              <a:t> </a:t>
            </a:r>
            <a:r>
              <a:rPr lang="es-ES" altLang="en-US" sz="2800" dirty="0" err="1">
                <a:latin typeface="+mn-lt"/>
              </a:rPr>
              <a:t>quiscia</a:t>
            </a:r>
            <a:r>
              <a:rPr lang="es-ES" altLang="en-US" sz="2800" dirty="0">
                <a:latin typeface="+mn-lt"/>
              </a:rPr>
              <a:t> sus </a:t>
            </a:r>
            <a:r>
              <a:rPr lang="es-ES" altLang="en-US" sz="2800" dirty="0" err="1">
                <a:latin typeface="+mn-lt"/>
              </a:rPr>
              <a:t>parumqu</a:t>
            </a:r>
            <a:r>
              <a:rPr lang="es-ES" altLang="en-US" sz="2800" dirty="0">
                <a:latin typeface="+mn-lt"/>
              </a:rPr>
              <a:t> </a:t>
            </a:r>
            <a:r>
              <a:rPr lang="es-ES" altLang="en-US" sz="2800" dirty="0" err="1">
                <a:latin typeface="+mn-lt"/>
              </a:rPr>
              <a:t>aecepra</a:t>
            </a:r>
            <a:r>
              <a:rPr lang="es-ES" altLang="en-US" sz="2800" dirty="0">
                <a:latin typeface="+mn-lt"/>
              </a:rPr>
              <a:t> </a:t>
            </a:r>
            <a:r>
              <a:rPr lang="es-ES" altLang="en-US" sz="2800" dirty="0" err="1">
                <a:latin typeface="+mn-lt"/>
              </a:rPr>
              <a:t>voluptur</a:t>
            </a:r>
            <a:r>
              <a:rPr lang="es-ES" altLang="en-US" sz="2800" dirty="0">
                <a:latin typeface="+mn-lt"/>
              </a:rPr>
              <a:t> sum </a:t>
            </a:r>
            <a:r>
              <a:rPr lang="es-ES" altLang="en-US" sz="2800" dirty="0" err="1">
                <a:latin typeface="+mn-lt"/>
              </a:rPr>
              <a:t>doluptatus</a:t>
            </a:r>
            <a:r>
              <a:rPr lang="es-ES" altLang="en-US" sz="2800" dirty="0">
                <a:latin typeface="+mn-lt"/>
              </a:rPr>
              <a:t> </a:t>
            </a:r>
            <a:r>
              <a:rPr lang="es-ES" altLang="en-US" sz="2800" dirty="0" err="1">
                <a:latin typeface="+mn-lt"/>
              </a:rPr>
              <a:t>molorporate</a:t>
            </a:r>
            <a:r>
              <a:rPr lang="es-ES" altLang="en-US" sz="2800" dirty="0">
                <a:latin typeface="+mn-lt"/>
              </a:rPr>
              <a:t> </a:t>
            </a:r>
            <a:r>
              <a:rPr lang="es-ES" altLang="en-US" sz="2800" dirty="0" err="1">
                <a:latin typeface="+mn-lt"/>
              </a:rPr>
              <a:t>vene</a:t>
            </a:r>
            <a:r>
              <a:rPr lang="es-ES" altLang="en-US" sz="2800" dirty="0">
                <a:latin typeface="+mn-lt"/>
              </a:rPr>
              <a:t> </a:t>
            </a:r>
            <a:r>
              <a:rPr lang="es-ES" altLang="en-US" sz="2800" dirty="0" err="1">
                <a:latin typeface="+mn-lt"/>
              </a:rPr>
              <a:t>volupta</a:t>
            </a:r>
            <a:r>
              <a:rPr lang="es-ES" altLang="en-US" sz="2800" dirty="0">
                <a:latin typeface="+mn-lt"/>
              </a:rPr>
              <a:t> </a:t>
            </a:r>
            <a:r>
              <a:rPr lang="es-ES" altLang="en-US" sz="2800" dirty="0" err="1">
                <a:latin typeface="+mn-lt"/>
              </a:rPr>
              <a:t>quia</a:t>
            </a:r>
            <a:r>
              <a:rPr lang="es-ES" altLang="en-US" sz="2800" dirty="0">
                <a:latin typeface="+mn-lt"/>
              </a:rPr>
              <a:t> </a:t>
            </a:r>
            <a:r>
              <a:rPr lang="es-ES" altLang="en-US" sz="2800" dirty="0" err="1">
                <a:latin typeface="+mn-lt"/>
              </a:rPr>
              <a:t>dolorec</a:t>
            </a:r>
            <a:r>
              <a:rPr lang="es-ES" altLang="en-US" sz="2800" dirty="0">
                <a:latin typeface="+mn-lt"/>
              </a:rPr>
              <a:t> </a:t>
            </a:r>
            <a:r>
              <a:rPr lang="es-ES" altLang="en-US" sz="2800" dirty="0" err="1">
                <a:latin typeface="+mn-lt"/>
              </a:rPr>
              <a:t>totatum</a:t>
            </a:r>
            <a:r>
              <a:rPr lang="es-ES" altLang="en-US" sz="2800" dirty="0">
                <a:latin typeface="+mn-lt"/>
              </a:rPr>
              <a:t> </a:t>
            </a:r>
            <a:r>
              <a:rPr lang="es-ES" altLang="en-US" sz="2800" dirty="0" err="1">
                <a:latin typeface="+mn-lt"/>
              </a:rPr>
              <a:t>hil</a:t>
            </a:r>
            <a:r>
              <a:rPr lang="es-ES" altLang="en-US" sz="2800" dirty="0">
                <a:latin typeface="+mn-lt"/>
              </a:rPr>
              <a:t> </a:t>
            </a:r>
            <a:r>
              <a:rPr lang="es-ES" altLang="en-US" sz="2800" dirty="0" err="1">
                <a:latin typeface="+mn-lt"/>
              </a:rPr>
              <a:t>illique</a:t>
            </a:r>
            <a:r>
              <a:rPr lang="es-ES" altLang="en-US" sz="2800" dirty="0">
                <a:latin typeface="+mn-lt"/>
              </a:rPr>
              <a:t> </a:t>
            </a:r>
            <a:r>
              <a:rPr lang="es-ES" altLang="en-US" sz="2800" dirty="0" err="1">
                <a:latin typeface="+mn-lt"/>
              </a:rPr>
              <a:t>ipsum</a:t>
            </a:r>
            <a:r>
              <a:rPr lang="es-ES" altLang="en-US" sz="2800" dirty="0">
                <a:latin typeface="+mn-lt"/>
              </a:rPr>
              <a:t> </a:t>
            </a:r>
            <a:r>
              <a:rPr lang="es-ES" altLang="en-US" sz="2800" dirty="0" err="1">
                <a:latin typeface="+mn-lt"/>
              </a:rPr>
              <a:t>debisimaio</a:t>
            </a:r>
            <a:r>
              <a:rPr lang="es-ES" altLang="en-US" sz="2800" dirty="0">
                <a:latin typeface="+mn-lt"/>
              </a:rPr>
              <a:t> </a:t>
            </a:r>
            <a:r>
              <a:rPr lang="es-ES" altLang="en-US" sz="2800" dirty="0" err="1">
                <a:latin typeface="+mn-lt"/>
              </a:rPr>
              <a:t>eatur</a:t>
            </a:r>
            <a:r>
              <a:rPr lang="es-ES" altLang="en-US" sz="2800" dirty="0">
                <a:latin typeface="+mn-lt"/>
              </a:rPr>
              <a:t> </a:t>
            </a:r>
            <a:r>
              <a:rPr lang="es-ES" altLang="en-US" sz="2800" dirty="0" err="1">
                <a:latin typeface="+mn-lt"/>
              </a:rPr>
              <a:t>maximi</a:t>
            </a:r>
            <a:r>
              <a:rPr lang="es-ES" altLang="en-US" sz="2800" dirty="0">
                <a:latin typeface="+mn-lt"/>
              </a:rPr>
              <a:t>, </a:t>
            </a:r>
            <a:r>
              <a:rPr lang="es-ES" altLang="en-US" sz="2800" dirty="0" err="1">
                <a:latin typeface="+mn-lt"/>
              </a:rPr>
              <a:t>volupta</a:t>
            </a:r>
            <a:r>
              <a:rPr lang="es-ES" altLang="en-US" sz="2800" dirty="0">
                <a:latin typeface="+mn-lt"/>
              </a:rPr>
              <a:t> </a:t>
            </a:r>
            <a:r>
              <a:rPr lang="es-ES" altLang="en-US" sz="2800" dirty="0" err="1">
                <a:latin typeface="+mn-lt"/>
              </a:rPr>
              <a:t>nonsequiam</a:t>
            </a:r>
            <a:r>
              <a:rPr lang="es-ES" altLang="en-US" sz="2800" dirty="0">
                <a:latin typeface="+mn-lt"/>
              </a:rPr>
              <a:t> </a:t>
            </a:r>
            <a:r>
              <a:rPr lang="es-ES" altLang="en-US" sz="2800" dirty="0" err="1">
                <a:latin typeface="+mn-lt"/>
              </a:rPr>
              <a:t>vollit</a:t>
            </a:r>
            <a:r>
              <a:rPr lang="es-ES" altLang="en-US" sz="2800" dirty="0">
                <a:latin typeface="+mn-lt"/>
              </a:rPr>
              <a:t> </a:t>
            </a:r>
            <a:r>
              <a:rPr lang="es-ES" altLang="en-US" sz="2800" dirty="0" err="1">
                <a:latin typeface="+mn-lt"/>
              </a:rPr>
              <a:t>volenec</a:t>
            </a:r>
            <a:r>
              <a:rPr lang="es-ES" altLang="en-US" sz="2800" dirty="0">
                <a:latin typeface="+mn-lt"/>
              </a:rPr>
              <a:t> </a:t>
            </a:r>
            <a:r>
              <a:rPr lang="es-ES" altLang="en-US" sz="2800" dirty="0" err="1">
                <a:latin typeface="+mn-lt"/>
              </a:rPr>
              <a:t>eptiisqui</a:t>
            </a:r>
            <a:r>
              <a:rPr lang="es-ES" altLang="en-US" sz="2800" dirty="0">
                <a:latin typeface="+mn-lt"/>
              </a:rPr>
              <a:t> </a:t>
            </a:r>
            <a:r>
              <a:rPr lang="es-ES" altLang="en-US" sz="2800" dirty="0" err="1">
                <a:latin typeface="+mn-lt"/>
              </a:rPr>
              <a:t>odi</a:t>
            </a:r>
            <a:r>
              <a:rPr lang="es-ES" altLang="en-US" sz="2800" dirty="0">
                <a:latin typeface="+mn-lt"/>
              </a:rPr>
              <a:t> </a:t>
            </a:r>
            <a:r>
              <a:rPr lang="es-ES" altLang="en-US" sz="2800" dirty="0" err="1">
                <a:latin typeface="+mn-lt"/>
              </a:rPr>
              <a:t>tem</a:t>
            </a:r>
            <a:r>
              <a:rPr lang="es-ES" altLang="en-US" sz="2800" dirty="0">
                <a:latin typeface="+mn-lt"/>
              </a:rPr>
              <a:t> </a:t>
            </a:r>
            <a:r>
              <a:rPr lang="es-ES" altLang="en-US" sz="2800" dirty="0" err="1">
                <a:latin typeface="+mn-lt"/>
              </a:rPr>
              <a:t>faccus</a:t>
            </a:r>
            <a:r>
              <a:rPr lang="es-ES" altLang="en-US" sz="2800" dirty="0">
                <a:latin typeface="+mn-lt"/>
              </a:rPr>
              <a:t> </a:t>
            </a:r>
            <a:r>
              <a:rPr lang="es-ES" altLang="en-US" sz="2800" dirty="0" err="1">
                <a:latin typeface="+mn-lt"/>
              </a:rPr>
              <a:t>sequi</a:t>
            </a:r>
            <a:r>
              <a:rPr lang="es-ES" altLang="en-US" sz="2800" dirty="0">
                <a:latin typeface="+mn-lt"/>
              </a:rPr>
              <a:t> </a:t>
            </a:r>
            <a:r>
              <a:rPr lang="es-ES" altLang="en-US" sz="2800" dirty="0" err="1">
                <a:latin typeface="+mn-lt"/>
              </a:rPr>
              <a:t>ipsus</a:t>
            </a:r>
            <a:r>
              <a:rPr lang="es-ES" altLang="en-US" sz="2800" dirty="0">
                <a:latin typeface="+mn-lt"/>
              </a:rPr>
              <a:t> </a:t>
            </a:r>
            <a:r>
              <a:rPr lang="es-ES" altLang="en-US" sz="2800" dirty="0" err="1">
                <a:latin typeface="+mn-lt"/>
              </a:rPr>
              <a:t>excerum</a:t>
            </a:r>
            <a:r>
              <a:rPr lang="es-ES" altLang="en-US" sz="2800" dirty="0">
                <a:latin typeface="+mn-lt"/>
              </a:rPr>
              <a:t> </a:t>
            </a:r>
            <a:r>
              <a:rPr lang="es-ES" altLang="en-US" sz="2800" dirty="0" err="1">
                <a:latin typeface="+mn-lt"/>
              </a:rPr>
              <a:t>volut</a:t>
            </a:r>
            <a:r>
              <a:rPr lang="es-ES" altLang="en-US" sz="2800" dirty="0">
                <a:latin typeface="+mn-lt"/>
              </a:rPr>
              <a:t> </a:t>
            </a:r>
            <a:r>
              <a:rPr lang="es-ES" altLang="en-US" sz="2800" dirty="0" err="1">
                <a:latin typeface="+mn-lt"/>
              </a:rPr>
              <a:t>harions</a:t>
            </a:r>
            <a:r>
              <a:rPr lang="es-ES" altLang="en-US" sz="2800" dirty="0">
                <a:latin typeface="+mn-lt"/>
              </a:rPr>
              <a:t>.</a:t>
            </a:r>
          </a:p>
          <a:p>
            <a:pPr algn="just" eaLnBrk="1" hangingPunct="1">
              <a:spcBef>
                <a:spcPct val="50000"/>
              </a:spcBef>
              <a:spcAft>
                <a:spcPts val="2400"/>
              </a:spcAft>
              <a:buFontTx/>
              <a:buNone/>
              <a:defRPr/>
            </a:pPr>
            <a:r>
              <a:rPr lang="es-ES" altLang="en-US" sz="2800" dirty="0" err="1">
                <a:latin typeface="+mn-lt"/>
              </a:rPr>
              <a:t>Ectatem</a:t>
            </a:r>
            <a:r>
              <a:rPr lang="es-ES" altLang="en-US" sz="2800" dirty="0">
                <a:latin typeface="+mn-lt"/>
              </a:rPr>
              <a:t> </a:t>
            </a:r>
            <a:r>
              <a:rPr lang="es-ES" altLang="en-US" sz="2800" dirty="0" err="1">
                <a:latin typeface="+mn-lt"/>
              </a:rPr>
              <a:t>pedicimpori</a:t>
            </a:r>
            <a:r>
              <a:rPr lang="es-ES" altLang="en-US" sz="2800" dirty="0">
                <a:latin typeface="+mn-lt"/>
              </a:rPr>
              <a:t> re </a:t>
            </a:r>
            <a:r>
              <a:rPr lang="es-ES" altLang="en-US" sz="2800" dirty="0" err="1">
                <a:latin typeface="+mn-lt"/>
              </a:rPr>
              <a:t>ellenducium</a:t>
            </a:r>
            <a:r>
              <a:rPr lang="es-ES" altLang="en-US" sz="2800" dirty="0">
                <a:latin typeface="+mn-lt"/>
              </a:rPr>
              <a:t> et as ex </a:t>
            </a:r>
            <a:r>
              <a:rPr lang="es-ES" altLang="en-US" sz="2800" dirty="0" err="1">
                <a:latin typeface="+mn-lt"/>
              </a:rPr>
              <a:t>eum</a:t>
            </a:r>
            <a:r>
              <a:rPr lang="es-ES" altLang="en-US" sz="2800" dirty="0">
                <a:latin typeface="+mn-lt"/>
              </a:rPr>
              <a:t> </a:t>
            </a:r>
            <a:r>
              <a:rPr lang="es-ES" altLang="en-US" sz="2800" dirty="0" err="1">
                <a:latin typeface="+mn-lt"/>
              </a:rPr>
              <a:t>fugia</a:t>
            </a:r>
            <a:r>
              <a:rPr lang="es-ES" altLang="en-US" sz="2800" dirty="0">
                <a:latin typeface="+mn-lt"/>
              </a:rPr>
              <a:t> </a:t>
            </a:r>
            <a:r>
              <a:rPr lang="es-ES" altLang="en-US" sz="2800" dirty="0" err="1">
                <a:latin typeface="+mn-lt"/>
              </a:rPr>
              <a:t>prateni</a:t>
            </a:r>
            <a:r>
              <a:rPr lang="es-ES" altLang="en-US" sz="2800" dirty="0">
                <a:latin typeface="+mn-lt"/>
              </a:rPr>
              <a:t> con </a:t>
            </a:r>
            <a:r>
              <a:rPr lang="es-ES" altLang="en-US" sz="2800" dirty="0" err="1">
                <a:latin typeface="+mn-lt"/>
              </a:rPr>
              <a:t>conest</a:t>
            </a:r>
            <a:r>
              <a:rPr lang="es-ES" altLang="en-US" sz="2800" dirty="0">
                <a:latin typeface="+mn-lt"/>
              </a:rPr>
              <a:t> </a:t>
            </a:r>
            <a:r>
              <a:rPr lang="es-ES" altLang="en-US" sz="2800" dirty="0" err="1">
                <a:latin typeface="+mn-lt"/>
              </a:rPr>
              <a:t>qui</a:t>
            </a:r>
            <a:r>
              <a:rPr lang="es-ES" altLang="en-US" sz="2800" dirty="0">
                <a:latin typeface="+mn-lt"/>
              </a:rPr>
              <a:t> </a:t>
            </a:r>
            <a:r>
              <a:rPr lang="es-ES" altLang="en-US" sz="2800" dirty="0" err="1">
                <a:latin typeface="+mn-lt"/>
              </a:rPr>
              <a:t>dolessi</a:t>
            </a:r>
            <a:r>
              <a:rPr lang="es-ES" altLang="en-US" sz="2800" dirty="0">
                <a:latin typeface="+mn-lt"/>
              </a:rPr>
              <a:t> </a:t>
            </a:r>
            <a:r>
              <a:rPr lang="es-ES" altLang="en-US" sz="2800" dirty="0" err="1">
                <a:latin typeface="+mn-lt"/>
              </a:rPr>
              <a:t>andae</a:t>
            </a:r>
            <a:r>
              <a:rPr lang="es-ES" altLang="en-US" sz="2800" dirty="0">
                <a:latin typeface="+mn-lt"/>
              </a:rPr>
              <a:t>. </a:t>
            </a:r>
            <a:r>
              <a:rPr lang="es-ES" altLang="en-US" sz="2800" dirty="0" err="1">
                <a:latin typeface="+mn-lt"/>
              </a:rPr>
              <a:t>Sitaspis</a:t>
            </a:r>
            <a:r>
              <a:rPr lang="es-ES" altLang="en-US" sz="2800" dirty="0">
                <a:latin typeface="+mn-lt"/>
              </a:rPr>
              <a:t> </a:t>
            </a:r>
            <a:r>
              <a:rPr lang="es-ES" altLang="en-US" sz="2800" dirty="0" err="1">
                <a:latin typeface="+mn-lt"/>
              </a:rPr>
              <a:t>earum</a:t>
            </a:r>
            <a:r>
              <a:rPr lang="es-ES" altLang="en-US" sz="2800" dirty="0">
                <a:latin typeface="+mn-lt"/>
              </a:rPr>
              <a:t> rem ut dolor </a:t>
            </a:r>
            <a:r>
              <a:rPr lang="es-ES" altLang="en-US" sz="2800" dirty="0" err="1">
                <a:latin typeface="+mn-lt"/>
              </a:rPr>
              <a:t>alignisci</a:t>
            </a:r>
            <a:r>
              <a:rPr lang="es-ES" altLang="en-US" sz="2800" dirty="0">
                <a:latin typeface="+mn-lt"/>
              </a:rPr>
              <a:t> </a:t>
            </a:r>
            <a:r>
              <a:rPr lang="es-ES" altLang="en-US" sz="2800" dirty="0" err="1">
                <a:latin typeface="+mn-lt"/>
              </a:rPr>
              <a:t>rerovid</a:t>
            </a:r>
            <a:r>
              <a:rPr lang="es-ES" altLang="en-US" sz="2800" dirty="0">
                <a:latin typeface="+mn-lt"/>
              </a:rPr>
              <a:t> </a:t>
            </a:r>
            <a:r>
              <a:rPr lang="es-ES" altLang="en-US" sz="2800" dirty="0" err="1">
                <a:latin typeface="+mn-lt"/>
              </a:rPr>
              <a:t>qui</a:t>
            </a:r>
            <a:r>
              <a:rPr lang="es-ES" altLang="en-US" sz="2800" dirty="0">
                <a:latin typeface="+mn-lt"/>
              </a:rPr>
              <a:t> </a:t>
            </a:r>
            <a:r>
              <a:rPr lang="es-ES" altLang="en-US" sz="2800" dirty="0" err="1">
                <a:latin typeface="+mn-lt"/>
              </a:rPr>
              <a:t>tem</a:t>
            </a:r>
            <a:r>
              <a:rPr lang="es-ES" altLang="en-US" sz="2800" dirty="0">
                <a:latin typeface="+mn-lt"/>
              </a:rPr>
              <a:t> </a:t>
            </a:r>
            <a:r>
              <a:rPr lang="es-ES" altLang="en-US" sz="2800" dirty="0" err="1">
                <a:latin typeface="+mn-lt"/>
              </a:rPr>
              <a:t>faccus</a:t>
            </a:r>
            <a:r>
              <a:rPr lang="es-ES" altLang="en-US" sz="2800" dirty="0">
                <a:latin typeface="+mn-lt"/>
              </a:rPr>
              <a:t> </a:t>
            </a:r>
            <a:r>
              <a:rPr lang="es-ES" altLang="en-US" sz="2800" dirty="0" err="1">
                <a:latin typeface="+mn-lt"/>
              </a:rPr>
              <a:t>nus</a:t>
            </a:r>
            <a:r>
              <a:rPr lang="es-ES" altLang="en-US" sz="2800" dirty="0">
                <a:latin typeface="+mn-lt"/>
              </a:rPr>
              <a:t>, ut ab </a:t>
            </a:r>
            <a:r>
              <a:rPr lang="es-ES" altLang="en-US" sz="2800" dirty="0" err="1">
                <a:latin typeface="+mn-lt"/>
              </a:rPr>
              <a:t>illiber</a:t>
            </a:r>
            <a:r>
              <a:rPr lang="es-ES" altLang="en-US" sz="2800" dirty="0">
                <a:latin typeface="+mn-lt"/>
              </a:rPr>
              <a:t> </a:t>
            </a:r>
            <a:r>
              <a:rPr lang="es-ES" altLang="en-US" sz="2800" dirty="0" err="1">
                <a:latin typeface="+mn-lt"/>
              </a:rPr>
              <a:t>ovitae</a:t>
            </a:r>
            <a:r>
              <a:rPr lang="es-ES" altLang="en-US" sz="2800" dirty="0">
                <a:latin typeface="+mn-lt"/>
              </a:rPr>
              <a:t>. Es ad </a:t>
            </a:r>
            <a:r>
              <a:rPr lang="es-ES" altLang="en-US" sz="2800" dirty="0" err="1">
                <a:latin typeface="+mn-lt"/>
              </a:rPr>
              <a:t>qui</a:t>
            </a:r>
            <a:r>
              <a:rPr lang="es-ES" altLang="en-US" sz="2800" dirty="0">
                <a:latin typeface="+mn-lt"/>
              </a:rPr>
              <a:t> </a:t>
            </a:r>
            <a:r>
              <a:rPr lang="es-ES" altLang="en-US" sz="2800" dirty="0" err="1">
                <a:latin typeface="+mn-lt"/>
              </a:rPr>
              <a:t>blat</a:t>
            </a:r>
            <a:r>
              <a:rPr lang="es-ES" altLang="en-US" sz="2800" dirty="0">
                <a:latin typeface="+mn-lt"/>
              </a:rPr>
              <a:t> </a:t>
            </a:r>
            <a:r>
              <a:rPr lang="es-ES" altLang="en-US" sz="2800" dirty="0" err="1">
                <a:latin typeface="+mn-lt"/>
              </a:rPr>
              <a:t>iliquis</a:t>
            </a:r>
            <a:r>
              <a:rPr lang="es-ES" altLang="en-US" sz="2800" dirty="0">
                <a:latin typeface="+mn-lt"/>
              </a:rPr>
              <a:t> et </a:t>
            </a:r>
            <a:r>
              <a:rPr lang="es-ES" altLang="en-US" sz="2800" dirty="0" err="1">
                <a:latin typeface="+mn-lt"/>
              </a:rPr>
              <a:t>estem</a:t>
            </a:r>
            <a:r>
              <a:rPr lang="es-ES" altLang="en-US" sz="2800" dirty="0">
                <a:latin typeface="+mn-lt"/>
              </a:rPr>
              <a:t> </a:t>
            </a:r>
            <a:r>
              <a:rPr lang="es-ES" altLang="en-US" sz="2800" dirty="0" err="1">
                <a:latin typeface="+mn-lt"/>
              </a:rPr>
              <a:t>fugia</a:t>
            </a:r>
            <a:r>
              <a:rPr lang="es-ES" altLang="en-US" sz="2800" dirty="0">
                <a:latin typeface="+mn-lt"/>
              </a:rPr>
              <a:t> </a:t>
            </a:r>
            <a:r>
              <a:rPr lang="es-ES" altLang="en-US" sz="2800" dirty="0" err="1">
                <a:latin typeface="+mn-lt"/>
              </a:rPr>
              <a:t>dolum</a:t>
            </a:r>
            <a:r>
              <a:rPr lang="es-ES" altLang="en-US" sz="2800" dirty="0">
                <a:latin typeface="+mn-lt"/>
              </a:rPr>
              <a:t> sed </a:t>
            </a:r>
            <a:r>
              <a:rPr lang="es-ES" altLang="en-US" sz="2800" dirty="0" err="1">
                <a:latin typeface="+mn-lt"/>
              </a:rPr>
              <a:t>quias</a:t>
            </a:r>
            <a:r>
              <a:rPr lang="es-ES" altLang="en-US" sz="2800" dirty="0">
                <a:latin typeface="+mn-lt"/>
              </a:rPr>
              <a:t> </a:t>
            </a:r>
            <a:r>
              <a:rPr lang="es-ES" altLang="en-US" sz="2800" dirty="0" err="1">
                <a:latin typeface="+mn-lt"/>
              </a:rPr>
              <a:t>enis</a:t>
            </a:r>
            <a:r>
              <a:rPr lang="es-ES" altLang="en-US" sz="2800" dirty="0">
                <a:latin typeface="+mn-lt"/>
              </a:rPr>
              <a:t> </a:t>
            </a:r>
            <a:r>
              <a:rPr lang="es-ES" altLang="en-US" sz="2800" dirty="0" err="1">
                <a:latin typeface="+mn-lt"/>
              </a:rPr>
              <a:t>dolorerrovid</a:t>
            </a:r>
            <a:r>
              <a:rPr lang="es-ES" altLang="en-US" sz="2800" dirty="0">
                <a:latin typeface="+mn-lt"/>
              </a:rPr>
              <a:t> </a:t>
            </a:r>
            <a:r>
              <a:rPr lang="es-ES" altLang="en-US" sz="2800" dirty="0" err="1">
                <a:latin typeface="+mn-lt"/>
              </a:rPr>
              <a:t>quiscia</a:t>
            </a:r>
            <a:r>
              <a:rPr lang="es-ES" altLang="en-US" sz="2800" dirty="0">
                <a:latin typeface="+mn-lt"/>
              </a:rPr>
              <a:t> sus </a:t>
            </a:r>
            <a:r>
              <a:rPr lang="es-ES" altLang="en-US" sz="2800" dirty="0" err="1">
                <a:latin typeface="+mn-lt"/>
              </a:rPr>
              <a:t>parumqu</a:t>
            </a:r>
            <a:r>
              <a:rPr lang="es-ES" altLang="en-US" sz="2800" dirty="0">
                <a:latin typeface="+mn-lt"/>
              </a:rPr>
              <a:t> </a:t>
            </a:r>
            <a:r>
              <a:rPr lang="es-ES" altLang="en-US" sz="2800" dirty="0" err="1">
                <a:latin typeface="+mn-lt"/>
              </a:rPr>
              <a:t>aecepra</a:t>
            </a:r>
            <a:r>
              <a:rPr lang="es-ES" altLang="en-US" sz="2800" dirty="0">
                <a:latin typeface="+mn-lt"/>
              </a:rPr>
              <a:t> </a:t>
            </a:r>
            <a:r>
              <a:rPr lang="es-ES" altLang="en-US" sz="2800" dirty="0" err="1">
                <a:latin typeface="+mn-lt"/>
              </a:rPr>
              <a:t>voluptur</a:t>
            </a:r>
            <a:r>
              <a:rPr lang="es-ES" altLang="en-US" sz="2800" dirty="0">
                <a:latin typeface="+mn-lt"/>
              </a:rPr>
              <a:t> sum </a:t>
            </a:r>
            <a:r>
              <a:rPr lang="es-ES" altLang="en-US" sz="2800" dirty="0" err="1">
                <a:latin typeface="+mn-lt"/>
              </a:rPr>
              <a:t>doluptatus</a:t>
            </a:r>
            <a:r>
              <a:rPr lang="es-ES" altLang="en-US" sz="2800" dirty="0">
                <a:latin typeface="+mn-lt"/>
              </a:rPr>
              <a:t> </a:t>
            </a:r>
            <a:r>
              <a:rPr lang="es-ES" altLang="en-US" sz="2800" dirty="0" err="1">
                <a:latin typeface="+mn-lt"/>
              </a:rPr>
              <a:t>molorporate</a:t>
            </a:r>
            <a:r>
              <a:rPr lang="es-ES" altLang="en-US" sz="2800" dirty="0">
                <a:latin typeface="+mn-lt"/>
              </a:rPr>
              <a:t> </a:t>
            </a:r>
            <a:r>
              <a:rPr lang="es-ES" altLang="en-US" sz="2800" dirty="0" err="1">
                <a:latin typeface="+mn-lt"/>
              </a:rPr>
              <a:t>vene</a:t>
            </a:r>
            <a:r>
              <a:rPr lang="es-ES" altLang="en-US" sz="2800" dirty="0">
                <a:latin typeface="+mn-lt"/>
              </a:rPr>
              <a:t> </a:t>
            </a:r>
            <a:r>
              <a:rPr lang="es-ES" altLang="en-US" sz="2800" dirty="0" err="1">
                <a:latin typeface="+mn-lt"/>
              </a:rPr>
              <a:t>volupta</a:t>
            </a:r>
            <a:r>
              <a:rPr lang="es-ES" altLang="en-US" sz="2800" dirty="0">
                <a:latin typeface="+mn-lt"/>
              </a:rPr>
              <a:t> </a:t>
            </a:r>
            <a:r>
              <a:rPr lang="es-ES" altLang="en-US" sz="2800" dirty="0" err="1">
                <a:latin typeface="+mn-lt"/>
              </a:rPr>
              <a:t>quia</a:t>
            </a:r>
            <a:r>
              <a:rPr lang="es-ES" altLang="en-US" sz="2800" dirty="0">
                <a:latin typeface="+mn-lt"/>
              </a:rPr>
              <a:t> </a:t>
            </a:r>
            <a:r>
              <a:rPr lang="es-ES" altLang="en-US" sz="2800" dirty="0" err="1">
                <a:latin typeface="+mn-lt"/>
              </a:rPr>
              <a:t>dolorec</a:t>
            </a:r>
            <a:r>
              <a:rPr lang="es-ES" altLang="en-US" sz="2800" dirty="0">
                <a:latin typeface="+mn-lt"/>
              </a:rPr>
              <a:t> </a:t>
            </a:r>
            <a:r>
              <a:rPr lang="es-ES" altLang="en-US" sz="2800" dirty="0" err="1">
                <a:latin typeface="+mn-lt"/>
              </a:rPr>
              <a:t>totatum</a:t>
            </a:r>
            <a:r>
              <a:rPr lang="es-ES" altLang="en-US" sz="2800" dirty="0">
                <a:latin typeface="+mn-lt"/>
              </a:rPr>
              <a:t> </a:t>
            </a:r>
            <a:r>
              <a:rPr lang="es-ES" altLang="en-US" sz="2800" dirty="0" err="1">
                <a:latin typeface="+mn-lt"/>
              </a:rPr>
              <a:t>hil</a:t>
            </a:r>
            <a:r>
              <a:rPr lang="es-ES" altLang="en-US" sz="2800" dirty="0">
                <a:latin typeface="+mn-lt"/>
              </a:rPr>
              <a:t> </a:t>
            </a:r>
            <a:r>
              <a:rPr lang="es-ES" altLang="en-US" sz="2800" dirty="0" err="1">
                <a:latin typeface="+mn-lt"/>
              </a:rPr>
              <a:t>illique</a:t>
            </a:r>
            <a:r>
              <a:rPr lang="es-ES" altLang="en-US" sz="2800" dirty="0">
                <a:latin typeface="+mn-lt"/>
              </a:rPr>
              <a:t> </a:t>
            </a:r>
            <a:r>
              <a:rPr lang="es-ES" altLang="en-US" sz="2800" dirty="0" err="1">
                <a:latin typeface="+mn-lt"/>
              </a:rPr>
              <a:t>ipsum</a:t>
            </a:r>
            <a:r>
              <a:rPr lang="es-ES" altLang="en-US" sz="2800" dirty="0">
                <a:latin typeface="+mn-lt"/>
              </a:rPr>
              <a:t> </a:t>
            </a:r>
            <a:r>
              <a:rPr lang="es-ES" altLang="en-US" sz="2800" dirty="0" err="1">
                <a:latin typeface="+mn-lt"/>
              </a:rPr>
              <a:t>debisimaio</a:t>
            </a:r>
            <a:r>
              <a:rPr lang="es-ES" altLang="en-US" sz="2800" dirty="0">
                <a:latin typeface="+mn-lt"/>
              </a:rPr>
              <a:t> </a:t>
            </a:r>
            <a:r>
              <a:rPr lang="es-ES" altLang="en-US" sz="2800" dirty="0" err="1">
                <a:latin typeface="+mn-lt"/>
              </a:rPr>
              <a:t>eatur</a:t>
            </a:r>
            <a:r>
              <a:rPr lang="es-ES" altLang="en-US" sz="2800" dirty="0">
                <a:latin typeface="+mn-lt"/>
              </a:rPr>
              <a:t> </a:t>
            </a:r>
            <a:r>
              <a:rPr lang="es-ES" altLang="en-US" sz="2800" dirty="0" err="1">
                <a:latin typeface="+mn-lt"/>
              </a:rPr>
              <a:t>maximi</a:t>
            </a:r>
            <a:r>
              <a:rPr lang="es-ES" altLang="en-US" sz="2800" dirty="0">
                <a:latin typeface="+mn-lt"/>
              </a:rPr>
              <a:t>, </a:t>
            </a:r>
            <a:r>
              <a:rPr lang="es-ES" altLang="en-US" sz="2800" dirty="0" err="1">
                <a:latin typeface="+mn-lt"/>
              </a:rPr>
              <a:t>volupta</a:t>
            </a:r>
            <a:r>
              <a:rPr lang="es-ES" altLang="en-US" sz="2800" dirty="0">
                <a:latin typeface="+mn-lt"/>
              </a:rPr>
              <a:t> </a:t>
            </a:r>
            <a:r>
              <a:rPr lang="es-ES" altLang="en-US" sz="2800" dirty="0" err="1">
                <a:latin typeface="+mn-lt"/>
              </a:rPr>
              <a:t>nonsequiam</a:t>
            </a:r>
            <a:r>
              <a:rPr lang="es-ES" altLang="en-US" sz="2800" dirty="0">
                <a:latin typeface="+mn-lt"/>
              </a:rPr>
              <a:t> </a:t>
            </a:r>
            <a:r>
              <a:rPr lang="es-ES" altLang="en-US" sz="2800" dirty="0" err="1">
                <a:latin typeface="+mn-lt"/>
              </a:rPr>
              <a:t>vollit</a:t>
            </a:r>
            <a:r>
              <a:rPr lang="es-ES" altLang="en-US" sz="2800" dirty="0">
                <a:latin typeface="+mn-lt"/>
              </a:rPr>
              <a:t> </a:t>
            </a:r>
            <a:r>
              <a:rPr lang="es-ES" altLang="en-US" sz="2800" dirty="0" err="1">
                <a:latin typeface="+mn-lt"/>
              </a:rPr>
              <a:t>volenec</a:t>
            </a:r>
            <a:r>
              <a:rPr lang="es-ES" altLang="en-US" sz="2800" dirty="0">
                <a:latin typeface="+mn-lt"/>
              </a:rPr>
              <a:t> </a:t>
            </a:r>
            <a:r>
              <a:rPr lang="es-ES" altLang="en-US" sz="2800" dirty="0" err="1">
                <a:latin typeface="+mn-lt"/>
              </a:rPr>
              <a:t>eptiisqui</a:t>
            </a:r>
            <a:r>
              <a:rPr lang="es-ES" altLang="en-US" sz="2800" dirty="0">
                <a:latin typeface="+mn-lt"/>
              </a:rPr>
              <a:t> </a:t>
            </a:r>
            <a:r>
              <a:rPr lang="es-ES" altLang="en-US" sz="2800" dirty="0" err="1">
                <a:latin typeface="+mn-lt"/>
              </a:rPr>
              <a:t>odi</a:t>
            </a:r>
            <a:r>
              <a:rPr lang="es-ES" altLang="en-US" sz="2800" dirty="0">
                <a:latin typeface="+mn-lt"/>
              </a:rPr>
              <a:t> </a:t>
            </a:r>
            <a:r>
              <a:rPr lang="es-ES" altLang="en-US" sz="2800" dirty="0" err="1">
                <a:latin typeface="+mn-lt"/>
              </a:rPr>
              <a:t>tem</a:t>
            </a:r>
            <a:r>
              <a:rPr lang="es-ES" altLang="en-US" sz="2800" dirty="0">
                <a:latin typeface="+mn-lt"/>
              </a:rPr>
              <a:t> </a:t>
            </a:r>
            <a:r>
              <a:rPr lang="es-ES" altLang="en-US" sz="2800" dirty="0" err="1">
                <a:latin typeface="+mn-lt"/>
              </a:rPr>
              <a:t>faccus</a:t>
            </a:r>
            <a:r>
              <a:rPr lang="es-ES" altLang="en-US" sz="2800" dirty="0">
                <a:latin typeface="+mn-lt"/>
              </a:rPr>
              <a:t> </a:t>
            </a:r>
            <a:r>
              <a:rPr lang="es-ES" altLang="en-US" sz="2800" dirty="0" err="1">
                <a:latin typeface="+mn-lt"/>
              </a:rPr>
              <a:t>sequi</a:t>
            </a:r>
            <a:r>
              <a:rPr lang="es-ES" altLang="en-US" sz="2800" dirty="0">
                <a:latin typeface="+mn-lt"/>
              </a:rPr>
              <a:t> </a:t>
            </a:r>
            <a:r>
              <a:rPr lang="es-ES" altLang="en-US" sz="2800" dirty="0" err="1">
                <a:latin typeface="+mn-lt"/>
              </a:rPr>
              <a:t>ipsus</a:t>
            </a:r>
            <a:r>
              <a:rPr lang="es-ES" altLang="en-US" sz="2800" dirty="0">
                <a:latin typeface="+mn-lt"/>
              </a:rPr>
              <a:t> </a:t>
            </a:r>
            <a:r>
              <a:rPr lang="es-ES" altLang="en-US" sz="2800" dirty="0" err="1">
                <a:latin typeface="+mn-lt"/>
              </a:rPr>
              <a:t>excerum</a:t>
            </a:r>
            <a:r>
              <a:rPr lang="es-ES" altLang="en-US" sz="2800" dirty="0">
                <a:latin typeface="+mn-lt"/>
              </a:rPr>
              <a:t> </a:t>
            </a:r>
            <a:r>
              <a:rPr lang="es-ES" altLang="en-US" sz="2800" dirty="0" err="1">
                <a:latin typeface="+mn-lt"/>
              </a:rPr>
              <a:t>volut</a:t>
            </a:r>
            <a:r>
              <a:rPr lang="es-ES" altLang="en-US" sz="2800" dirty="0">
                <a:latin typeface="+mn-lt"/>
              </a:rPr>
              <a:t> </a:t>
            </a:r>
            <a:r>
              <a:rPr lang="es-ES" altLang="en-US" sz="2800" dirty="0" err="1">
                <a:latin typeface="+mn-lt"/>
              </a:rPr>
              <a:t>harions</a:t>
            </a:r>
            <a:r>
              <a:rPr lang="es-ES" altLang="en-US" sz="2800" dirty="0">
                <a:latin typeface="+mn-lt"/>
              </a:rPr>
              <a:t>. Es ad </a:t>
            </a:r>
            <a:r>
              <a:rPr lang="es-ES" altLang="en-US" sz="2800" dirty="0" err="1">
                <a:latin typeface="+mn-lt"/>
              </a:rPr>
              <a:t>qui</a:t>
            </a:r>
            <a:r>
              <a:rPr lang="es-ES" altLang="en-US" sz="2800" dirty="0">
                <a:latin typeface="+mn-lt"/>
              </a:rPr>
              <a:t> </a:t>
            </a:r>
            <a:r>
              <a:rPr lang="es-ES" altLang="en-US" sz="2800" dirty="0" err="1">
                <a:latin typeface="+mn-lt"/>
              </a:rPr>
              <a:t>blat</a:t>
            </a:r>
            <a:r>
              <a:rPr lang="es-ES" altLang="en-US" sz="2800" dirty="0">
                <a:latin typeface="+mn-lt"/>
              </a:rPr>
              <a:t> </a:t>
            </a:r>
            <a:r>
              <a:rPr lang="es-ES" altLang="en-US" sz="2800" dirty="0" err="1">
                <a:latin typeface="+mn-lt"/>
              </a:rPr>
              <a:t>iliquis</a:t>
            </a:r>
            <a:r>
              <a:rPr lang="es-ES" altLang="en-US" sz="2800" dirty="0">
                <a:latin typeface="+mn-lt"/>
              </a:rPr>
              <a:t> et </a:t>
            </a:r>
            <a:r>
              <a:rPr lang="es-ES" altLang="en-US" sz="2800" dirty="0" err="1">
                <a:latin typeface="+mn-lt"/>
              </a:rPr>
              <a:t>estem</a:t>
            </a:r>
            <a:r>
              <a:rPr lang="es-ES" altLang="en-US" sz="2800" dirty="0">
                <a:latin typeface="+mn-lt"/>
              </a:rPr>
              <a:t> </a:t>
            </a:r>
            <a:r>
              <a:rPr lang="es-ES" altLang="en-US" sz="2800" dirty="0" err="1">
                <a:latin typeface="+mn-lt"/>
              </a:rPr>
              <a:t>fugia</a:t>
            </a:r>
            <a:r>
              <a:rPr lang="es-ES" altLang="en-US" sz="2800" dirty="0">
                <a:latin typeface="+mn-lt"/>
              </a:rPr>
              <a:t> </a:t>
            </a:r>
            <a:r>
              <a:rPr lang="es-ES" altLang="en-US" sz="2800" dirty="0" err="1">
                <a:latin typeface="+mn-lt"/>
              </a:rPr>
              <a:t>dolum</a:t>
            </a:r>
            <a:r>
              <a:rPr lang="es-ES" altLang="en-US" sz="2800" dirty="0">
                <a:latin typeface="+mn-lt"/>
              </a:rPr>
              <a:t> sed </a:t>
            </a:r>
            <a:r>
              <a:rPr lang="es-ES" altLang="en-US" sz="2800" dirty="0" err="1">
                <a:latin typeface="+mn-lt"/>
              </a:rPr>
              <a:t>quias</a:t>
            </a:r>
            <a:r>
              <a:rPr lang="es-ES" altLang="en-US" sz="2800" dirty="0">
                <a:latin typeface="+mn-lt"/>
              </a:rPr>
              <a:t> </a:t>
            </a:r>
            <a:r>
              <a:rPr lang="es-ES" altLang="en-US" sz="2800" dirty="0" err="1">
                <a:latin typeface="+mn-lt"/>
              </a:rPr>
              <a:t>enis</a:t>
            </a:r>
            <a:r>
              <a:rPr lang="es-ES" altLang="en-US" sz="2800" dirty="0">
                <a:latin typeface="+mn-lt"/>
              </a:rPr>
              <a:t> </a:t>
            </a:r>
            <a:r>
              <a:rPr lang="es-ES" altLang="en-US" sz="2800" dirty="0" err="1">
                <a:latin typeface="+mn-lt"/>
              </a:rPr>
              <a:t>dolorerrovid</a:t>
            </a:r>
            <a:r>
              <a:rPr lang="es-ES" altLang="en-US" sz="2800" dirty="0">
                <a:latin typeface="+mn-lt"/>
              </a:rPr>
              <a:t> </a:t>
            </a:r>
            <a:r>
              <a:rPr lang="es-ES" altLang="en-US" sz="2800" dirty="0" err="1">
                <a:latin typeface="+mn-lt"/>
              </a:rPr>
              <a:t>quiscia</a:t>
            </a:r>
            <a:r>
              <a:rPr lang="es-ES" altLang="en-US" sz="2800" dirty="0">
                <a:latin typeface="+mn-lt"/>
              </a:rPr>
              <a:t>.</a:t>
            </a:r>
          </a:p>
          <a:p>
            <a:pPr algn="just" eaLnBrk="1" hangingPunct="1">
              <a:spcBef>
                <a:spcPct val="50000"/>
              </a:spcBef>
              <a:spcAft>
                <a:spcPts val="2400"/>
              </a:spcAft>
              <a:buFontTx/>
              <a:buNone/>
              <a:defRPr/>
            </a:pPr>
            <a:endParaRPr lang="en-US" altLang="en-US" sz="3000" dirty="0">
              <a:solidFill>
                <a:schemeClr val="bg1"/>
              </a:solidFill>
              <a:latin typeface="Swiss 721 Light BT" charset="0"/>
            </a:endParaRPr>
          </a:p>
        </p:txBody>
      </p:sp>
      <p:pic>
        <p:nvPicPr>
          <p:cNvPr id="15367" name="Picture 72" descr="nikon ti-e6 luz_correc.tif">
            <a:extLst>
              <a:ext uri="{FF2B5EF4-FFF2-40B4-BE49-F238E27FC236}">
                <a16:creationId xmlns:a16="http://schemas.microsoft.com/office/drawing/2014/main" id="{DC93CCEC-2024-4D6C-BCC0-6CD2D71BBD9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117175" y="16813213"/>
            <a:ext cx="6478588"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8" name="Picture 73" descr="heater + new piece 01.tif">
            <a:extLst>
              <a:ext uri="{FF2B5EF4-FFF2-40B4-BE49-F238E27FC236}">
                <a16:creationId xmlns:a16="http://schemas.microsoft.com/office/drawing/2014/main" id="{4C2D0DED-F5CA-4C9E-9252-5499931CD29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3101300" y="22358350"/>
            <a:ext cx="6480175" cy="485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0" name="Text Box 277">
            <a:extLst>
              <a:ext uri="{FF2B5EF4-FFF2-40B4-BE49-F238E27FC236}">
                <a16:creationId xmlns:a16="http://schemas.microsoft.com/office/drawing/2014/main" id="{5A15B3F0-167B-44F8-98BD-89B5260C185C}"/>
              </a:ext>
            </a:extLst>
          </p:cNvPr>
          <p:cNvSpPr txBox="1">
            <a:spLocks noChangeArrowheads="1"/>
          </p:cNvSpPr>
          <p:nvPr/>
        </p:nvSpPr>
        <p:spPr bwMode="auto">
          <a:xfrm>
            <a:off x="9032875" y="26973213"/>
            <a:ext cx="6075363"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spcAft>
                <a:spcPts val="2400"/>
              </a:spcAft>
              <a:buFontTx/>
              <a:buNone/>
              <a:defRPr/>
            </a:pPr>
            <a:r>
              <a:rPr lang="en-US" altLang="en-US" sz="2400" dirty="0" err="1">
                <a:latin typeface="+mn-lt"/>
              </a:rPr>
              <a:t>Nullam</a:t>
            </a:r>
            <a:r>
              <a:rPr lang="en-US" altLang="en-US" sz="2400" dirty="0">
                <a:latin typeface="+mn-lt"/>
              </a:rPr>
              <a:t> in </a:t>
            </a:r>
            <a:r>
              <a:rPr lang="en-US" altLang="en-US" sz="2400" dirty="0" err="1">
                <a:latin typeface="+mn-lt"/>
              </a:rPr>
              <a:t>urna</a:t>
            </a:r>
            <a:r>
              <a:rPr lang="en-US" altLang="en-US" sz="2400" dirty="0">
                <a:latin typeface="+mn-lt"/>
              </a:rPr>
              <a:t> </a:t>
            </a:r>
            <a:r>
              <a:rPr lang="en-US" altLang="en-US" sz="2400" dirty="0" err="1">
                <a:latin typeface="+mn-lt"/>
              </a:rPr>
              <a:t>lacinia</a:t>
            </a:r>
            <a:r>
              <a:rPr lang="en-US" altLang="en-US" sz="2400" dirty="0">
                <a:latin typeface="+mn-lt"/>
              </a:rPr>
              <a:t> </a:t>
            </a:r>
            <a:r>
              <a:rPr lang="en-US" altLang="en-US" sz="2400" dirty="0" err="1">
                <a:latin typeface="+mn-lt"/>
              </a:rPr>
              <a:t>orci</a:t>
            </a:r>
            <a:r>
              <a:rPr lang="en-US" altLang="en-US" sz="2400" dirty="0">
                <a:latin typeface="+mn-lt"/>
              </a:rPr>
              <a:t> </a:t>
            </a:r>
            <a:r>
              <a:rPr lang="en-US" altLang="en-US" sz="2400" dirty="0" err="1">
                <a:latin typeface="+mn-lt"/>
              </a:rPr>
              <a:t>consequat</a:t>
            </a:r>
            <a:r>
              <a:rPr lang="en-US" altLang="en-US" sz="2400" dirty="0">
                <a:latin typeface="+mn-lt"/>
              </a:rPr>
              <a:t> dictum. Nam </a:t>
            </a:r>
            <a:r>
              <a:rPr lang="en-US" altLang="en-US" sz="2400" dirty="0" err="1">
                <a:latin typeface="+mn-lt"/>
              </a:rPr>
              <a:t>scelerisque</a:t>
            </a:r>
            <a:r>
              <a:rPr lang="en-US" altLang="en-US" sz="2400" dirty="0">
                <a:latin typeface="+mn-lt"/>
              </a:rPr>
              <a:t>, </a:t>
            </a:r>
            <a:r>
              <a:rPr lang="en-US" altLang="en-US" sz="2400" dirty="0" err="1">
                <a:latin typeface="+mn-lt"/>
              </a:rPr>
              <a:t>nisl</a:t>
            </a:r>
            <a:r>
              <a:rPr lang="en-US" altLang="en-US" sz="2400" dirty="0">
                <a:latin typeface="+mn-lt"/>
              </a:rPr>
              <a:t> in </a:t>
            </a:r>
            <a:r>
              <a:rPr lang="en-US" altLang="en-US" sz="2400" dirty="0" err="1">
                <a:latin typeface="+mn-lt"/>
              </a:rPr>
              <a:t>euismod</a:t>
            </a:r>
            <a:r>
              <a:rPr lang="en-US" altLang="en-US" sz="2400" dirty="0">
                <a:latin typeface="+mn-lt"/>
              </a:rPr>
              <a:t> </a:t>
            </a:r>
            <a:r>
              <a:rPr lang="en-US" altLang="en-US" sz="2400" dirty="0" err="1">
                <a:latin typeface="+mn-lt"/>
              </a:rPr>
              <a:t>eleifend</a:t>
            </a:r>
            <a:r>
              <a:rPr lang="en-US" altLang="en-US" sz="2400" dirty="0">
                <a:latin typeface="+mn-lt"/>
              </a:rPr>
              <a:t>, </a:t>
            </a:r>
            <a:r>
              <a:rPr lang="en-US" altLang="en-US" sz="2400" dirty="0" err="1">
                <a:latin typeface="+mn-lt"/>
              </a:rPr>
              <a:t>justo</a:t>
            </a:r>
            <a:r>
              <a:rPr lang="en-US" altLang="en-US" sz="2400" dirty="0">
                <a:latin typeface="+mn-lt"/>
              </a:rPr>
              <a:t> </a:t>
            </a:r>
            <a:r>
              <a:rPr lang="en-US" altLang="en-US" sz="2400" dirty="0" err="1">
                <a:latin typeface="+mn-lt"/>
              </a:rPr>
              <a:t>diam</a:t>
            </a:r>
            <a:r>
              <a:rPr lang="en-US" altLang="en-US" sz="2400" dirty="0">
                <a:latin typeface="+mn-lt"/>
              </a:rPr>
              <a:t> </a:t>
            </a:r>
            <a:r>
              <a:rPr lang="en-US" altLang="en-US" sz="2400" dirty="0" err="1">
                <a:latin typeface="+mn-lt"/>
              </a:rPr>
              <a:t>bibendum</a:t>
            </a:r>
            <a:r>
              <a:rPr lang="en-US" altLang="en-US" sz="2400" dirty="0">
                <a:latin typeface="+mn-lt"/>
              </a:rPr>
              <a:t> dui, </a:t>
            </a:r>
            <a:r>
              <a:rPr lang="en-US" altLang="en-US" sz="2400" dirty="0" err="1">
                <a:latin typeface="+mn-lt"/>
              </a:rPr>
              <a:t>sed</a:t>
            </a:r>
            <a:r>
              <a:rPr lang="en-US" altLang="en-US" sz="2400" dirty="0">
                <a:latin typeface="+mn-lt"/>
              </a:rPr>
              <a:t> </a:t>
            </a:r>
            <a:r>
              <a:rPr lang="en-US" altLang="en-US" sz="2400" dirty="0" err="1">
                <a:latin typeface="+mn-lt"/>
              </a:rPr>
              <a:t>congue</a:t>
            </a:r>
            <a:r>
              <a:rPr lang="en-US" altLang="en-US" sz="2400" dirty="0">
                <a:latin typeface="+mn-lt"/>
              </a:rPr>
              <a:t> </a:t>
            </a:r>
            <a:r>
              <a:rPr lang="en-US" altLang="en-US" sz="2400" dirty="0" err="1">
                <a:latin typeface="+mn-lt"/>
              </a:rPr>
              <a:t>diam</a:t>
            </a:r>
            <a:r>
              <a:rPr lang="en-US" altLang="en-US" sz="2400" dirty="0">
                <a:latin typeface="+mn-lt"/>
              </a:rPr>
              <a:t> </a:t>
            </a:r>
            <a:r>
              <a:rPr lang="en-US" altLang="en-US" sz="2400" dirty="0" err="1">
                <a:latin typeface="+mn-lt"/>
              </a:rPr>
              <a:t>enim</a:t>
            </a:r>
            <a:r>
              <a:rPr lang="en-US" altLang="en-US" sz="2400" dirty="0">
                <a:latin typeface="+mn-lt"/>
              </a:rPr>
              <a:t> sit </a:t>
            </a:r>
            <a:r>
              <a:rPr lang="en-US" altLang="en-US" sz="2400" dirty="0" err="1">
                <a:latin typeface="+mn-lt"/>
              </a:rPr>
              <a:t>amet</a:t>
            </a:r>
            <a:r>
              <a:rPr lang="en-US" altLang="en-US" sz="2400" dirty="0">
                <a:latin typeface="+mn-lt"/>
              </a:rPr>
              <a:t> </a:t>
            </a:r>
            <a:r>
              <a:rPr lang="en-US" altLang="en-US" sz="2400" dirty="0" err="1">
                <a:latin typeface="+mn-lt"/>
              </a:rPr>
              <a:t>turpis</a:t>
            </a:r>
            <a:r>
              <a:rPr lang="en-US" altLang="en-US" sz="2400" dirty="0">
                <a:latin typeface="+mn-lt"/>
              </a:rPr>
              <a:t>. </a:t>
            </a:r>
            <a:r>
              <a:rPr lang="en-US" altLang="en-US" sz="2400" dirty="0" err="1">
                <a:latin typeface="+mn-lt"/>
              </a:rPr>
              <a:t>Suspendisse</a:t>
            </a:r>
            <a:r>
              <a:rPr lang="en-US" altLang="en-US" sz="2400" dirty="0">
                <a:latin typeface="+mn-lt"/>
              </a:rPr>
              <a:t> </a:t>
            </a:r>
            <a:r>
              <a:rPr lang="en-US" altLang="en-US" sz="2400" dirty="0" err="1">
                <a:latin typeface="+mn-lt"/>
              </a:rPr>
              <a:t>rhoncus</a:t>
            </a:r>
            <a:r>
              <a:rPr lang="en-US" altLang="en-US" sz="2400" dirty="0">
                <a:latin typeface="+mn-lt"/>
              </a:rPr>
              <a:t> </a:t>
            </a:r>
            <a:r>
              <a:rPr lang="en-US" altLang="en-US" sz="2400" dirty="0" err="1">
                <a:latin typeface="+mn-lt"/>
              </a:rPr>
              <a:t>felis</a:t>
            </a:r>
            <a:r>
              <a:rPr lang="en-US" altLang="en-US" sz="2400" dirty="0">
                <a:latin typeface="+mn-lt"/>
              </a:rPr>
              <a:t> </a:t>
            </a:r>
            <a:r>
              <a:rPr lang="en-US" altLang="en-US" sz="2400" dirty="0" err="1">
                <a:latin typeface="+mn-lt"/>
              </a:rPr>
              <a:t>nec</a:t>
            </a:r>
            <a:r>
              <a:rPr lang="en-US" altLang="en-US" sz="2400" dirty="0">
                <a:latin typeface="+mn-lt"/>
              </a:rPr>
              <a:t> lacus </a:t>
            </a:r>
            <a:r>
              <a:rPr lang="en-US" altLang="en-US" sz="2400" dirty="0" err="1">
                <a:latin typeface="+mn-lt"/>
              </a:rPr>
              <a:t>blandit</a:t>
            </a:r>
            <a:r>
              <a:rPr lang="en-US" altLang="en-US" sz="2400" dirty="0">
                <a:latin typeface="+mn-lt"/>
              </a:rPr>
              <a:t> </a:t>
            </a:r>
            <a:r>
              <a:rPr lang="en-US" altLang="en-US" sz="2400" dirty="0" err="1">
                <a:latin typeface="+mn-lt"/>
              </a:rPr>
              <a:t>mollis</a:t>
            </a:r>
            <a:r>
              <a:rPr lang="en-US" altLang="en-US" sz="2400" dirty="0">
                <a:latin typeface="+mn-lt"/>
              </a:rPr>
              <a:t>. </a:t>
            </a:r>
            <a:r>
              <a:rPr lang="en-US" altLang="en-US" sz="2400" dirty="0" err="1">
                <a:latin typeface="+mn-lt"/>
              </a:rPr>
              <a:t>Pellentesque</a:t>
            </a:r>
            <a:r>
              <a:rPr lang="en-US" altLang="en-US" sz="2400" dirty="0">
                <a:latin typeface="+mn-lt"/>
              </a:rPr>
              <a:t> </a:t>
            </a:r>
            <a:r>
              <a:rPr lang="en-US" altLang="en-US" sz="2400" dirty="0" err="1">
                <a:latin typeface="+mn-lt"/>
              </a:rPr>
              <a:t>lectus</a:t>
            </a:r>
            <a:r>
              <a:rPr lang="en-US" altLang="en-US" sz="2400" dirty="0">
                <a:latin typeface="+mn-lt"/>
              </a:rPr>
              <a:t> </a:t>
            </a:r>
            <a:r>
              <a:rPr lang="en-US" altLang="en-US" sz="2400" dirty="0" err="1">
                <a:latin typeface="+mn-lt"/>
              </a:rPr>
              <a:t>est</a:t>
            </a:r>
            <a:r>
              <a:rPr lang="en-US" altLang="en-US" sz="2400" dirty="0">
                <a:latin typeface="+mn-lt"/>
              </a:rPr>
              <a:t>, </a:t>
            </a:r>
            <a:r>
              <a:rPr lang="en-US" altLang="en-US" sz="2400" dirty="0" err="1">
                <a:latin typeface="+mn-lt"/>
              </a:rPr>
              <a:t>accumsan</a:t>
            </a:r>
            <a:r>
              <a:rPr lang="en-US" altLang="en-US" sz="2400" dirty="0">
                <a:latin typeface="+mn-lt"/>
              </a:rPr>
              <a:t> ac </a:t>
            </a:r>
            <a:r>
              <a:rPr lang="en-US" altLang="en-US" sz="2400" dirty="0" err="1">
                <a:latin typeface="+mn-lt"/>
              </a:rPr>
              <a:t>pellentesque</a:t>
            </a:r>
            <a:r>
              <a:rPr lang="en-US" altLang="en-US" sz="2400" dirty="0">
                <a:latin typeface="+mn-lt"/>
              </a:rPr>
              <a:t> </a:t>
            </a:r>
            <a:r>
              <a:rPr lang="en-US" altLang="en-US" sz="2400" dirty="0" err="1">
                <a:latin typeface="+mn-lt"/>
              </a:rPr>
              <a:t>aliquam</a:t>
            </a:r>
            <a:r>
              <a:rPr lang="en-US" altLang="en-US" sz="2400" dirty="0">
                <a:latin typeface="+mn-lt"/>
              </a:rPr>
              <a:t>, </a:t>
            </a:r>
            <a:r>
              <a:rPr lang="en-US" altLang="en-US" sz="2400" dirty="0" err="1">
                <a:latin typeface="+mn-lt"/>
              </a:rPr>
              <a:t>bibendum</a:t>
            </a:r>
            <a:r>
              <a:rPr lang="en-US" altLang="en-US" sz="2400" dirty="0">
                <a:latin typeface="+mn-lt"/>
              </a:rPr>
              <a:t> </a:t>
            </a:r>
            <a:r>
              <a:rPr lang="en-US" altLang="en-US" sz="2400" dirty="0" err="1">
                <a:latin typeface="+mn-lt"/>
              </a:rPr>
              <a:t>quis</a:t>
            </a:r>
            <a:r>
              <a:rPr lang="en-US" altLang="en-US" sz="2400" dirty="0">
                <a:latin typeface="+mn-lt"/>
              </a:rPr>
              <a:t> </a:t>
            </a:r>
            <a:r>
              <a:rPr lang="en-US" altLang="en-US" sz="2400" dirty="0" err="1">
                <a:latin typeface="+mn-lt"/>
              </a:rPr>
              <a:t>metus</a:t>
            </a:r>
            <a:r>
              <a:rPr lang="en-US" altLang="en-US" sz="2400" dirty="0">
                <a:latin typeface="+mn-lt"/>
              </a:rPr>
              <a:t>. Nunc </a:t>
            </a:r>
            <a:r>
              <a:rPr lang="en-US" altLang="en-US" sz="2400" dirty="0" err="1">
                <a:latin typeface="+mn-lt"/>
              </a:rPr>
              <a:t>interdum</a:t>
            </a:r>
            <a:r>
              <a:rPr lang="en-US" altLang="en-US" sz="2400" dirty="0">
                <a:latin typeface="+mn-lt"/>
              </a:rPr>
              <a:t> </a:t>
            </a:r>
            <a:r>
              <a:rPr lang="en-US" altLang="en-US" sz="2400" dirty="0" err="1">
                <a:latin typeface="+mn-lt"/>
              </a:rPr>
              <a:t>laoreet</a:t>
            </a:r>
            <a:r>
              <a:rPr lang="en-US" altLang="en-US" sz="2400" dirty="0">
                <a:latin typeface="+mn-lt"/>
              </a:rPr>
              <a:t> </a:t>
            </a:r>
            <a:r>
              <a:rPr lang="en-US" altLang="en-US" sz="2400" dirty="0" err="1">
                <a:latin typeface="+mn-lt"/>
              </a:rPr>
              <a:t>odio</a:t>
            </a:r>
            <a:r>
              <a:rPr lang="en-US" altLang="en-US" sz="2400" dirty="0">
                <a:latin typeface="+mn-lt"/>
              </a:rPr>
              <a:t>, </a:t>
            </a:r>
            <a:r>
              <a:rPr lang="en-US" altLang="en-US" sz="2400" dirty="0" err="1">
                <a:latin typeface="+mn-lt"/>
              </a:rPr>
              <a:t>eu</a:t>
            </a:r>
            <a:r>
              <a:rPr lang="en-US" altLang="en-US" sz="2400" dirty="0">
                <a:latin typeface="+mn-lt"/>
              </a:rPr>
              <a:t> </a:t>
            </a:r>
            <a:r>
              <a:rPr lang="en-US" altLang="en-US" sz="2400" dirty="0" err="1">
                <a:latin typeface="+mn-lt"/>
              </a:rPr>
              <a:t>feugiat</a:t>
            </a:r>
            <a:r>
              <a:rPr lang="en-US" altLang="en-US" sz="2400" dirty="0">
                <a:latin typeface="+mn-lt"/>
              </a:rPr>
              <a:t> </a:t>
            </a:r>
            <a:r>
              <a:rPr lang="en-US" altLang="en-US" sz="2400" dirty="0" err="1">
                <a:latin typeface="+mn-lt"/>
              </a:rPr>
              <a:t>velit</a:t>
            </a:r>
            <a:r>
              <a:rPr lang="en-US" altLang="en-US" sz="2400" dirty="0">
                <a:latin typeface="+mn-lt"/>
              </a:rPr>
              <a:t> </a:t>
            </a:r>
            <a:r>
              <a:rPr lang="en-US" altLang="en-US" sz="2400" dirty="0" err="1">
                <a:latin typeface="+mn-lt"/>
              </a:rPr>
              <a:t>feugiat</a:t>
            </a:r>
            <a:r>
              <a:rPr lang="en-US" altLang="en-US" sz="2400" dirty="0">
                <a:latin typeface="+mn-lt"/>
              </a:rPr>
              <a:t> </a:t>
            </a:r>
            <a:r>
              <a:rPr lang="en-US" altLang="en-US" sz="2400" dirty="0" err="1">
                <a:latin typeface="+mn-lt"/>
              </a:rPr>
              <a:t>sodales</a:t>
            </a:r>
            <a:r>
              <a:rPr lang="en-US" altLang="en-US" sz="2400" dirty="0">
                <a:latin typeface="+mn-lt"/>
              </a:rPr>
              <a:t>. </a:t>
            </a:r>
            <a:r>
              <a:rPr lang="en-US" altLang="en-US" sz="2400" dirty="0" err="1">
                <a:latin typeface="+mn-lt"/>
              </a:rPr>
              <a:t>Sed</a:t>
            </a:r>
            <a:r>
              <a:rPr lang="en-US" altLang="en-US" sz="2400" dirty="0">
                <a:latin typeface="+mn-lt"/>
              </a:rPr>
              <a:t> </a:t>
            </a:r>
            <a:r>
              <a:rPr lang="en-US" altLang="en-US" sz="2400" dirty="0" err="1">
                <a:latin typeface="+mn-lt"/>
              </a:rPr>
              <a:t>suscipit</a:t>
            </a:r>
            <a:r>
              <a:rPr lang="en-US" altLang="en-US" sz="2400" dirty="0">
                <a:latin typeface="+mn-lt"/>
              </a:rPr>
              <a:t> </a:t>
            </a:r>
            <a:r>
              <a:rPr lang="en-US" altLang="en-US" sz="2400" dirty="0" err="1">
                <a:latin typeface="+mn-lt"/>
              </a:rPr>
              <a:t>neque</a:t>
            </a:r>
            <a:r>
              <a:rPr lang="en-US" altLang="en-US" sz="2400" dirty="0">
                <a:latin typeface="+mn-lt"/>
              </a:rPr>
              <a:t> id dui </a:t>
            </a:r>
            <a:r>
              <a:rPr lang="en-US" altLang="en-US" sz="2400" dirty="0" err="1">
                <a:latin typeface="+mn-lt"/>
              </a:rPr>
              <a:t>dapibus</a:t>
            </a:r>
            <a:r>
              <a:rPr lang="en-US" altLang="en-US" sz="2400" dirty="0">
                <a:latin typeface="+mn-lt"/>
              </a:rPr>
              <a:t> non </a:t>
            </a:r>
            <a:r>
              <a:rPr lang="en-US" altLang="en-US" sz="2400" dirty="0" err="1">
                <a:latin typeface="+mn-lt"/>
              </a:rPr>
              <a:t>facilisis</a:t>
            </a:r>
            <a:r>
              <a:rPr lang="en-US" altLang="en-US" sz="2400" dirty="0">
                <a:latin typeface="+mn-lt"/>
              </a:rPr>
              <a:t> </a:t>
            </a:r>
            <a:r>
              <a:rPr lang="en-US" altLang="en-US" sz="2400" dirty="0" err="1">
                <a:latin typeface="+mn-lt"/>
              </a:rPr>
              <a:t>elit</a:t>
            </a:r>
            <a:r>
              <a:rPr lang="en-US" altLang="en-US" sz="2400" dirty="0">
                <a:latin typeface="+mn-lt"/>
              </a:rPr>
              <a:t> </a:t>
            </a:r>
            <a:r>
              <a:rPr lang="en-US" altLang="en-US" sz="2400" dirty="0" err="1">
                <a:latin typeface="+mn-lt"/>
              </a:rPr>
              <a:t>ultrices</a:t>
            </a:r>
            <a:r>
              <a:rPr lang="en-US" altLang="en-US" sz="2400" dirty="0">
                <a:latin typeface="+mn-lt"/>
              </a:rPr>
              <a:t>. </a:t>
            </a:r>
          </a:p>
        </p:txBody>
      </p:sp>
      <p:sp>
        <p:nvSpPr>
          <p:cNvPr id="15371" name="Text Box 277">
            <a:extLst>
              <a:ext uri="{FF2B5EF4-FFF2-40B4-BE49-F238E27FC236}">
                <a16:creationId xmlns:a16="http://schemas.microsoft.com/office/drawing/2014/main" id="{4CFE9AAB-2A58-4DC1-BDC0-3E80E5B07BA3}"/>
              </a:ext>
            </a:extLst>
          </p:cNvPr>
          <p:cNvSpPr txBox="1">
            <a:spLocks noChangeArrowheads="1"/>
          </p:cNvSpPr>
          <p:nvPr/>
        </p:nvSpPr>
        <p:spPr bwMode="auto">
          <a:xfrm>
            <a:off x="16252825" y="38744525"/>
            <a:ext cx="13565188"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2800" dirty="0" err="1">
                <a:latin typeface="+mn-lt"/>
              </a:rPr>
              <a:t>Qui</a:t>
            </a:r>
            <a:r>
              <a:rPr lang="es-ES" altLang="en-US" sz="2800" dirty="0">
                <a:latin typeface="+mn-lt"/>
              </a:rPr>
              <a:t> </a:t>
            </a:r>
            <a:r>
              <a:rPr lang="es-ES" altLang="en-US" sz="2800" dirty="0" err="1">
                <a:latin typeface="+mn-lt"/>
              </a:rPr>
              <a:t>denis</a:t>
            </a:r>
            <a:r>
              <a:rPr lang="es-ES" altLang="en-US" sz="2800" dirty="0">
                <a:latin typeface="+mn-lt"/>
              </a:rPr>
              <a:t> </a:t>
            </a:r>
            <a:r>
              <a:rPr lang="es-ES" altLang="en-US" sz="2800" dirty="0" err="1">
                <a:latin typeface="+mn-lt"/>
              </a:rPr>
              <a:t>incimaio</a:t>
            </a:r>
            <a:r>
              <a:rPr lang="es-ES" altLang="en-US" sz="2800" dirty="0">
                <a:latin typeface="+mn-lt"/>
              </a:rPr>
              <a:t> con </a:t>
            </a:r>
            <a:r>
              <a:rPr lang="es-ES" altLang="en-US" sz="2800" dirty="0" err="1">
                <a:latin typeface="+mn-lt"/>
              </a:rPr>
              <a:t>reserum</a:t>
            </a:r>
            <a:r>
              <a:rPr lang="es-ES" altLang="en-US" sz="2800" dirty="0">
                <a:latin typeface="+mn-lt"/>
              </a:rPr>
              <a:t> </a:t>
            </a:r>
            <a:r>
              <a:rPr lang="es-ES" altLang="en-US" sz="2800" dirty="0" err="1">
                <a:latin typeface="+mn-lt"/>
              </a:rPr>
              <a:t>quamet</a:t>
            </a:r>
            <a:r>
              <a:rPr lang="es-ES" altLang="en-US" sz="2800" dirty="0">
                <a:latin typeface="+mn-lt"/>
              </a:rPr>
              <a:t>- </a:t>
            </a:r>
            <a:r>
              <a:rPr lang="es-ES" altLang="en-US" sz="2800" dirty="0" err="1">
                <a:latin typeface="+mn-lt"/>
              </a:rPr>
              <a:t>Qui</a:t>
            </a:r>
            <a:r>
              <a:rPr lang="es-ES" altLang="en-US" sz="2800" dirty="0">
                <a:latin typeface="+mn-lt"/>
              </a:rPr>
              <a:t> </a:t>
            </a:r>
            <a:r>
              <a:rPr lang="es-ES" altLang="en-US" sz="2800" dirty="0" err="1">
                <a:latin typeface="+mn-lt"/>
              </a:rPr>
              <a:t>sinullo</a:t>
            </a:r>
            <a:r>
              <a:rPr lang="es-ES" altLang="en-US" sz="2800" dirty="0">
                <a:latin typeface="+mn-lt"/>
              </a:rPr>
              <a:t> </a:t>
            </a:r>
            <a:r>
              <a:rPr lang="es-ES" altLang="en-US" sz="2800" dirty="0" err="1">
                <a:latin typeface="+mn-lt"/>
              </a:rPr>
              <a:t>ribuste</a:t>
            </a:r>
            <a:r>
              <a:rPr lang="es-ES" altLang="en-US" sz="2800" dirty="0">
                <a:latin typeface="+mn-lt"/>
              </a:rPr>
              <a:t> </a:t>
            </a:r>
            <a:r>
              <a:rPr lang="es-ES" altLang="en-US" sz="2800" dirty="0" err="1">
                <a:latin typeface="+mn-lt"/>
              </a:rPr>
              <a:t>mporeium</a:t>
            </a:r>
            <a:r>
              <a:rPr lang="es-ES" altLang="en-US" sz="2800" dirty="0">
                <a:latin typeface="+mn-lt"/>
              </a:rPr>
              <a:t> </a:t>
            </a:r>
            <a:r>
              <a:rPr lang="es-ES" altLang="en-US" sz="2800" dirty="0" err="1">
                <a:latin typeface="+mn-lt"/>
              </a:rPr>
              <a:t>ium</a:t>
            </a:r>
            <a:r>
              <a:rPr lang="es-ES" altLang="en-US" sz="2800" dirty="0">
                <a:latin typeface="+mn-lt"/>
              </a:rPr>
              <a:t> </a:t>
            </a:r>
            <a:r>
              <a:rPr lang="es-ES" altLang="en-US" sz="2800" dirty="0" err="1">
                <a:latin typeface="+mn-lt"/>
              </a:rPr>
              <a:t>ipitem</a:t>
            </a:r>
            <a:r>
              <a:rPr lang="es-ES" altLang="en-US" sz="2800" dirty="0">
                <a:latin typeface="+mn-lt"/>
              </a:rPr>
              <a:t> </a:t>
            </a:r>
            <a:r>
              <a:rPr lang="es-ES" altLang="en-US" sz="2800" dirty="0" err="1">
                <a:latin typeface="+mn-lt"/>
              </a:rPr>
              <a:t>rero</a:t>
            </a:r>
            <a:r>
              <a:rPr lang="es-ES" altLang="en-US" sz="2800" dirty="0">
                <a:latin typeface="+mn-lt"/>
              </a:rPr>
              <a:t> </a:t>
            </a:r>
            <a:r>
              <a:rPr lang="es-ES" altLang="en-US" sz="2800" dirty="0" err="1">
                <a:latin typeface="+mn-lt"/>
              </a:rPr>
              <a:t>miligente</a:t>
            </a:r>
            <a:r>
              <a:rPr lang="es-ES" altLang="en-US" sz="2800" dirty="0">
                <a:latin typeface="+mn-lt"/>
              </a:rPr>
              <a:t> .</a:t>
            </a:r>
            <a:r>
              <a:rPr lang="es-ES" altLang="en-US" sz="2800" dirty="0" err="1">
                <a:latin typeface="+mn-lt"/>
              </a:rPr>
              <a:t>Solupta</a:t>
            </a:r>
            <a:r>
              <a:rPr lang="es-ES" altLang="en-US" sz="2800" dirty="0">
                <a:latin typeface="+mn-lt"/>
              </a:rPr>
              <a:t> </a:t>
            </a:r>
            <a:r>
              <a:rPr lang="es-ES" altLang="en-US" sz="2800" dirty="0" err="1">
                <a:latin typeface="+mn-lt"/>
              </a:rPr>
              <a:t>temodi</a:t>
            </a:r>
            <a:r>
              <a:rPr lang="es-ES" altLang="en-US" sz="2800" dirty="0">
                <a:latin typeface="+mn-lt"/>
              </a:rPr>
              <a:t> </a:t>
            </a:r>
            <a:r>
              <a:rPr lang="es-ES" altLang="en-US" sz="2800" dirty="0" err="1">
                <a:latin typeface="+mn-lt"/>
              </a:rPr>
              <a:t>assequistium</a:t>
            </a:r>
            <a:r>
              <a:rPr lang="es-ES" altLang="en-US" sz="2800" dirty="0">
                <a:latin typeface="+mn-lt"/>
              </a:rPr>
              <a:t> </a:t>
            </a:r>
            <a:r>
              <a:rPr lang="es-ES" altLang="en-US" sz="2800" dirty="0" err="1">
                <a:latin typeface="+mn-lt"/>
              </a:rPr>
              <a:t>quidenis</a:t>
            </a:r>
            <a:r>
              <a:rPr lang="es-ES" altLang="en-US" sz="2800" dirty="0">
                <a:latin typeface="+mn-lt"/>
              </a:rPr>
              <a:t> </a:t>
            </a:r>
            <a:r>
              <a:rPr lang="es-ES" altLang="en-US" sz="2800" dirty="0" err="1">
                <a:latin typeface="+mn-lt"/>
              </a:rPr>
              <a:t>sequide</a:t>
            </a:r>
            <a:r>
              <a:rPr lang="es-ES" altLang="en-US" sz="2800" dirty="0">
                <a:latin typeface="+mn-lt"/>
              </a:rPr>
              <a:t> </a:t>
            </a:r>
            <a:r>
              <a:rPr lang="es-ES" altLang="en-US" sz="2800" dirty="0" err="1">
                <a:latin typeface="+mn-lt"/>
              </a:rPr>
              <a:t>pore</a:t>
            </a:r>
            <a:r>
              <a:rPr lang="es-ES" altLang="en-US" sz="2800" dirty="0">
                <a:latin typeface="+mn-lt"/>
              </a:rPr>
              <a:t> </a:t>
            </a:r>
            <a:r>
              <a:rPr lang="es-ES" altLang="en-US" sz="2800" dirty="0" err="1">
                <a:latin typeface="+mn-lt"/>
              </a:rPr>
              <a:t>Dolupta</a:t>
            </a:r>
            <a:r>
              <a:rPr lang="es-ES" altLang="en-US" sz="2800" dirty="0">
                <a:latin typeface="+mn-lt"/>
              </a:rPr>
              <a:t> por </a:t>
            </a:r>
            <a:r>
              <a:rPr lang="es-ES" altLang="en-US" sz="2800" dirty="0" err="1">
                <a:latin typeface="+mn-lt"/>
              </a:rPr>
              <a:t>modictur</a:t>
            </a:r>
            <a:r>
              <a:rPr lang="es-ES" altLang="en-US" sz="2800" dirty="0">
                <a:latin typeface="+mn-lt"/>
              </a:rPr>
              <a:t> </a:t>
            </a:r>
            <a:r>
              <a:rPr lang="es-ES" altLang="en-US" sz="2800" dirty="0" err="1">
                <a:latin typeface="+mn-lt"/>
              </a:rPr>
              <a:t>acienducid</a:t>
            </a:r>
            <a:r>
              <a:rPr lang="es-ES" altLang="en-US" sz="2800" dirty="0">
                <a:latin typeface="+mn-lt"/>
              </a:rPr>
              <a:t> </a:t>
            </a:r>
            <a:r>
              <a:rPr lang="es-ES" altLang="en-US" sz="2800" dirty="0" err="1">
                <a:latin typeface="+mn-lt"/>
              </a:rPr>
              <a:t>moluptate</a:t>
            </a:r>
            <a:r>
              <a:rPr lang="es-ES" altLang="en-US" sz="2800" dirty="0">
                <a:latin typeface="+mn-lt"/>
              </a:rPr>
              <a:t> cum </a:t>
            </a:r>
            <a:r>
              <a:rPr lang="es-ES" altLang="en-US" sz="2800" dirty="0" err="1">
                <a:latin typeface="+mn-lt"/>
              </a:rPr>
              <a:t>Vellupta</a:t>
            </a:r>
            <a:r>
              <a:rPr lang="es-ES" altLang="en-US" sz="2800" dirty="0">
                <a:latin typeface="+mn-lt"/>
              </a:rPr>
              <a:t> es ad </a:t>
            </a:r>
            <a:r>
              <a:rPr lang="es-ES" altLang="en-US" sz="2800" dirty="0" err="1">
                <a:latin typeface="+mn-lt"/>
              </a:rPr>
              <a:t>qui</a:t>
            </a:r>
            <a:r>
              <a:rPr lang="es-ES" altLang="en-US" sz="2800" dirty="0">
                <a:latin typeface="+mn-lt"/>
              </a:rPr>
              <a:t> </a:t>
            </a:r>
            <a:r>
              <a:rPr lang="es-ES" altLang="en-US" sz="2800" dirty="0" err="1">
                <a:latin typeface="+mn-lt"/>
              </a:rPr>
              <a:t>blat</a:t>
            </a:r>
            <a:r>
              <a:rPr lang="es-ES" altLang="en-US" sz="2800" dirty="0">
                <a:latin typeface="+mn-lt"/>
              </a:rPr>
              <a:t> </a:t>
            </a:r>
            <a:r>
              <a:rPr lang="es-ES" altLang="en-US" sz="2800" dirty="0" err="1">
                <a:latin typeface="+mn-lt"/>
              </a:rPr>
              <a:t>iliquis</a:t>
            </a:r>
            <a:r>
              <a:rPr lang="es-ES" altLang="en-US" sz="2800" dirty="0">
                <a:latin typeface="+mn-lt"/>
              </a:rPr>
              <a:t> et </a:t>
            </a:r>
          </a:p>
        </p:txBody>
      </p:sp>
      <p:sp>
        <p:nvSpPr>
          <p:cNvPr id="15372" name="Text Box 277">
            <a:extLst>
              <a:ext uri="{FF2B5EF4-FFF2-40B4-BE49-F238E27FC236}">
                <a16:creationId xmlns:a16="http://schemas.microsoft.com/office/drawing/2014/main" id="{2DAABCBB-99A9-4BFD-AA00-33F65A8D4C06}"/>
              </a:ext>
            </a:extLst>
          </p:cNvPr>
          <p:cNvSpPr txBox="1">
            <a:spLocks noChangeArrowheads="1"/>
          </p:cNvSpPr>
          <p:nvPr/>
        </p:nvSpPr>
        <p:spPr bwMode="auto">
          <a:xfrm>
            <a:off x="1471613" y="23725188"/>
            <a:ext cx="1356518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3600" b="1" dirty="0">
                <a:ea typeface="Arial" charset="0"/>
                <a:cs typeface="Arial" charset="0"/>
              </a:rPr>
              <a:t>PROIN AC CONVALLIS SAPIEN.</a:t>
            </a:r>
          </a:p>
          <a:p>
            <a:pPr algn="just" eaLnBrk="1" hangingPunct="1">
              <a:spcBef>
                <a:spcPct val="50000"/>
              </a:spcBef>
              <a:buFontTx/>
              <a:buNone/>
              <a:defRPr/>
            </a:pPr>
            <a:r>
              <a:rPr lang="es-ES" altLang="en-US" sz="3600" dirty="0" err="1">
                <a:latin typeface="+mn-lt"/>
              </a:rPr>
              <a:t>Nullam</a:t>
            </a:r>
            <a:r>
              <a:rPr lang="es-ES" altLang="en-US" sz="3600" dirty="0">
                <a:latin typeface="+mn-lt"/>
              </a:rPr>
              <a:t> in urna lacinia </a:t>
            </a:r>
            <a:r>
              <a:rPr lang="es-ES" altLang="en-US" sz="3600" dirty="0" err="1">
                <a:latin typeface="+mn-lt"/>
              </a:rPr>
              <a:t>orci</a:t>
            </a:r>
            <a:r>
              <a:rPr lang="es-ES" altLang="en-US" sz="3600" dirty="0">
                <a:latin typeface="+mn-lt"/>
              </a:rPr>
              <a:t> </a:t>
            </a:r>
            <a:r>
              <a:rPr lang="es-ES" altLang="en-US" sz="3600" dirty="0" err="1">
                <a:latin typeface="+mn-lt"/>
              </a:rPr>
              <a:t>consequat</a:t>
            </a:r>
            <a:r>
              <a:rPr lang="es-ES" altLang="en-US" sz="3600" dirty="0">
                <a:latin typeface="+mn-lt"/>
              </a:rPr>
              <a:t> </a:t>
            </a:r>
            <a:r>
              <a:rPr lang="es-ES" altLang="en-US" sz="3600" dirty="0" err="1">
                <a:latin typeface="+mn-lt"/>
              </a:rPr>
              <a:t>dictum</a:t>
            </a:r>
            <a:r>
              <a:rPr lang="es-ES" altLang="en-US" sz="3600" dirty="0">
                <a:latin typeface="+mn-lt"/>
              </a:rPr>
              <a:t>. </a:t>
            </a:r>
            <a:r>
              <a:rPr lang="es-ES" altLang="en-US" sz="3600" dirty="0" err="1">
                <a:latin typeface="+mn-lt"/>
              </a:rPr>
              <a:t>Nam</a:t>
            </a:r>
            <a:r>
              <a:rPr lang="es-ES" altLang="en-US" sz="3600" dirty="0">
                <a:latin typeface="+mn-lt"/>
              </a:rPr>
              <a:t> </a:t>
            </a:r>
            <a:r>
              <a:rPr lang="es-ES" altLang="en-US" sz="3600" dirty="0" err="1">
                <a:latin typeface="+mn-lt"/>
              </a:rPr>
              <a:t>scelerisque</a:t>
            </a:r>
            <a:r>
              <a:rPr lang="es-ES" altLang="en-US" sz="3600" dirty="0">
                <a:latin typeface="+mn-lt"/>
              </a:rPr>
              <a:t>, </a:t>
            </a:r>
            <a:r>
              <a:rPr lang="es-ES" altLang="en-US" sz="3600" dirty="0" err="1">
                <a:latin typeface="+mn-lt"/>
              </a:rPr>
              <a:t>nisl</a:t>
            </a:r>
            <a:r>
              <a:rPr lang="es-ES" altLang="en-US" sz="3600" dirty="0">
                <a:latin typeface="+mn-lt"/>
              </a:rPr>
              <a:t> in </a:t>
            </a:r>
            <a:r>
              <a:rPr lang="es-ES" altLang="en-US" sz="3600" dirty="0" err="1">
                <a:latin typeface="+mn-lt"/>
              </a:rPr>
              <a:t>euismod</a:t>
            </a:r>
            <a:r>
              <a:rPr lang="es-ES" altLang="en-US" sz="3600" dirty="0">
                <a:latin typeface="+mn-lt"/>
              </a:rPr>
              <a:t> </a:t>
            </a:r>
            <a:r>
              <a:rPr lang="es-ES" altLang="en-US" sz="3600" dirty="0" err="1">
                <a:latin typeface="+mn-lt"/>
              </a:rPr>
              <a:t>eleifend</a:t>
            </a:r>
            <a:r>
              <a:rPr lang="es-ES" altLang="en-US" sz="3600" dirty="0">
                <a:latin typeface="+mn-lt"/>
              </a:rPr>
              <a:t>, justo </a:t>
            </a:r>
            <a:r>
              <a:rPr lang="es-ES" altLang="en-US" sz="3600" dirty="0" err="1">
                <a:latin typeface="+mn-lt"/>
              </a:rPr>
              <a:t>diam</a:t>
            </a:r>
            <a:r>
              <a:rPr lang="es-ES" altLang="en-US" sz="3600" dirty="0">
                <a:latin typeface="+mn-lt"/>
              </a:rPr>
              <a:t> </a:t>
            </a:r>
            <a:r>
              <a:rPr lang="es-ES" altLang="en-US" sz="3600" dirty="0" err="1">
                <a:latin typeface="+mn-lt"/>
              </a:rPr>
              <a:t>bibendum</a:t>
            </a:r>
            <a:r>
              <a:rPr lang="es-ES" altLang="en-US" sz="3600" dirty="0">
                <a:latin typeface="+mn-lt"/>
              </a:rPr>
              <a:t> </a:t>
            </a:r>
            <a:r>
              <a:rPr lang="es-ES" altLang="en-US" sz="3600" dirty="0" err="1">
                <a:latin typeface="+mn-lt"/>
              </a:rPr>
              <a:t>dui</a:t>
            </a:r>
            <a:r>
              <a:rPr lang="es-ES" altLang="en-US" sz="3600" dirty="0">
                <a:latin typeface="+mn-lt"/>
              </a:rPr>
              <a:t>.</a:t>
            </a:r>
            <a:endParaRPr lang="en-US" altLang="en-US" sz="3600" dirty="0">
              <a:latin typeface="+mn-lt"/>
            </a:endParaRPr>
          </a:p>
        </p:txBody>
      </p:sp>
      <p:sp>
        <p:nvSpPr>
          <p:cNvPr id="2" name="Rectangle 1">
            <a:extLst>
              <a:ext uri="{FF2B5EF4-FFF2-40B4-BE49-F238E27FC236}">
                <a16:creationId xmlns:a16="http://schemas.microsoft.com/office/drawing/2014/main" id="{0D0BD5F6-1CB3-46A6-9D58-D00FE1F32604}"/>
              </a:ext>
            </a:extLst>
          </p:cNvPr>
          <p:cNvSpPr>
            <a:spLocks noChangeArrowheads="1"/>
          </p:cNvSpPr>
          <p:nvPr/>
        </p:nvSpPr>
        <p:spPr bwMode="auto">
          <a:xfrm>
            <a:off x="1331913" y="3419475"/>
            <a:ext cx="28800425" cy="8120063"/>
          </a:xfrm>
          <a:prstGeom prst="rect">
            <a:avLst/>
          </a:prstGeom>
          <a:solidFill>
            <a:srgbClr val="253786"/>
          </a:solidFill>
          <a:ln w="9525">
            <a:solidFill>
              <a:schemeClr val="bg1"/>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n-GB" altLang="x-none">
              <a:solidFill>
                <a:srgbClr val="FFFFFF"/>
              </a:solidFill>
              <a:latin typeface="Arial" charset="0"/>
              <a:ea typeface="ＭＳ Ｐゴシック" charset="-128"/>
            </a:endParaRPr>
          </a:p>
        </p:txBody>
      </p:sp>
      <p:sp>
        <p:nvSpPr>
          <p:cNvPr id="2052" name="Text Box 274">
            <a:extLst>
              <a:ext uri="{FF2B5EF4-FFF2-40B4-BE49-F238E27FC236}">
                <a16:creationId xmlns:a16="http://schemas.microsoft.com/office/drawing/2014/main" id="{F17B7B8E-4567-4A42-AD0D-ABEC7820B230}"/>
              </a:ext>
            </a:extLst>
          </p:cNvPr>
          <p:cNvSpPr txBox="1">
            <a:spLocks noChangeArrowheads="1"/>
          </p:cNvSpPr>
          <p:nvPr/>
        </p:nvSpPr>
        <p:spPr bwMode="auto">
          <a:xfrm>
            <a:off x="2144713" y="4410075"/>
            <a:ext cx="20915312"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ct val="20000"/>
              </a:spcBef>
              <a:buChar char="•"/>
              <a:defRPr sz="14300">
                <a:solidFill>
                  <a:schemeClr val="tx1"/>
                </a:solidFill>
                <a:latin typeface="Arial" charset="0"/>
                <a:ea typeface="ＭＳ Ｐゴシック" pitchFamily="34" charset="-128"/>
              </a:defRPr>
            </a:lvl1pPr>
            <a:lvl2pPr marL="37931725" indent="-37474525" eaLnBrk="0" hangingPunct="0">
              <a:spcBef>
                <a:spcPct val="20000"/>
              </a:spcBef>
              <a:buChar char="–"/>
              <a:defRPr sz="12500">
                <a:solidFill>
                  <a:schemeClr val="tx1"/>
                </a:solidFill>
                <a:latin typeface="Arial" charset="0"/>
                <a:ea typeface="ＭＳ Ｐゴシック" pitchFamily="34" charset="-128"/>
              </a:defRPr>
            </a:lvl2pPr>
            <a:lvl3pPr marL="5105400" indent="-1020763" eaLnBrk="0" hangingPunct="0">
              <a:spcBef>
                <a:spcPct val="20000"/>
              </a:spcBef>
              <a:buChar char="•"/>
              <a:defRPr sz="10700">
                <a:solidFill>
                  <a:schemeClr val="tx1"/>
                </a:solidFill>
                <a:latin typeface="Arial" charset="0"/>
                <a:ea typeface="ＭＳ Ｐゴシック" pitchFamily="34" charset="-128"/>
              </a:defRPr>
            </a:lvl3pPr>
            <a:lvl4pPr marL="7146925" indent="-1020763" eaLnBrk="0" hangingPunct="0">
              <a:spcBef>
                <a:spcPct val="20000"/>
              </a:spcBef>
              <a:buChar char="–"/>
              <a:defRPr sz="8900">
                <a:solidFill>
                  <a:schemeClr val="tx1"/>
                </a:solidFill>
                <a:latin typeface="Arial" charset="0"/>
                <a:ea typeface="ＭＳ Ｐゴシック" pitchFamily="34" charset="-128"/>
              </a:defRPr>
            </a:lvl4pPr>
            <a:lvl5pPr marL="9188450" indent="-1020763" eaLnBrk="0" hangingPunct="0">
              <a:spcBef>
                <a:spcPct val="20000"/>
              </a:spcBef>
              <a:buChar char="»"/>
              <a:defRPr sz="8900">
                <a:solidFill>
                  <a:schemeClr val="tx1"/>
                </a:solidFill>
                <a:latin typeface="Arial" charset="0"/>
                <a:ea typeface="ＭＳ Ｐゴシック" pitchFamily="34"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9pPr>
          </a:lstStyle>
          <a:p>
            <a:pPr eaLnBrk="1" hangingPunct="1">
              <a:spcBef>
                <a:spcPct val="50000"/>
              </a:spcBef>
              <a:buFontTx/>
              <a:buNone/>
              <a:defRPr/>
            </a:pPr>
            <a:r>
              <a:rPr lang="es-ES" altLang="en-US" sz="9500" b="1" dirty="0" err="1">
                <a:solidFill>
                  <a:schemeClr val="bg1"/>
                </a:solidFill>
                <a:latin typeface="+mj-lt"/>
              </a:rPr>
              <a:t>Title</a:t>
            </a:r>
            <a:r>
              <a:rPr lang="es-ES" altLang="en-US" sz="9500" b="1" dirty="0">
                <a:solidFill>
                  <a:schemeClr val="bg1"/>
                </a:solidFill>
                <a:latin typeface="+mj-lt"/>
              </a:rPr>
              <a:t> of </a:t>
            </a:r>
            <a:r>
              <a:rPr lang="es-ES" altLang="en-US" sz="9500" b="1" dirty="0" err="1">
                <a:solidFill>
                  <a:schemeClr val="bg1"/>
                </a:solidFill>
                <a:latin typeface="+mj-lt"/>
              </a:rPr>
              <a:t>project</a:t>
            </a:r>
            <a:r>
              <a:rPr lang="es-ES" altLang="en-US" sz="9500" b="1" dirty="0">
                <a:solidFill>
                  <a:schemeClr val="bg1"/>
                </a:solidFill>
                <a:latin typeface="+mj-lt"/>
              </a:rPr>
              <a:t> </a:t>
            </a:r>
            <a:r>
              <a:rPr lang="es-ES" altLang="en-US" sz="9500" b="1" dirty="0" err="1">
                <a:solidFill>
                  <a:schemeClr val="bg1"/>
                </a:solidFill>
                <a:latin typeface="+mj-lt"/>
              </a:rPr>
              <a:t>will</a:t>
            </a:r>
            <a:r>
              <a:rPr lang="es-ES" altLang="en-US" sz="9500" b="1" dirty="0">
                <a:solidFill>
                  <a:schemeClr val="bg1"/>
                </a:solidFill>
                <a:latin typeface="+mj-lt"/>
              </a:rPr>
              <a:t> </a:t>
            </a:r>
            <a:r>
              <a:rPr lang="es-ES" altLang="en-US" sz="9500" b="1" dirty="0" err="1">
                <a:solidFill>
                  <a:schemeClr val="bg1"/>
                </a:solidFill>
                <a:latin typeface="+mj-lt"/>
              </a:rPr>
              <a:t>go</a:t>
            </a:r>
            <a:r>
              <a:rPr lang="es-ES" altLang="en-US" sz="9500" b="1" dirty="0">
                <a:solidFill>
                  <a:schemeClr val="bg1"/>
                </a:solidFill>
                <a:latin typeface="+mj-lt"/>
              </a:rPr>
              <a:t> </a:t>
            </a:r>
            <a:r>
              <a:rPr lang="es-ES" altLang="en-US" sz="9500" b="1" dirty="0" err="1">
                <a:solidFill>
                  <a:schemeClr val="bg1"/>
                </a:solidFill>
                <a:latin typeface="+mj-lt"/>
              </a:rPr>
              <a:t>here</a:t>
            </a:r>
            <a:r>
              <a:rPr lang="es-ES" altLang="en-US" sz="9500" b="1" dirty="0">
                <a:solidFill>
                  <a:schemeClr val="bg1"/>
                </a:solidFill>
                <a:latin typeface="+mj-lt"/>
              </a:rPr>
              <a:t>, </a:t>
            </a:r>
            <a:r>
              <a:rPr lang="es-ES" altLang="en-US" sz="9500" b="1" dirty="0" err="1">
                <a:solidFill>
                  <a:schemeClr val="bg1"/>
                </a:solidFill>
                <a:latin typeface="+mj-lt"/>
              </a:rPr>
              <a:t>font</a:t>
            </a:r>
            <a:r>
              <a:rPr lang="es-ES" altLang="en-US" sz="9500" b="1" dirty="0">
                <a:solidFill>
                  <a:schemeClr val="bg1"/>
                </a:solidFill>
                <a:latin typeface="+mj-lt"/>
              </a:rPr>
              <a:t> Arial Black  in </a:t>
            </a:r>
            <a:r>
              <a:rPr lang="es-ES" altLang="en-US" sz="9500" b="1" dirty="0" err="1">
                <a:solidFill>
                  <a:schemeClr val="bg1"/>
                </a:solidFill>
                <a:latin typeface="+mj-lt"/>
              </a:rPr>
              <a:t>size</a:t>
            </a:r>
            <a:r>
              <a:rPr lang="es-ES" altLang="en-US" sz="9500" b="1" dirty="0">
                <a:solidFill>
                  <a:schemeClr val="bg1"/>
                </a:solidFill>
                <a:latin typeface="+mj-lt"/>
              </a:rPr>
              <a:t> 95</a:t>
            </a:r>
            <a:endParaRPr lang="en-US" altLang="en-US" sz="9500" b="1" dirty="0">
              <a:solidFill>
                <a:schemeClr val="bg1"/>
              </a:solidFill>
              <a:latin typeface="+mj-lt"/>
            </a:endParaRPr>
          </a:p>
        </p:txBody>
      </p:sp>
      <p:sp>
        <p:nvSpPr>
          <p:cNvPr id="15375" name="Text Box 275">
            <a:extLst>
              <a:ext uri="{FF2B5EF4-FFF2-40B4-BE49-F238E27FC236}">
                <a16:creationId xmlns:a16="http://schemas.microsoft.com/office/drawing/2014/main" id="{A38E51B3-4F7F-43E9-A300-6FB2FB782A2D}"/>
              </a:ext>
            </a:extLst>
          </p:cNvPr>
          <p:cNvSpPr txBox="1">
            <a:spLocks noChangeArrowheads="1"/>
          </p:cNvSpPr>
          <p:nvPr/>
        </p:nvSpPr>
        <p:spPr bwMode="auto">
          <a:xfrm>
            <a:off x="2144713" y="7839075"/>
            <a:ext cx="19696112"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4800" b="1">
                <a:solidFill>
                  <a:schemeClr val="bg1"/>
                </a:solidFill>
              </a:rPr>
              <a:t>Names of Authors will go here in dark grey using the font Arial in size 48 and justified to the left</a:t>
            </a:r>
          </a:p>
          <a:p>
            <a:pPr eaLnBrk="1" hangingPunct="1">
              <a:spcBef>
                <a:spcPct val="50000"/>
              </a:spcBef>
              <a:buFontTx/>
              <a:buNone/>
            </a:pPr>
            <a:endParaRPr lang="en-US" altLang="en-US" sz="3200">
              <a:solidFill>
                <a:srgbClr val="595959"/>
              </a:solidFill>
              <a:latin typeface="Swiss 721 BT" charset="0"/>
            </a:endParaRPr>
          </a:p>
          <a:p>
            <a:pPr eaLnBrk="1" hangingPunct="1">
              <a:spcBef>
                <a:spcPct val="50000"/>
              </a:spcBef>
              <a:buFontTx/>
              <a:buNone/>
            </a:pPr>
            <a:endParaRPr lang="en-US" altLang="en-US" sz="3200">
              <a:solidFill>
                <a:srgbClr val="595959"/>
              </a:solidFill>
              <a:latin typeface="Swiss 721 BT" charset="0"/>
            </a:endParaRPr>
          </a:p>
        </p:txBody>
      </p:sp>
      <p:sp>
        <p:nvSpPr>
          <p:cNvPr id="2078" name="Text Box 275">
            <a:extLst>
              <a:ext uri="{FF2B5EF4-FFF2-40B4-BE49-F238E27FC236}">
                <a16:creationId xmlns:a16="http://schemas.microsoft.com/office/drawing/2014/main" id="{621BE83F-CA99-4411-B000-E648370F18B9}"/>
              </a:ext>
            </a:extLst>
          </p:cNvPr>
          <p:cNvSpPr txBox="1">
            <a:spLocks noChangeArrowheads="1"/>
          </p:cNvSpPr>
          <p:nvPr/>
        </p:nvSpPr>
        <p:spPr bwMode="auto">
          <a:xfrm>
            <a:off x="2173288" y="9493250"/>
            <a:ext cx="19696112"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ct val="20000"/>
              </a:spcBef>
              <a:buChar char="•"/>
              <a:defRPr sz="14300">
                <a:solidFill>
                  <a:schemeClr val="tx1"/>
                </a:solidFill>
                <a:latin typeface="Arial" charset="0"/>
                <a:ea typeface="ＭＳ Ｐゴシック" pitchFamily="34" charset="-128"/>
              </a:defRPr>
            </a:lvl1pPr>
            <a:lvl2pPr marL="37931725" indent="-37474525" eaLnBrk="0" hangingPunct="0">
              <a:spcBef>
                <a:spcPct val="20000"/>
              </a:spcBef>
              <a:buChar char="–"/>
              <a:defRPr sz="12500">
                <a:solidFill>
                  <a:schemeClr val="tx1"/>
                </a:solidFill>
                <a:latin typeface="Arial" charset="0"/>
                <a:ea typeface="ＭＳ Ｐゴシック" pitchFamily="34" charset="-128"/>
              </a:defRPr>
            </a:lvl2pPr>
            <a:lvl3pPr marL="5105400" indent="-1020763" eaLnBrk="0" hangingPunct="0">
              <a:spcBef>
                <a:spcPct val="20000"/>
              </a:spcBef>
              <a:buChar char="•"/>
              <a:defRPr sz="10700">
                <a:solidFill>
                  <a:schemeClr val="tx1"/>
                </a:solidFill>
                <a:latin typeface="Arial" charset="0"/>
                <a:ea typeface="ＭＳ Ｐゴシック" pitchFamily="34" charset="-128"/>
              </a:defRPr>
            </a:lvl3pPr>
            <a:lvl4pPr marL="7146925" indent="-1020763" eaLnBrk="0" hangingPunct="0">
              <a:spcBef>
                <a:spcPct val="20000"/>
              </a:spcBef>
              <a:buChar char="–"/>
              <a:defRPr sz="8900">
                <a:solidFill>
                  <a:schemeClr val="tx1"/>
                </a:solidFill>
                <a:latin typeface="Arial" charset="0"/>
                <a:ea typeface="ＭＳ Ｐゴシック" pitchFamily="34" charset="-128"/>
              </a:defRPr>
            </a:lvl4pPr>
            <a:lvl5pPr marL="9188450" indent="-1020763" eaLnBrk="0" hangingPunct="0">
              <a:spcBef>
                <a:spcPct val="20000"/>
              </a:spcBef>
              <a:buChar char="»"/>
              <a:defRPr sz="8900">
                <a:solidFill>
                  <a:schemeClr val="tx1"/>
                </a:solidFill>
                <a:latin typeface="Arial" charset="0"/>
                <a:ea typeface="ＭＳ Ｐゴシック" pitchFamily="34"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9pPr>
          </a:lstStyle>
          <a:p>
            <a:pPr eaLnBrk="1" hangingPunct="1">
              <a:spcBef>
                <a:spcPct val="50000"/>
              </a:spcBef>
              <a:buFontTx/>
              <a:buNone/>
              <a:defRPr/>
            </a:pPr>
            <a:r>
              <a:rPr lang="en-US" altLang="en-US" sz="3200" dirty="0">
                <a:solidFill>
                  <a:schemeClr val="bg1"/>
                </a:solidFill>
                <a:latin typeface="+mj-lt"/>
              </a:rPr>
              <a:t>Affiliation, departments/Groups</a:t>
            </a:r>
          </a:p>
          <a:p>
            <a:pPr eaLnBrk="1" hangingPunct="1">
              <a:spcBef>
                <a:spcPct val="50000"/>
              </a:spcBef>
              <a:buFontTx/>
              <a:buNone/>
              <a:defRPr/>
            </a:pPr>
            <a:r>
              <a:rPr lang="en-US" altLang="en-US" sz="3200" dirty="0">
                <a:solidFill>
                  <a:schemeClr val="bg1"/>
                </a:solidFill>
                <a:latin typeface="+mj-lt"/>
              </a:rPr>
              <a:t>Affiliation, departments/Groups</a:t>
            </a:r>
          </a:p>
          <a:p>
            <a:pPr eaLnBrk="1" hangingPunct="1">
              <a:spcBef>
                <a:spcPct val="50000"/>
              </a:spcBef>
              <a:buFontTx/>
              <a:buNone/>
              <a:defRPr/>
            </a:pPr>
            <a:endParaRPr lang="en-US" altLang="en-US" sz="3200" dirty="0">
              <a:solidFill>
                <a:srgbClr val="595959"/>
              </a:solidFill>
              <a:latin typeface="Swiss 721 BT" charset="0"/>
            </a:endParaRPr>
          </a:p>
          <a:p>
            <a:pPr eaLnBrk="1" hangingPunct="1">
              <a:spcBef>
                <a:spcPct val="50000"/>
              </a:spcBef>
              <a:buFontTx/>
              <a:buNone/>
              <a:defRPr/>
            </a:pPr>
            <a:endParaRPr lang="en-US" altLang="en-US" sz="3200" dirty="0">
              <a:solidFill>
                <a:srgbClr val="595959"/>
              </a:solidFill>
              <a:latin typeface="Swiss 721 BT" charset="0"/>
            </a:endParaRPr>
          </a:p>
        </p:txBody>
      </p:sp>
      <p:pic>
        <p:nvPicPr>
          <p:cNvPr id="15377" name="Picture 2">
            <a:extLst>
              <a:ext uri="{FF2B5EF4-FFF2-40B4-BE49-F238E27FC236}">
                <a16:creationId xmlns:a16="http://schemas.microsoft.com/office/drawing/2014/main" id="{0FA79FAC-0B39-41AF-9C32-A03844D3C2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1613" y="1187450"/>
            <a:ext cx="4033837" cy="116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Connector 3">
            <a:extLst>
              <a:ext uri="{FF2B5EF4-FFF2-40B4-BE49-F238E27FC236}">
                <a16:creationId xmlns:a16="http://schemas.microsoft.com/office/drawing/2014/main" id="{5A9CBA97-0B52-47CF-93F6-E41A398719E1}"/>
              </a:ext>
            </a:extLst>
          </p:cNvPr>
          <p:cNvCxnSpPr>
            <a:cxnSpLocks noChangeShapeType="1"/>
          </p:cNvCxnSpPr>
          <p:nvPr/>
        </p:nvCxnSpPr>
        <p:spPr bwMode="auto">
          <a:xfrm>
            <a:off x="2144713" y="4194175"/>
            <a:ext cx="26331862" cy="0"/>
          </a:xfrm>
          <a:prstGeom prst="line">
            <a:avLst/>
          </a:prstGeom>
          <a:noFill/>
          <a:ln w="76200">
            <a:solidFill>
              <a:schemeClr val="bg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5379" name="Picture 3">
            <a:extLst>
              <a:ext uri="{FF2B5EF4-FFF2-40B4-BE49-F238E27FC236}">
                <a16:creationId xmlns:a16="http://schemas.microsoft.com/office/drawing/2014/main" id="{C47AAB32-7BD6-4266-B7DD-0671810D86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93825" y="15109825"/>
            <a:ext cx="5686425"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a:extLst>
              <a:ext uri="{FF2B5EF4-FFF2-40B4-BE49-F238E27FC236}">
                <a16:creationId xmlns:a16="http://schemas.microsoft.com/office/drawing/2014/main" id="{5EC32B31-E036-4C59-99B2-B4506FD3F149}"/>
              </a:ext>
            </a:extLst>
          </p:cNvPr>
          <p:cNvCxnSpPr>
            <a:cxnSpLocks noChangeShapeType="1"/>
          </p:cNvCxnSpPr>
          <p:nvPr/>
        </p:nvCxnSpPr>
        <p:spPr bwMode="auto">
          <a:xfrm>
            <a:off x="1393825" y="16281400"/>
            <a:ext cx="13977938"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5381" name="Picture 3">
            <a:extLst>
              <a:ext uri="{FF2B5EF4-FFF2-40B4-BE49-F238E27FC236}">
                <a16:creationId xmlns:a16="http://schemas.microsoft.com/office/drawing/2014/main" id="{7E58A3DF-587D-4529-BDA4-7456DA8A1E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938500" y="15154275"/>
            <a:ext cx="4183063"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6" name="Straight Connector 55">
            <a:extLst>
              <a:ext uri="{FF2B5EF4-FFF2-40B4-BE49-F238E27FC236}">
                <a16:creationId xmlns:a16="http://schemas.microsoft.com/office/drawing/2014/main" id="{0FD5C28A-4E34-4E30-BA1E-2E6B0FC5DEC9}"/>
              </a:ext>
            </a:extLst>
          </p:cNvPr>
          <p:cNvCxnSpPr>
            <a:cxnSpLocks noChangeShapeType="1"/>
          </p:cNvCxnSpPr>
          <p:nvPr/>
        </p:nvCxnSpPr>
        <p:spPr bwMode="auto">
          <a:xfrm>
            <a:off x="15938500" y="16325850"/>
            <a:ext cx="13977938" cy="0"/>
          </a:xfrm>
          <a:prstGeom prst="line">
            <a:avLst/>
          </a:prstGeom>
          <a:noFill/>
          <a:ln w="25400">
            <a:solidFill>
              <a:srgbClr val="00509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5383" name="TextBox 48">
            <a:extLst>
              <a:ext uri="{FF2B5EF4-FFF2-40B4-BE49-F238E27FC236}">
                <a16:creationId xmlns:a16="http://schemas.microsoft.com/office/drawing/2014/main" id="{0A351903-28FA-4F0D-ABA5-4406A151D641}"/>
              </a:ext>
            </a:extLst>
          </p:cNvPr>
          <p:cNvSpPr txBox="1">
            <a:spLocks noChangeArrowheads="1"/>
          </p:cNvSpPr>
          <p:nvPr/>
        </p:nvSpPr>
        <p:spPr bwMode="auto">
          <a:xfrm>
            <a:off x="1617663" y="15252700"/>
            <a:ext cx="1356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BACKGROUND</a:t>
            </a:r>
          </a:p>
        </p:txBody>
      </p:sp>
      <p:sp>
        <p:nvSpPr>
          <p:cNvPr id="15384" name="TextBox 48">
            <a:extLst>
              <a:ext uri="{FF2B5EF4-FFF2-40B4-BE49-F238E27FC236}">
                <a16:creationId xmlns:a16="http://schemas.microsoft.com/office/drawing/2014/main" id="{C9CF58CB-CBCC-46DB-85FB-F012AB9D08EC}"/>
              </a:ext>
            </a:extLst>
          </p:cNvPr>
          <p:cNvSpPr txBox="1">
            <a:spLocks noChangeArrowheads="1"/>
          </p:cNvSpPr>
          <p:nvPr/>
        </p:nvSpPr>
        <p:spPr bwMode="auto">
          <a:xfrm>
            <a:off x="16235363" y="15325725"/>
            <a:ext cx="1356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RESULTS</a:t>
            </a:r>
          </a:p>
        </p:txBody>
      </p:sp>
      <p:sp>
        <p:nvSpPr>
          <p:cNvPr id="15385" name="Text Box 277">
            <a:extLst>
              <a:ext uri="{FF2B5EF4-FFF2-40B4-BE49-F238E27FC236}">
                <a16:creationId xmlns:a16="http://schemas.microsoft.com/office/drawing/2014/main" id="{3DEFCD18-C007-4EF8-BFED-40E8C9AD456F}"/>
              </a:ext>
            </a:extLst>
          </p:cNvPr>
          <p:cNvSpPr txBox="1">
            <a:spLocks noChangeArrowheads="1"/>
          </p:cNvSpPr>
          <p:nvPr/>
        </p:nvSpPr>
        <p:spPr bwMode="auto">
          <a:xfrm>
            <a:off x="23117175" y="27886025"/>
            <a:ext cx="64643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spcAft>
                <a:spcPts val="2400"/>
              </a:spcAft>
              <a:buFontTx/>
              <a:buNone/>
              <a:defRPr/>
            </a:pPr>
            <a:r>
              <a:rPr lang="en-US" altLang="en-US" sz="2400" dirty="0" err="1">
                <a:latin typeface="+mn-lt"/>
              </a:rPr>
              <a:t>Nullam</a:t>
            </a:r>
            <a:r>
              <a:rPr lang="en-US" altLang="en-US" sz="2400" dirty="0">
                <a:latin typeface="+mn-lt"/>
              </a:rPr>
              <a:t> in </a:t>
            </a:r>
            <a:r>
              <a:rPr lang="en-US" altLang="en-US" sz="2400" dirty="0" err="1">
                <a:latin typeface="+mn-lt"/>
              </a:rPr>
              <a:t>urna</a:t>
            </a:r>
            <a:r>
              <a:rPr lang="en-US" altLang="en-US" sz="2400" dirty="0">
                <a:latin typeface="+mn-lt"/>
              </a:rPr>
              <a:t> </a:t>
            </a:r>
            <a:r>
              <a:rPr lang="en-US" altLang="en-US" sz="2400" dirty="0" err="1">
                <a:latin typeface="+mn-lt"/>
              </a:rPr>
              <a:t>lacinia</a:t>
            </a:r>
            <a:r>
              <a:rPr lang="en-US" altLang="en-US" sz="2400" dirty="0">
                <a:latin typeface="+mn-lt"/>
              </a:rPr>
              <a:t> </a:t>
            </a:r>
            <a:r>
              <a:rPr lang="en-US" altLang="en-US" sz="2400" dirty="0" err="1">
                <a:latin typeface="+mn-lt"/>
              </a:rPr>
              <a:t>orci</a:t>
            </a:r>
            <a:r>
              <a:rPr lang="en-US" altLang="en-US" sz="2400" dirty="0">
                <a:latin typeface="+mn-lt"/>
              </a:rPr>
              <a:t> </a:t>
            </a:r>
            <a:r>
              <a:rPr lang="en-US" altLang="en-US" sz="2400" dirty="0" err="1">
                <a:latin typeface="+mn-lt"/>
              </a:rPr>
              <a:t>consequat</a:t>
            </a:r>
            <a:r>
              <a:rPr lang="en-US" altLang="en-US" sz="2400" dirty="0">
                <a:latin typeface="+mn-lt"/>
              </a:rPr>
              <a:t> dictum. Nam </a:t>
            </a:r>
            <a:r>
              <a:rPr lang="en-US" altLang="en-US" sz="2400" dirty="0" err="1">
                <a:latin typeface="+mn-lt"/>
              </a:rPr>
              <a:t>scelerisque</a:t>
            </a:r>
            <a:r>
              <a:rPr lang="en-US" altLang="en-US" sz="2400" dirty="0">
                <a:latin typeface="+mn-lt"/>
              </a:rPr>
              <a:t>, </a:t>
            </a:r>
            <a:r>
              <a:rPr lang="en-US" altLang="en-US" sz="2400" dirty="0" err="1">
                <a:latin typeface="+mn-lt"/>
              </a:rPr>
              <a:t>nisl</a:t>
            </a:r>
            <a:r>
              <a:rPr lang="en-US" altLang="en-US" sz="2400" dirty="0">
                <a:latin typeface="+mn-lt"/>
              </a:rPr>
              <a:t> in </a:t>
            </a:r>
            <a:r>
              <a:rPr lang="en-US" altLang="en-US" sz="2400" dirty="0" err="1">
                <a:latin typeface="+mn-lt"/>
              </a:rPr>
              <a:t>euismod</a:t>
            </a:r>
            <a:r>
              <a:rPr lang="en-US" altLang="en-US" sz="2400" dirty="0">
                <a:latin typeface="+mn-lt"/>
              </a:rPr>
              <a:t> </a:t>
            </a:r>
            <a:r>
              <a:rPr lang="en-US" altLang="en-US" sz="2400" dirty="0" err="1">
                <a:latin typeface="+mn-lt"/>
              </a:rPr>
              <a:t>eleifend</a:t>
            </a:r>
            <a:r>
              <a:rPr lang="en-US" altLang="en-US" sz="2400" dirty="0">
                <a:latin typeface="+mn-lt"/>
              </a:rPr>
              <a:t>, </a:t>
            </a:r>
            <a:r>
              <a:rPr lang="en-US" altLang="en-US" sz="2400" dirty="0" err="1">
                <a:latin typeface="+mn-lt"/>
              </a:rPr>
              <a:t>justo</a:t>
            </a:r>
            <a:r>
              <a:rPr lang="en-US" altLang="en-US" sz="2400" dirty="0">
                <a:latin typeface="+mn-lt"/>
              </a:rPr>
              <a:t> </a:t>
            </a:r>
            <a:r>
              <a:rPr lang="en-US" altLang="en-US" sz="2400" dirty="0" err="1">
                <a:latin typeface="+mn-lt"/>
              </a:rPr>
              <a:t>diam</a:t>
            </a:r>
            <a:r>
              <a:rPr lang="en-US" altLang="en-US" sz="2400" dirty="0">
                <a:latin typeface="+mn-lt"/>
              </a:rPr>
              <a:t> </a:t>
            </a:r>
            <a:r>
              <a:rPr lang="en-US" altLang="en-US" sz="2400" dirty="0" err="1">
                <a:latin typeface="+mn-lt"/>
              </a:rPr>
              <a:t>bibendum</a:t>
            </a:r>
            <a:r>
              <a:rPr lang="en-US" altLang="en-US" sz="2400" dirty="0">
                <a:latin typeface="+mn-lt"/>
              </a:rPr>
              <a:t> dui, </a:t>
            </a:r>
            <a:r>
              <a:rPr lang="en-US" altLang="en-US" sz="2400" dirty="0" err="1">
                <a:latin typeface="+mn-lt"/>
              </a:rPr>
              <a:t>sed</a:t>
            </a:r>
            <a:r>
              <a:rPr lang="en-US" altLang="en-US" sz="2400" dirty="0">
                <a:latin typeface="+mn-lt"/>
              </a:rPr>
              <a:t> </a:t>
            </a:r>
            <a:r>
              <a:rPr lang="en-US" altLang="en-US" sz="2400" dirty="0" err="1">
                <a:latin typeface="+mn-lt"/>
              </a:rPr>
              <a:t>congue</a:t>
            </a:r>
            <a:r>
              <a:rPr lang="en-US" altLang="en-US" sz="2400" dirty="0">
                <a:latin typeface="+mn-lt"/>
              </a:rPr>
              <a:t> </a:t>
            </a:r>
            <a:r>
              <a:rPr lang="en-US" altLang="en-US" sz="2400" dirty="0" err="1">
                <a:latin typeface="+mn-lt"/>
              </a:rPr>
              <a:t>diam</a:t>
            </a:r>
            <a:r>
              <a:rPr lang="en-US" altLang="en-US" sz="2400" dirty="0">
                <a:latin typeface="+mn-lt"/>
              </a:rPr>
              <a:t> </a:t>
            </a:r>
            <a:r>
              <a:rPr lang="en-US" altLang="en-US" sz="2400" dirty="0" err="1">
                <a:latin typeface="+mn-lt"/>
              </a:rPr>
              <a:t>enim</a:t>
            </a:r>
            <a:r>
              <a:rPr lang="en-US" altLang="en-US" sz="2400" dirty="0">
                <a:latin typeface="+mn-lt"/>
              </a:rPr>
              <a:t> sit </a:t>
            </a:r>
            <a:r>
              <a:rPr lang="en-US" altLang="en-US" sz="2400" dirty="0" err="1">
                <a:latin typeface="+mn-lt"/>
              </a:rPr>
              <a:t>amet</a:t>
            </a:r>
            <a:r>
              <a:rPr lang="en-US" altLang="en-US" sz="2400" dirty="0">
                <a:latin typeface="+mn-lt"/>
              </a:rPr>
              <a:t> </a:t>
            </a:r>
            <a:r>
              <a:rPr lang="en-US" altLang="en-US" sz="2400" dirty="0" err="1">
                <a:latin typeface="+mn-lt"/>
              </a:rPr>
              <a:t>turpis</a:t>
            </a:r>
            <a:r>
              <a:rPr lang="en-US" altLang="en-US" sz="2400" dirty="0">
                <a:latin typeface="+mn-lt"/>
              </a:rPr>
              <a:t>. </a:t>
            </a:r>
            <a:r>
              <a:rPr lang="en-US" altLang="en-US" sz="2400" dirty="0" err="1">
                <a:latin typeface="+mn-lt"/>
              </a:rPr>
              <a:t>Suspendisse</a:t>
            </a:r>
            <a:r>
              <a:rPr lang="en-US" altLang="en-US" sz="2400" dirty="0">
                <a:latin typeface="+mn-lt"/>
              </a:rPr>
              <a:t> </a:t>
            </a:r>
            <a:r>
              <a:rPr lang="en-US" altLang="en-US" sz="2400" dirty="0" err="1">
                <a:latin typeface="+mn-lt"/>
              </a:rPr>
              <a:t>rhoncus</a:t>
            </a:r>
            <a:r>
              <a:rPr lang="en-US" altLang="en-US" sz="2400" dirty="0">
                <a:latin typeface="+mn-lt"/>
              </a:rPr>
              <a:t> </a:t>
            </a:r>
            <a:r>
              <a:rPr lang="en-US" altLang="en-US" sz="2400" dirty="0" err="1">
                <a:latin typeface="+mn-lt"/>
              </a:rPr>
              <a:t>felis</a:t>
            </a:r>
            <a:r>
              <a:rPr lang="en-US" altLang="en-US" sz="2400" dirty="0">
                <a:latin typeface="+mn-lt"/>
              </a:rPr>
              <a:t> </a:t>
            </a:r>
            <a:r>
              <a:rPr lang="en-US" altLang="en-US" sz="2400" dirty="0" err="1">
                <a:latin typeface="+mn-lt"/>
              </a:rPr>
              <a:t>nec</a:t>
            </a:r>
            <a:r>
              <a:rPr lang="en-US" altLang="en-US" sz="2400" dirty="0">
                <a:latin typeface="+mn-lt"/>
              </a:rPr>
              <a:t> lacus </a:t>
            </a:r>
            <a:r>
              <a:rPr lang="en-US" altLang="en-US" sz="2400" dirty="0" err="1">
                <a:latin typeface="+mn-lt"/>
              </a:rPr>
              <a:t>blandit</a:t>
            </a:r>
            <a:r>
              <a:rPr lang="en-US" altLang="en-US" sz="2400" dirty="0">
                <a:latin typeface="+mn-lt"/>
              </a:rPr>
              <a:t> </a:t>
            </a:r>
            <a:r>
              <a:rPr lang="en-US" altLang="en-US" sz="2400" dirty="0" err="1">
                <a:latin typeface="+mn-lt"/>
              </a:rPr>
              <a:t>mollis</a:t>
            </a:r>
            <a:r>
              <a:rPr lang="en-US" altLang="en-US" sz="2400" dirty="0">
                <a:latin typeface="+mn-lt"/>
              </a:rPr>
              <a:t>. </a:t>
            </a:r>
            <a:r>
              <a:rPr lang="en-US" altLang="en-US" sz="2400" dirty="0" err="1">
                <a:latin typeface="+mn-lt"/>
              </a:rPr>
              <a:t>Pellentesque</a:t>
            </a:r>
            <a:r>
              <a:rPr lang="en-US" altLang="en-US" sz="2400" dirty="0">
                <a:latin typeface="+mn-lt"/>
              </a:rPr>
              <a:t> </a:t>
            </a:r>
            <a:r>
              <a:rPr lang="en-US" altLang="en-US" sz="2400" dirty="0" err="1">
                <a:latin typeface="+mn-lt"/>
              </a:rPr>
              <a:t>lectus</a:t>
            </a:r>
            <a:r>
              <a:rPr lang="en-US" altLang="en-US" sz="2400" dirty="0">
                <a:latin typeface="+mn-lt"/>
              </a:rPr>
              <a:t> </a:t>
            </a:r>
            <a:r>
              <a:rPr lang="en-US" altLang="en-US" sz="2400" dirty="0" err="1">
                <a:latin typeface="+mn-lt"/>
              </a:rPr>
              <a:t>est</a:t>
            </a:r>
            <a:r>
              <a:rPr lang="en-US" altLang="en-US" sz="2400" dirty="0">
                <a:latin typeface="+mn-lt"/>
              </a:rPr>
              <a:t>, </a:t>
            </a:r>
            <a:r>
              <a:rPr lang="en-US" altLang="en-US" sz="2400" dirty="0" err="1">
                <a:latin typeface="+mn-lt"/>
              </a:rPr>
              <a:t>accumsan</a:t>
            </a:r>
            <a:r>
              <a:rPr lang="en-US" altLang="en-US" sz="2400" dirty="0">
                <a:latin typeface="+mn-lt"/>
              </a:rPr>
              <a:t> ac </a:t>
            </a:r>
            <a:r>
              <a:rPr lang="en-US" altLang="en-US" sz="2400" dirty="0" err="1">
                <a:latin typeface="+mn-lt"/>
              </a:rPr>
              <a:t>pellentesque</a:t>
            </a:r>
            <a:r>
              <a:rPr lang="en-US" altLang="en-US" sz="2400" dirty="0">
                <a:latin typeface="+mn-lt"/>
              </a:rPr>
              <a:t> </a:t>
            </a:r>
            <a:r>
              <a:rPr lang="en-US" altLang="en-US" sz="2400" dirty="0" err="1">
                <a:latin typeface="+mn-lt"/>
              </a:rPr>
              <a:t>aliquam</a:t>
            </a:r>
            <a:r>
              <a:rPr lang="en-US" altLang="en-US" sz="2400" dirty="0">
                <a:latin typeface="+mn-lt"/>
              </a:rPr>
              <a:t>, </a:t>
            </a:r>
            <a:r>
              <a:rPr lang="en-US" altLang="en-US" sz="2400" dirty="0" err="1">
                <a:latin typeface="+mn-lt"/>
              </a:rPr>
              <a:t>bibendum</a:t>
            </a:r>
            <a:r>
              <a:rPr lang="en-US" altLang="en-US" sz="2400" dirty="0">
                <a:latin typeface="+mn-lt"/>
              </a:rPr>
              <a:t> </a:t>
            </a:r>
            <a:r>
              <a:rPr lang="en-US" altLang="en-US" sz="2400" dirty="0" err="1">
                <a:latin typeface="+mn-lt"/>
              </a:rPr>
              <a:t>quis</a:t>
            </a:r>
            <a:r>
              <a:rPr lang="en-US" altLang="en-US" sz="2400" dirty="0">
                <a:latin typeface="+mn-lt"/>
              </a:rPr>
              <a:t> </a:t>
            </a:r>
            <a:r>
              <a:rPr lang="en-US" altLang="en-US" sz="2400" dirty="0" err="1">
                <a:latin typeface="+mn-lt"/>
              </a:rPr>
              <a:t>metus</a:t>
            </a:r>
            <a:r>
              <a:rPr lang="en-US" altLang="en-US" sz="2400" dirty="0">
                <a:latin typeface="+mn-lt"/>
              </a:rPr>
              <a:t>. Nunc </a:t>
            </a:r>
            <a:r>
              <a:rPr lang="en-US" altLang="en-US" sz="2400" dirty="0" err="1">
                <a:latin typeface="+mn-lt"/>
              </a:rPr>
              <a:t>interdum</a:t>
            </a:r>
            <a:r>
              <a:rPr lang="en-US" altLang="en-US" sz="2400" dirty="0">
                <a:latin typeface="+mn-lt"/>
              </a:rPr>
              <a:t> </a:t>
            </a:r>
            <a:r>
              <a:rPr lang="en-US" altLang="en-US" sz="2400" dirty="0" err="1">
                <a:latin typeface="+mn-lt"/>
              </a:rPr>
              <a:t>laoreet</a:t>
            </a:r>
            <a:r>
              <a:rPr lang="en-US" altLang="en-US" sz="2400" dirty="0">
                <a:latin typeface="+mn-lt"/>
              </a:rPr>
              <a:t> </a:t>
            </a:r>
            <a:r>
              <a:rPr lang="en-US" altLang="en-US" sz="2400" dirty="0" err="1">
                <a:latin typeface="+mn-lt"/>
              </a:rPr>
              <a:t>odio</a:t>
            </a:r>
            <a:r>
              <a:rPr lang="en-US" altLang="en-US" sz="2400" dirty="0">
                <a:latin typeface="+mn-lt"/>
              </a:rPr>
              <a:t>, </a:t>
            </a:r>
            <a:r>
              <a:rPr lang="en-US" altLang="en-US" sz="2400" dirty="0" err="1">
                <a:latin typeface="+mn-lt"/>
              </a:rPr>
              <a:t>eu</a:t>
            </a:r>
            <a:r>
              <a:rPr lang="en-US" altLang="en-US" sz="2400" dirty="0">
                <a:latin typeface="+mn-lt"/>
              </a:rPr>
              <a:t> </a:t>
            </a:r>
            <a:r>
              <a:rPr lang="en-US" altLang="en-US" sz="2400" dirty="0" err="1">
                <a:latin typeface="+mn-lt"/>
              </a:rPr>
              <a:t>feugiat</a:t>
            </a:r>
            <a:r>
              <a:rPr lang="en-US" altLang="en-US" sz="2400" dirty="0">
                <a:latin typeface="+mn-lt"/>
              </a:rPr>
              <a:t> </a:t>
            </a:r>
            <a:r>
              <a:rPr lang="en-US" altLang="en-US" sz="2400" dirty="0" err="1">
                <a:latin typeface="+mn-lt"/>
              </a:rPr>
              <a:t>velit</a:t>
            </a:r>
            <a:r>
              <a:rPr lang="en-US" altLang="en-US" sz="2400" dirty="0">
                <a:latin typeface="+mn-lt"/>
              </a:rPr>
              <a:t> </a:t>
            </a:r>
            <a:r>
              <a:rPr lang="en-US" altLang="en-US" sz="2400" dirty="0" err="1">
                <a:latin typeface="+mn-lt"/>
              </a:rPr>
              <a:t>feugiat</a:t>
            </a:r>
            <a:r>
              <a:rPr lang="en-US" altLang="en-US" sz="2400" dirty="0">
                <a:latin typeface="+mn-lt"/>
              </a:rPr>
              <a:t> </a:t>
            </a:r>
            <a:r>
              <a:rPr lang="en-US" altLang="en-US" sz="2400" dirty="0" err="1">
                <a:latin typeface="+mn-lt"/>
              </a:rPr>
              <a:t>sodales</a:t>
            </a:r>
            <a:r>
              <a:rPr lang="en-US" altLang="en-US" sz="2400" dirty="0">
                <a:latin typeface="+mn-lt"/>
              </a:rPr>
              <a:t>. </a:t>
            </a:r>
            <a:r>
              <a:rPr lang="en-US" altLang="en-US" sz="2400" dirty="0" err="1">
                <a:latin typeface="+mn-lt"/>
              </a:rPr>
              <a:t>Sed</a:t>
            </a:r>
            <a:r>
              <a:rPr lang="en-US" altLang="en-US" sz="2400" dirty="0">
                <a:latin typeface="+mn-lt"/>
              </a:rPr>
              <a:t> </a:t>
            </a:r>
            <a:r>
              <a:rPr lang="en-US" altLang="en-US" sz="2400" dirty="0" err="1">
                <a:latin typeface="+mn-lt"/>
              </a:rPr>
              <a:t>suscipit</a:t>
            </a:r>
            <a:r>
              <a:rPr lang="en-US" altLang="en-US" sz="2400" dirty="0">
                <a:latin typeface="+mn-lt"/>
              </a:rPr>
              <a:t> </a:t>
            </a:r>
            <a:r>
              <a:rPr lang="en-US" altLang="en-US" sz="2400" dirty="0" err="1">
                <a:latin typeface="+mn-lt"/>
              </a:rPr>
              <a:t>neque</a:t>
            </a:r>
            <a:r>
              <a:rPr lang="en-US" altLang="en-US" sz="2400" dirty="0">
                <a:latin typeface="+mn-lt"/>
              </a:rPr>
              <a:t> id dui </a:t>
            </a:r>
            <a:r>
              <a:rPr lang="en-US" altLang="en-US" sz="2400" dirty="0" err="1">
                <a:latin typeface="+mn-lt"/>
              </a:rPr>
              <a:t>dapibus</a:t>
            </a:r>
            <a:r>
              <a:rPr lang="en-US" altLang="en-US" sz="2400" dirty="0">
                <a:latin typeface="+mn-lt"/>
              </a:rPr>
              <a:t> non </a:t>
            </a:r>
            <a:r>
              <a:rPr lang="en-US" altLang="en-US" sz="2400" dirty="0" err="1">
                <a:latin typeface="+mn-lt"/>
              </a:rPr>
              <a:t>facilisis</a:t>
            </a:r>
            <a:r>
              <a:rPr lang="en-US" altLang="en-US" sz="2400" dirty="0">
                <a:latin typeface="+mn-lt"/>
              </a:rPr>
              <a:t> </a:t>
            </a:r>
            <a:r>
              <a:rPr lang="en-US" altLang="en-US" sz="2400" dirty="0" err="1">
                <a:latin typeface="+mn-lt"/>
              </a:rPr>
              <a:t>elit</a:t>
            </a:r>
            <a:r>
              <a:rPr lang="en-US" altLang="en-US" sz="2400" dirty="0">
                <a:latin typeface="+mn-lt"/>
              </a:rPr>
              <a:t> </a:t>
            </a:r>
            <a:r>
              <a:rPr lang="en-US" altLang="en-US" sz="2400" dirty="0" err="1">
                <a:latin typeface="+mn-lt"/>
              </a:rPr>
              <a:t>ultrices</a:t>
            </a:r>
            <a:r>
              <a:rPr lang="en-US" altLang="en-US" sz="2400" dirty="0">
                <a:latin typeface="+mn-lt"/>
              </a:rPr>
              <a:t>. </a:t>
            </a:r>
          </a:p>
        </p:txBody>
      </p:sp>
      <p:pic>
        <p:nvPicPr>
          <p:cNvPr id="15386" name="Picture 3">
            <a:extLst>
              <a:ext uri="{FF2B5EF4-FFF2-40B4-BE49-F238E27FC236}">
                <a16:creationId xmlns:a16="http://schemas.microsoft.com/office/drawing/2014/main" id="{43E157C0-66AC-491F-9AC7-3340996055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19463" y="32078613"/>
            <a:ext cx="5472112"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1" name="Straight Connector 60">
            <a:extLst>
              <a:ext uri="{FF2B5EF4-FFF2-40B4-BE49-F238E27FC236}">
                <a16:creationId xmlns:a16="http://schemas.microsoft.com/office/drawing/2014/main" id="{834C9160-5CA0-4725-A53E-BB6CE1561A45}"/>
              </a:ext>
            </a:extLst>
          </p:cNvPr>
          <p:cNvCxnSpPr>
            <a:cxnSpLocks noChangeShapeType="1"/>
          </p:cNvCxnSpPr>
          <p:nvPr/>
        </p:nvCxnSpPr>
        <p:spPr bwMode="auto">
          <a:xfrm>
            <a:off x="16019463" y="33245425"/>
            <a:ext cx="13687425"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5388" name="TextBox 48">
            <a:extLst>
              <a:ext uri="{FF2B5EF4-FFF2-40B4-BE49-F238E27FC236}">
                <a16:creationId xmlns:a16="http://schemas.microsoft.com/office/drawing/2014/main" id="{420FF20A-0EAA-4568-83C6-82919B10758D}"/>
              </a:ext>
            </a:extLst>
          </p:cNvPr>
          <p:cNvSpPr txBox="1">
            <a:spLocks noChangeArrowheads="1"/>
          </p:cNvSpPr>
          <p:nvPr/>
        </p:nvSpPr>
        <p:spPr bwMode="auto">
          <a:xfrm>
            <a:off x="16316325" y="32250063"/>
            <a:ext cx="4842002"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REFERENCES</a:t>
            </a:r>
          </a:p>
        </p:txBody>
      </p:sp>
      <p:pic>
        <p:nvPicPr>
          <p:cNvPr id="15389" name="Picture 3">
            <a:extLst>
              <a:ext uri="{FF2B5EF4-FFF2-40B4-BE49-F238E27FC236}">
                <a16:creationId xmlns:a16="http://schemas.microsoft.com/office/drawing/2014/main" id="{ADE426B6-FC5E-4450-86FC-26288958D5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16288" y="37360225"/>
            <a:ext cx="8212137"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390" name="TextBox 68">
            <a:extLst>
              <a:ext uri="{FF2B5EF4-FFF2-40B4-BE49-F238E27FC236}">
                <a16:creationId xmlns:a16="http://schemas.microsoft.com/office/drawing/2014/main" id="{0841FDE2-562C-47D0-A700-C4000A0B196C}"/>
              </a:ext>
            </a:extLst>
          </p:cNvPr>
          <p:cNvSpPr txBox="1">
            <a:spLocks noChangeArrowheads="1"/>
          </p:cNvSpPr>
          <p:nvPr/>
        </p:nvSpPr>
        <p:spPr bwMode="auto">
          <a:xfrm>
            <a:off x="16219488" y="37515800"/>
            <a:ext cx="1356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ACKNOWLEDGMENTS</a:t>
            </a:r>
          </a:p>
        </p:txBody>
      </p:sp>
      <p:pic>
        <p:nvPicPr>
          <p:cNvPr id="15391" name="Picture 3">
            <a:extLst>
              <a:ext uri="{FF2B5EF4-FFF2-40B4-BE49-F238E27FC236}">
                <a16:creationId xmlns:a16="http://schemas.microsoft.com/office/drawing/2014/main" id="{71911F5F-B5A4-4F18-A876-2D4B66B9450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2675" y="33231138"/>
            <a:ext cx="5995988"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9" name="Straight Connector 68">
            <a:extLst>
              <a:ext uri="{FF2B5EF4-FFF2-40B4-BE49-F238E27FC236}">
                <a16:creationId xmlns:a16="http://schemas.microsoft.com/office/drawing/2014/main" id="{637D63E6-470A-4086-B891-565429913A63}"/>
              </a:ext>
            </a:extLst>
          </p:cNvPr>
          <p:cNvCxnSpPr>
            <a:cxnSpLocks noChangeShapeType="1"/>
          </p:cNvCxnSpPr>
          <p:nvPr/>
        </p:nvCxnSpPr>
        <p:spPr bwMode="auto">
          <a:xfrm>
            <a:off x="1082675" y="34402713"/>
            <a:ext cx="13977938"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5393" name="TextBox 64">
            <a:extLst>
              <a:ext uri="{FF2B5EF4-FFF2-40B4-BE49-F238E27FC236}">
                <a16:creationId xmlns:a16="http://schemas.microsoft.com/office/drawing/2014/main" id="{FD1CD542-7E95-45CA-ABCD-F3EF1CC86FA4}"/>
              </a:ext>
            </a:extLst>
          </p:cNvPr>
          <p:cNvSpPr txBox="1">
            <a:spLocks noChangeArrowheads="1"/>
          </p:cNvSpPr>
          <p:nvPr/>
        </p:nvSpPr>
        <p:spPr bwMode="auto">
          <a:xfrm>
            <a:off x="1296988" y="33385125"/>
            <a:ext cx="135636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CONCLUSIONS</a:t>
            </a:r>
          </a:p>
        </p:txBody>
      </p:sp>
      <p:sp>
        <p:nvSpPr>
          <p:cNvPr id="15394" name="Rectangle 12">
            <a:extLst>
              <a:ext uri="{FF2B5EF4-FFF2-40B4-BE49-F238E27FC236}">
                <a16:creationId xmlns:a16="http://schemas.microsoft.com/office/drawing/2014/main" id="{890160E8-DCED-46B3-9AB3-ED18A0A8FF81}"/>
              </a:ext>
            </a:extLst>
          </p:cNvPr>
          <p:cNvSpPr>
            <a:spLocks noChangeArrowheads="1"/>
          </p:cNvSpPr>
          <p:nvPr/>
        </p:nvSpPr>
        <p:spPr bwMode="auto">
          <a:xfrm>
            <a:off x="10282238" y="42673588"/>
            <a:ext cx="10055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GB" altLang="en-US"/>
              <a:t>ICFO · The Institute of Photonic Sciences | Av. Carl Friedrich Gauss, 3· Castelldefels · Barcelona</a:t>
            </a:r>
          </a:p>
        </p:txBody>
      </p:sp>
      <p:cxnSp>
        <p:nvCxnSpPr>
          <p:cNvPr id="49" name="Straight Connector 68">
            <a:extLst>
              <a:ext uri="{FF2B5EF4-FFF2-40B4-BE49-F238E27FC236}">
                <a16:creationId xmlns:a16="http://schemas.microsoft.com/office/drawing/2014/main" id="{03ADF5CF-41FC-4CE2-91AE-6C2D602D4177}"/>
              </a:ext>
            </a:extLst>
          </p:cNvPr>
          <p:cNvCxnSpPr>
            <a:cxnSpLocks noChangeShapeType="1"/>
          </p:cNvCxnSpPr>
          <p:nvPr/>
        </p:nvCxnSpPr>
        <p:spPr bwMode="auto">
          <a:xfrm>
            <a:off x="16016288" y="38531800"/>
            <a:ext cx="14260512"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nvGrpSpPr>
          <p:cNvPr id="12" name="Grupo 11">
            <a:extLst>
              <a:ext uri="{FF2B5EF4-FFF2-40B4-BE49-F238E27FC236}">
                <a16:creationId xmlns:a16="http://schemas.microsoft.com/office/drawing/2014/main" id="{D0BA3BFB-15C3-304D-B9D0-6811B85531CF}"/>
              </a:ext>
            </a:extLst>
          </p:cNvPr>
          <p:cNvGrpSpPr/>
          <p:nvPr/>
        </p:nvGrpSpPr>
        <p:grpSpPr>
          <a:xfrm>
            <a:off x="681038" y="40503475"/>
            <a:ext cx="11248762" cy="1673031"/>
            <a:chOff x="681038" y="40503475"/>
            <a:chExt cx="11248762" cy="1673031"/>
          </a:xfrm>
        </p:grpSpPr>
        <p:pic>
          <p:nvPicPr>
            <p:cNvPr id="15396" name="Imagen 59">
              <a:extLst>
                <a:ext uri="{FF2B5EF4-FFF2-40B4-BE49-F238E27FC236}">
                  <a16:creationId xmlns:a16="http://schemas.microsoft.com/office/drawing/2014/main" id="{3B3B50B6-5C5A-4A43-99AD-4A975CF35906}"/>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58441" y="41093419"/>
              <a:ext cx="2645558" cy="89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97" name="Imagen 60">
              <a:extLst>
                <a:ext uri="{FF2B5EF4-FFF2-40B4-BE49-F238E27FC236}">
                  <a16:creationId xmlns:a16="http://schemas.microsoft.com/office/drawing/2014/main" id="{9601AA25-AB51-4D87-9123-60A29B76DB1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3412299" y="41126368"/>
              <a:ext cx="3285437" cy="105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98" name="Imagen 61">
              <a:extLst>
                <a:ext uri="{FF2B5EF4-FFF2-40B4-BE49-F238E27FC236}">
                  <a16:creationId xmlns:a16="http://schemas.microsoft.com/office/drawing/2014/main" id="{ED500D54-F326-45BE-84FF-7BA50B85EEF3}"/>
                </a:ext>
              </a:extLst>
            </p:cNvPr>
            <p:cNvPicPr>
              <a:picLocks noChangeAspect="1"/>
            </p:cNvPicPr>
            <p:nvPr/>
          </p:nvPicPr>
          <p:blipFill>
            <a:blip r:embed="rId10">
              <a:extLst>
                <a:ext uri="{28A0092B-C50C-407E-A947-70E740481C1C}">
                  <a14:useLocalDpi xmlns:a14="http://schemas.microsoft.com/office/drawing/2010/main" val="0"/>
                </a:ext>
              </a:extLst>
            </a:blip>
            <a:srcRect t="21899" b="22447"/>
            <a:stretch>
              <a:fillRect/>
            </a:stretch>
          </p:blipFill>
          <p:spPr bwMode="auto">
            <a:xfrm>
              <a:off x="6818600" y="41166449"/>
              <a:ext cx="2145713" cy="863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99" name="Imagen 62">
              <a:extLst>
                <a:ext uri="{FF2B5EF4-FFF2-40B4-BE49-F238E27FC236}">
                  <a16:creationId xmlns:a16="http://schemas.microsoft.com/office/drawing/2014/main" id="{C17F1A64-95B7-42C7-9B82-D331549E8FDC}"/>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9122800" y="41128732"/>
              <a:ext cx="2693400" cy="869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00" name="CuadroTexto 63">
              <a:extLst>
                <a:ext uri="{FF2B5EF4-FFF2-40B4-BE49-F238E27FC236}">
                  <a16:creationId xmlns:a16="http://schemas.microsoft.com/office/drawing/2014/main" id="{65B0C6EA-38EB-4F0A-9F69-48F3507E90F5}"/>
                </a:ext>
              </a:extLst>
            </p:cNvPr>
            <p:cNvSpPr txBox="1">
              <a:spLocks noChangeArrowheads="1"/>
            </p:cNvSpPr>
            <p:nvPr/>
          </p:nvSpPr>
          <p:spPr bwMode="auto">
            <a:xfrm>
              <a:off x="681038" y="40503475"/>
              <a:ext cx="1455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altLang="es-ES" sz="2400" dirty="0" err="1">
                  <a:solidFill>
                    <a:srgbClr val="253786"/>
                  </a:solidFill>
                </a:rPr>
                <a:t>Trustees</a:t>
              </a:r>
              <a:r>
                <a:rPr lang="es-ES_tradnl" altLang="es-ES" sz="2400" dirty="0">
                  <a:solidFill>
                    <a:srgbClr val="253786"/>
                  </a:solidFill>
                </a:rPr>
                <a:t>:</a:t>
              </a:r>
            </a:p>
          </p:txBody>
        </p:sp>
        <p:cxnSp>
          <p:nvCxnSpPr>
            <p:cNvPr id="71" name="Straight Connector 68">
              <a:extLst>
                <a:ext uri="{FF2B5EF4-FFF2-40B4-BE49-F238E27FC236}">
                  <a16:creationId xmlns:a16="http://schemas.microsoft.com/office/drawing/2014/main" id="{6006AC95-8CA4-4D5E-85DD-83A7810D1A37}"/>
                </a:ext>
              </a:extLst>
            </p:cNvPr>
            <p:cNvCxnSpPr>
              <a:cxnSpLocks noChangeShapeType="1"/>
            </p:cNvCxnSpPr>
            <p:nvPr/>
          </p:nvCxnSpPr>
          <p:spPr bwMode="auto">
            <a:xfrm>
              <a:off x="765776" y="40969219"/>
              <a:ext cx="11164024" cy="22831"/>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sp>
        <p:nvSpPr>
          <p:cNvPr id="15405" name="CuadroTexto 73">
            <a:extLst>
              <a:ext uri="{FF2B5EF4-FFF2-40B4-BE49-F238E27FC236}">
                <a16:creationId xmlns:a16="http://schemas.microsoft.com/office/drawing/2014/main" id="{0D132F17-C162-4F70-BB84-8A435F2C8656}"/>
              </a:ext>
            </a:extLst>
          </p:cNvPr>
          <p:cNvSpPr txBox="1">
            <a:spLocks noChangeArrowheads="1"/>
          </p:cNvSpPr>
          <p:nvPr/>
        </p:nvSpPr>
        <p:spPr bwMode="auto">
          <a:xfrm>
            <a:off x="15415850" y="40503374"/>
            <a:ext cx="17414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altLang="es-ES" sz="2400" dirty="0" err="1">
                <a:solidFill>
                  <a:srgbClr val="253786"/>
                </a:solidFill>
              </a:rPr>
              <a:t>Member</a:t>
            </a:r>
            <a:r>
              <a:rPr lang="es-ES_tradnl" altLang="es-ES" sz="2400" dirty="0">
                <a:solidFill>
                  <a:srgbClr val="253786"/>
                </a:solidFill>
              </a:rPr>
              <a:t> of:</a:t>
            </a:r>
          </a:p>
        </p:txBody>
      </p:sp>
      <p:pic>
        <p:nvPicPr>
          <p:cNvPr id="15406" name="Imagen 75">
            <a:extLst>
              <a:ext uri="{FF2B5EF4-FFF2-40B4-BE49-F238E27FC236}">
                <a16:creationId xmlns:a16="http://schemas.microsoft.com/office/drawing/2014/main" id="{2CDA0972-1656-4389-91C1-9BB69A7F4702}"/>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15482524" y="41125703"/>
            <a:ext cx="2606159" cy="80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0" name="Straight Connector 68">
            <a:extLst>
              <a:ext uri="{FF2B5EF4-FFF2-40B4-BE49-F238E27FC236}">
                <a16:creationId xmlns:a16="http://schemas.microsoft.com/office/drawing/2014/main" id="{EC196197-2880-4725-AC30-0850717BBD9E}"/>
              </a:ext>
            </a:extLst>
          </p:cNvPr>
          <p:cNvCxnSpPr>
            <a:cxnSpLocks noChangeShapeType="1"/>
          </p:cNvCxnSpPr>
          <p:nvPr/>
        </p:nvCxnSpPr>
        <p:spPr bwMode="auto">
          <a:xfrm flipV="1">
            <a:off x="15482525" y="40946287"/>
            <a:ext cx="2859993" cy="1"/>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9" name="CuadroTexto 73">
            <a:extLst>
              <a:ext uri="{FF2B5EF4-FFF2-40B4-BE49-F238E27FC236}">
                <a16:creationId xmlns:a16="http://schemas.microsoft.com/office/drawing/2014/main" id="{36B5BB5F-E965-4CDE-9FD7-EB02DCCE355E}"/>
              </a:ext>
            </a:extLst>
          </p:cNvPr>
          <p:cNvSpPr txBox="1">
            <a:spLocks noChangeArrowheads="1"/>
          </p:cNvSpPr>
          <p:nvPr/>
        </p:nvSpPr>
        <p:spPr bwMode="auto">
          <a:xfrm>
            <a:off x="18919787" y="40503374"/>
            <a:ext cx="28599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r>
              <a:rPr lang="es-ES_tradnl" altLang="es-ES" sz="2400" dirty="0" err="1">
                <a:solidFill>
                  <a:srgbClr val="253786"/>
                </a:solidFill>
                <a:latin typeface="Arial"/>
                <a:ea typeface="ＭＳ Ｐゴシック"/>
                <a:cs typeface="Arial"/>
              </a:rPr>
              <a:t>Distinctions</a:t>
            </a:r>
            <a:r>
              <a:rPr lang="es-ES_tradnl" altLang="es-ES" sz="2400" dirty="0">
                <a:solidFill>
                  <a:srgbClr val="253786"/>
                </a:solidFill>
                <a:latin typeface="Arial"/>
                <a:ea typeface="ＭＳ Ｐゴシック"/>
                <a:cs typeface="Arial"/>
              </a:rPr>
              <a:t>:</a:t>
            </a:r>
            <a:endParaRPr lang="es-ES_tradnl" altLang="es-ES" sz="2400" dirty="0">
              <a:solidFill>
                <a:srgbClr val="253786"/>
              </a:solidFill>
              <a:cs typeface="Arial"/>
            </a:endParaRPr>
          </a:p>
        </p:txBody>
      </p:sp>
      <p:cxnSp>
        <p:nvCxnSpPr>
          <p:cNvPr id="10" name="Straight Connector 68">
            <a:extLst>
              <a:ext uri="{FF2B5EF4-FFF2-40B4-BE49-F238E27FC236}">
                <a16:creationId xmlns:a16="http://schemas.microsoft.com/office/drawing/2014/main" id="{F7E40CA9-B0E7-4108-83F8-2E3416A99F4C}"/>
              </a:ext>
            </a:extLst>
          </p:cNvPr>
          <p:cNvCxnSpPr>
            <a:cxnSpLocks noChangeShapeType="1"/>
          </p:cNvCxnSpPr>
          <p:nvPr/>
        </p:nvCxnSpPr>
        <p:spPr bwMode="auto">
          <a:xfrm flipV="1">
            <a:off x="18986491" y="40900624"/>
            <a:ext cx="2125625" cy="22831"/>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9" name="CuadroTexto 73">
            <a:extLst>
              <a:ext uri="{FF2B5EF4-FFF2-40B4-BE49-F238E27FC236}">
                <a16:creationId xmlns:a16="http://schemas.microsoft.com/office/drawing/2014/main" id="{188FB67D-88B1-43A9-AB11-81782B07AC61}"/>
              </a:ext>
            </a:extLst>
          </p:cNvPr>
          <p:cNvSpPr txBox="1">
            <a:spLocks noChangeArrowheads="1"/>
          </p:cNvSpPr>
          <p:nvPr/>
        </p:nvSpPr>
        <p:spPr bwMode="auto">
          <a:xfrm>
            <a:off x="12346732" y="40549138"/>
            <a:ext cx="29513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r>
              <a:rPr lang="es-ES_tradnl" altLang="es-ES" sz="2400" dirty="0">
                <a:solidFill>
                  <a:srgbClr val="253786"/>
                </a:solidFill>
                <a:latin typeface="Arial"/>
                <a:ea typeface="ＭＳ Ｐゴシック"/>
                <a:cs typeface="Arial"/>
              </a:rPr>
              <a:t>CERCA Centre:</a:t>
            </a:r>
            <a:endParaRPr lang="es-ES_tradnl" altLang="es-ES" sz="2400" dirty="0">
              <a:solidFill>
                <a:srgbClr val="253786"/>
              </a:solidFill>
              <a:cs typeface="Arial"/>
            </a:endParaRPr>
          </a:p>
        </p:txBody>
      </p:sp>
      <p:cxnSp>
        <p:nvCxnSpPr>
          <p:cNvPr id="20" name="Straight Connector 68">
            <a:extLst>
              <a:ext uri="{FF2B5EF4-FFF2-40B4-BE49-F238E27FC236}">
                <a16:creationId xmlns:a16="http://schemas.microsoft.com/office/drawing/2014/main" id="{F6103286-FD36-469A-86E1-BECE6E8714A9}"/>
              </a:ext>
            </a:extLst>
          </p:cNvPr>
          <p:cNvCxnSpPr>
            <a:cxnSpLocks noChangeShapeType="1"/>
          </p:cNvCxnSpPr>
          <p:nvPr/>
        </p:nvCxnSpPr>
        <p:spPr bwMode="auto">
          <a:xfrm>
            <a:off x="12455907" y="40969230"/>
            <a:ext cx="2445199"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1" name="Imagen 8" descr="Imagen que contiene Forma&#10;&#10;Descripción generada automáticamente">
            <a:extLst>
              <a:ext uri="{FF2B5EF4-FFF2-40B4-BE49-F238E27FC236}">
                <a16:creationId xmlns:a16="http://schemas.microsoft.com/office/drawing/2014/main" id="{01E5448D-BF29-46EC-B082-3FFCB75CDB95}"/>
              </a:ext>
            </a:extLst>
          </p:cNvPr>
          <p:cNvPicPr>
            <a:picLocks noChangeAspect="1"/>
          </p:cNvPicPr>
          <p:nvPr/>
        </p:nvPicPr>
        <p:blipFill>
          <a:blip r:embed="rId13"/>
          <a:stretch>
            <a:fillRect/>
          </a:stretch>
        </p:blipFill>
        <p:spPr>
          <a:xfrm>
            <a:off x="18992284" y="41081587"/>
            <a:ext cx="2166043" cy="1009388"/>
          </a:xfrm>
          <a:prstGeom prst="rect">
            <a:avLst/>
          </a:prstGeom>
        </p:spPr>
      </p:pic>
      <p:pic>
        <p:nvPicPr>
          <p:cNvPr id="15410" name="Imagen 67">
            <a:extLst>
              <a:ext uri="{FF2B5EF4-FFF2-40B4-BE49-F238E27FC236}">
                <a16:creationId xmlns:a16="http://schemas.microsoft.com/office/drawing/2014/main" id="{0E4CA465-8D22-4783-9130-E398D6AB0DF7}"/>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4832851" y="41110599"/>
            <a:ext cx="995362"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2" name="Imagen 69">
            <a:extLst>
              <a:ext uri="{FF2B5EF4-FFF2-40B4-BE49-F238E27FC236}">
                <a16:creationId xmlns:a16="http://schemas.microsoft.com/office/drawing/2014/main" id="{EBE2B67A-81E8-407C-9D6F-6C623061AB1B}"/>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26144519" y="41118319"/>
            <a:ext cx="172720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6" name="Straight Connector 68">
            <a:extLst>
              <a:ext uri="{FF2B5EF4-FFF2-40B4-BE49-F238E27FC236}">
                <a16:creationId xmlns:a16="http://schemas.microsoft.com/office/drawing/2014/main" id="{E936842A-80FF-4407-9A8C-A4581562422F}"/>
              </a:ext>
            </a:extLst>
          </p:cNvPr>
          <p:cNvCxnSpPr>
            <a:cxnSpLocks noChangeShapeType="1"/>
          </p:cNvCxnSpPr>
          <p:nvPr/>
        </p:nvCxnSpPr>
        <p:spPr bwMode="auto">
          <a:xfrm flipV="1">
            <a:off x="22032060" y="40870498"/>
            <a:ext cx="8532696" cy="26612"/>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5404" name="CuadroTexto 72">
            <a:extLst>
              <a:ext uri="{FF2B5EF4-FFF2-40B4-BE49-F238E27FC236}">
                <a16:creationId xmlns:a16="http://schemas.microsoft.com/office/drawing/2014/main" id="{CBA90707-78CC-4706-AE45-1DD4E0E7922E}"/>
              </a:ext>
            </a:extLst>
          </p:cNvPr>
          <p:cNvSpPr txBox="1">
            <a:spLocks noChangeArrowheads="1"/>
          </p:cNvSpPr>
          <p:nvPr/>
        </p:nvSpPr>
        <p:spPr bwMode="auto">
          <a:xfrm>
            <a:off x="21916172" y="40431366"/>
            <a:ext cx="2101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altLang="es-ES" sz="2400" dirty="0" err="1">
                <a:solidFill>
                  <a:srgbClr val="253786"/>
                </a:solidFill>
              </a:rPr>
              <a:t>Supported</a:t>
            </a:r>
            <a:r>
              <a:rPr lang="es-ES_tradnl" altLang="es-ES" sz="2400" dirty="0">
                <a:solidFill>
                  <a:srgbClr val="253786"/>
                </a:solidFill>
              </a:rPr>
              <a:t> </a:t>
            </a:r>
            <a:r>
              <a:rPr lang="es-ES_tradnl" altLang="es-ES" sz="2400" dirty="0" err="1">
                <a:solidFill>
                  <a:srgbClr val="253786"/>
                </a:solidFill>
              </a:rPr>
              <a:t>by</a:t>
            </a:r>
            <a:r>
              <a:rPr lang="es-ES_tradnl" altLang="es-ES" sz="2400" dirty="0">
                <a:solidFill>
                  <a:srgbClr val="253786"/>
                </a:solidFill>
              </a:rPr>
              <a:t>:</a:t>
            </a:r>
          </a:p>
        </p:txBody>
      </p:sp>
      <p:pic>
        <p:nvPicPr>
          <p:cNvPr id="5" name="Imagen 4">
            <a:extLst>
              <a:ext uri="{FF2B5EF4-FFF2-40B4-BE49-F238E27FC236}">
                <a16:creationId xmlns:a16="http://schemas.microsoft.com/office/drawing/2014/main" id="{219B55B0-4237-C143-8123-5AA1C6E090C1}"/>
              </a:ext>
            </a:extLst>
          </p:cNvPr>
          <p:cNvPicPr>
            <a:picLocks noChangeAspect="1"/>
          </p:cNvPicPr>
          <p:nvPr/>
        </p:nvPicPr>
        <p:blipFill>
          <a:blip r:embed="rId16"/>
          <a:stretch>
            <a:fillRect/>
          </a:stretch>
        </p:blipFill>
        <p:spPr>
          <a:xfrm>
            <a:off x="28216628" y="40991248"/>
            <a:ext cx="2348128" cy="980783"/>
          </a:xfrm>
          <a:prstGeom prst="rect">
            <a:avLst/>
          </a:prstGeom>
        </p:spPr>
      </p:pic>
      <p:pic>
        <p:nvPicPr>
          <p:cNvPr id="7" name="Imagen 6">
            <a:extLst>
              <a:ext uri="{FF2B5EF4-FFF2-40B4-BE49-F238E27FC236}">
                <a16:creationId xmlns:a16="http://schemas.microsoft.com/office/drawing/2014/main" id="{31AF4041-64E7-474F-BAA7-C50FEA65D267}"/>
              </a:ext>
            </a:extLst>
          </p:cNvPr>
          <p:cNvPicPr>
            <a:picLocks noChangeAspect="1"/>
          </p:cNvPicPr>
          <p:nvPr/>
        </p:nvPicPr>
        <p:blipFill>
          <a:blip r:embed="rId17"/>
          <a:stretch>
            <a:fillRect/>
          </a:stretch>
        </p:blipFill>
        <p:spPr>
          <a:xfrm>
            <a:off x="22035513" y="41125703"/>
            <a:ext cx="2501278" cy="652507"/>
          </a:xfrm>
          <a:prstGeom prst="rect">
            <a:avLst/>
          </a:prstGeom>
        </p:spPr>
      </p:pic>
      <p:pic>
        <p:nvPicPr>
          <p:cNvPr id="14" name="Imagen 13">
            <a:extLst>
              <a:ext uri="{FF2B5EF4-FFF2-40B4-BE49-F238E27FC236}">
                <a16:creationId xmlns:a16="http://schemas.microsoft.com/office/drawing/2014/main" id="{3BF6E11B-2C89-2494-C24F-E36DF290DAC3}"/>
              </a:ext>
            </a:extLst>
          </p:cNvPr>
          <p:cNvPicPr>
            <a:picLocks noChangeAspect="1"/>
          </p:cNvPicPr>
          <p:nvPr/>
        </p:nvPicPr>
        <p:blipFill>
          <a:blip r:embed="rId18"/>
          <a:stretch>
            <a:fillRect/>
          </a:stretch>
        </p:blipFill>
        <p:spPr>
          <a:xfrm>
            <a:off x="12352959" y="41185466"/>
            <a:ext cx="2252379" cy="882481"/>
          </a:xfrm>
          <a:prstGeom prst="rect">
            <a:avLst/>
          </a:prstGeom>
        </p:spPr>
      </p:pic>
    </p:spTree>
    <p:extLst>
      <p:ext uri="{BB962C8B-B14F-4D97-AF65-F5344CB8AC3E}">
        <p14:creationId xmlns:p14="http://schemas.microsoft.com/office/powerpoint/2010/main" val="3570663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277">
            <a:extLst>
              <a:ext uri="{FF2B5EF4-FFF2-40B4-BE49-F238E27FC236}">
                <a16:creationId xmlns:a16="http://schemas.microsoft.com/office/drawing/2014/main" id="{7C93DA17-FF57-47BB-88E3-8640DB46030B}"/>
              </a:ext>
            </a:extLst>
          </p:cNvPr>
          <p:cNvSpPr txBox="1">
            <a:spLocks noChangeArrowheads="1"/>
          </p:cNvSpPr>
          <p:nvPr/>
        </p:nvSpPr>
        <p:spPr bwMode="auto">
          <a:xfrm>
            <a:off x="1476375" y="11898313"/>
            <a:ext cx="28800425"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50000"/>
              </a:spcBef>
              <a:buFontTx/>
              <a:buNone/>
              <a:defRPr/>
            </a:pPr>
            <a:r>
              <a:rPr lang="es-ES" altLang="en-US" sz="5000" b="1" dirty="0">
                <a:latin typeface="Arial Black" charset="0"/>
                <a:ea typeface="Arial Black" charset="0"/>
                <a:cs typeface="Arial Black" charset="0"/>
              </a:rPr>
              <a:t>INTRODUCTION OR ABSTRACT</a:t>
            </a:r>
            <a:br>
              <a:rPr lang="es-ES" altLang="en-US" sz="4400" dirty="0">
                <a:solidFill>
                  <a:srgbClr val="27296F"/>
                </a:solidFill>
                <a:latin typeface="Swiss 721 Black BT" charset="0"/>
              </a:rPr>
            </a:br>
            <a:r>
              <a:rPr lang="en-US" altLang="en-US" sz="3200" dirty="0">
                <a:latin typeface="+mn-lt"/>
              </a:rPr>
              <a:t>Lorem ipsum dolor sit </a:t>
            </a:r>
            <a:r>
              <a:rPr lang="en-US" altLang="en-US" sz="3200" dirty="0" err="1">
                <a:latin typeface="+mn-lt"/>
              </a:rPr>
              <a:t>amet</a:t>
            </a:r>
            <a:r>
              <a:rPr lang="en-US" altLang="en-US" sz="3200" dirty="0">
                <a:latin typeface="+mn-lt"/>
              </a:rPr>
              <a:t>, </a:t>
            </a:r>
            <a:r>
              <a:rPr lang="en-US" altLang="en-US" sz="3200" dirty="0" err="1">
                <a:latin typeface="+mn-lt"/>
              </a:rPr>
              <a:t>consectetur</a:t>
            </a:r>
            <a:r>
              <a:rPr lang="en-US" altLang="en-US" sz="3200" dirty="0">
                <a:latin typeface="+mn-lt"/>
              </a:rPr>
              <a:t> </a:t>
            </a:r>
            <a:r>
              <a:rPr lang="en-US" altLang="en-US" sz="3200" dirty="0" err="1">
                <a:latin typeface="+mn-lt"/>
              </a:rPr>
              <a:t>adipiscing</a:t>
            </a:r>
            <a:r>
              <a:rPr lang="en-US" altLang="en-US" sz="3200" dirty="0">
                <a:latin typeface="+mn-lt"/>
              </a:rPr>
              <a:t> </a:t>
            </a:r>
            <a:r>
              <a:rPr lang="en-US" altLang="en-US" sz="3200" dirty="0" err="1">
                <a:latin typeface="+mn-lt"/>
              </a:rPr>
              <a:t>elit</a:t>
            </a:r>
            <a:r>
              <a:rPr lang="en-US" altLang="en-US" sz="3200" dirty="0">
                <a:latin typeface="+mn-lt"/>
              </a:rPr>
              <a:t>. </a:t>
            </a:r>
            <a:r>
              <a:rPr lang="en-US" altLang="en-US" sz="3200" dirty="0" err="1">
                <a:latin typeface="+mn-lt"/>
              </a:rPr>
              <a:t>Etiam</a:t>
            </a:r>
            <a:r>
              <a:rPr lang="en-US" altLang="en-US" sz="3200" dirty="0">
                <a:latin typeface="+mn-lt"/>
              </a:rPr>
              <a:t> </a:t>
            </a:r>
            <a:r>
              <a:rPr lang="en-US" altLang="en-US" sz="3200" dirty="0" err="1">
                <a:latin typeface="+mn-lt"/>
              </a:rPr>
              <a:t>venenatis</a:t>
            </a:r>
            <a:r>
              <a:rPr lang="en-US" altLang="en-US" sz="3200" dirty="0">
                <a:latin typeface="+mn-lt"/>
              </a:rPr>
              <a:t> convallis </a:t>
            </a:r>
            <a:r>
              <a:rPr lang="en-US" altLang="en-US" sz="3200" dirty="0" err="1">
                <a:latin typeface="+mn-lt"/>
              </a:rPr>
              <a:t>laoreet</a:t>
            </a:r>
            <a:r>
              <a:rPr lang="en-US" altLang="en-US" sz="3200" dirty="0">
                <a:latin typeface="+mn-lt"/>
              </a:rPr>
              <a:t>. </a:t>
            </a:r>
            <a:r>
              <a:rPr lang="en-US" altLang="en-US" sz="3200" dirty="0" err="1">
                <a:latin typeface="+mn-lt"/>
              </a:rPr>
              <a:t>Proin</a:t>
            </a:r>
            <a:r>
              <a:rPr lang="en-US" altLang="en-US" sz="3200" dirty="0">
                <a:latin typeface="+mn-lt"/>
              </a:rPr>
              <a:t> semper </a:t>
            </a:r>
            <a:r>
              <a:rPr lang="en-US" altLang="en-US" sz="3200" dirty="0" err="1">
                <a:latin typeface="+mn-lt"/>
              </a:rPr>
              <a:t>augue</a:t>
            </a:r>
            <a:r>
              <a:rPr lang="en-US" altLang="en-US" sz="3200" dirty="0">
                <a:latin typeface="+mn-lt"/>
              </a:rPr>
              <a:t> </a:t>
            </a:r>
            <a:r>
              <a:rPr lang="en-US" altLang="en-US" sz="3200" dirty="0" err="1">
                <a:latin typeface="+mn-lt"/>
              </a:rPr>
              <a:t>faucibus</a:t>
            </a:r>
            <a:r>
              <a:rPr lang="en-US" altLang="en-US" sz="3200" dirty="0">
                <a:latin typeface="+mn-lt"/>
              </a:rPr>
              <a:t> </a:t>
            </a:r>
            <a:r>
              <a:rPr lang="en-US" altLang="en-US" sz="3200" dirty="0" err="1">
                <a:latin typeface="+mn-lt"/>
              </a:rPr>
              <a:t>arcu</a:t>
            </a:r>
            <a:r>
              <a:rPr lang="en-US" altLang="en-US" sz="3200" dirty="0">
                <a:latin typeface="+mn-lt"/>
              </a:rPr>
              <a:t> </a:t>
            </a:r>
            <a:r>
              <a:rPr lang="en-US" altLang="en-US" sz="3200" dirty="0" err="1">
                <a:latin typeface="+mn-lt"/>
              </a:rPr>
              <a:t>sollicitudin</a:t>
            </a:r>
            <a:r>
              <a:rPr lang="en-US" altLang="en-US" sz="3200" dirty="0">
                <a:latin typeface="+mn-lt"/>
              </a:rPr>
              <a:t> </a:t>
            </a:r>
            <a:r>
              <a:rPr lang="en-US" altLang="en-US" sz="3200" dirty="0" err="1">
                <a:latin typeface="+mn-lt"/>
              </a:rPr>
              <a:t>laoreet</a:t>
            </a:r>
            <a:r>
              <a:rPr lang="en-US" altLang="en-US" sz="3200" dirty="0">
                <a:latin typeface="+mn-lt"/>
              </a:rPr>
              <a:t>. In et mi </a:t>
            </a:r>
            <a:r>
              <a:rPr lang="en-US" altLang="en-US" sz="3200" dirty="0" err="1">
                <a:latin typeface="+mn-lt"/>
              </a:rPr>
              <a:t>viverra</a:t>
            </a:r>
            <a:r>
              <a:rPr lang="en-US" altLang="en-US" sz="3200" dirty="0">
                <a:latin typeface="+mn-lt"/>
              </a:rPr>
              <a:t> </a:t>
            </a:r>
            <a:r>
              <a:rPr lang="en-US" altLang="en-US" sz="3200" dirty="0" err="1">
                <a:latin typeface="+mn-lt"/>
              </a:rPr>
              <a:t>nulla</a:t>
            </a:r>
            <a:r>
              <a:rPr lang="en-US" altLang="en-US" sz="3200" dirty="0">
                <a:latin typeface="+mn-lt"/>
              </a:rPr>
              <a:t> </a:t>
            </a:r>
            <a:r>
              <a:rPr lang="en-US" altLang="en-US" sz="3200" dirty="0" err="1">
                <a:latin typeface="+mn-lt"/>
              </a:rPr>
              <a:t>suscipit</a:t>
            </a:r>
            <a:r>
              <a:rPr lang="en-US" altLang="en-US" sz="3200" dirty="0">
                <a:latin typeface="+mn-lt"/>
              </a:rPr>
              <a:t> </a:t>
            </a:r>
            <a:r>
              <a:rPr lang="en-US" altLang="en-US" sz="3200" dirty="0" err="1">
                <a:latin typeface="+mn-lt"/>
              </a:rPr>
              <a:t>euismod</a:t>
            </a:r>
            <a:r>
              <a:rPr lang="en-US" altLang="en-US" sz="3200" dirty="0">
                <a:latin typeface="+mn-lt"/>
              </a:rPr>
              <a:t>. </a:t>
            </a:r>
            <a:r>
              <a:rPr lang="en-US" altLang="en-US" sz="3200" dirty="0" err="1">
                <a:latin typeface="+mn-lt"/>
              </a:rPr>
              <a:t>Quisque</a:t>
            </a:r>
            <a:r>
              <a:rPr lang="en-US" altLang="en-US" sz="3200" dirty="0">
                <a:latin typeface="+mn-lt"/>
              </a:rPr>
              <a:t> at </a:t>
            </a:r>
            <a:r>
              <a:rPr lang="en-US" altLang="en-US" sz="3200" dirty="0" err="1">
                <a:latin typeface="+mn-lt"/>
              </a:rPr>
              <a:t>erat</a:t>
            </a:r>
            <a:r>
              <a:rPr lang="en-US" altLang="en-US" sz="3200" dirty="0">
                <a:latin typeface="+mn-lt"/>
              </a:rPr>
              <a:t> </a:t>
            </a:r>
            <a:r>
              <a:rPr lang="en-US" altLang="en-US" sz="3200" dirty="0" err="1">
                <a:latin typeface="+mn-lt"/>
              </a:rPr>
              <a:t>leo</a:t>
            </a:r>
            <a:r>
              <a:rPr lang="en-US" altLang="en-US" sz="3200" dirty="0">
                <a:latin typeface="+mn-lt"/>
              </a:rPr>
              <a:t>. </a:t>
            </a:r>
            <a:r>
              <a:rPr lang="en-US" altLang="en-US" sz="3200" dirty="0" err="1">
                <a:latin typeface="+mn-lt"/>
              </a:rPr>
              <a:t>Nullam</a:t>
            </a:r>
            <a:r>
              <a:rPr lang="en-US" altLang="en-US" sz="3200" dirty="0">
                <a:latin typeface="+mn-lt"/>
              </a:rPr>
              <a:t> </a:t>
            </a:r>
            <a:r>
              <a:rPr lang="en-US" altLang="en-US" sz="3200" dirty="0" err="1">
                <a:latin typeface="+mn-lt"/>
              </a:rPr>
              <a:t>mollis</a:t>
            </a:r>
            <a:r>
              <a:rPr lang="en-US" altLang="en-US" sz="3200" dirty="0">
                <a:latin typeface="+mn-lt"/>
              </a:rPr>
              <a:t> </a:t>
            </a:r>
            <a:r>
              <a:rPr lang="en-US" altLang="en-US" sz="3200" dirty="0" err="1">
                <a:latin typeface="+mn-lt"/>
              </a:rPr>
              <a:t>tortor</a:t>
            </a:r>
            <a:r>
              <a:rPr lang="en-US" altLang="en-US" sz="3200" dirty="0">
                <a:latin typeface="+mn-lt"/>
              </a:rPr>
              <a:t> in </a:t>
            </a:r>
            <a:r>
              <a:rPr lang="en-US" altLang="en-US" sz="3200" dirty="0" err="1">
                <a:latin typeface="+mn-lt"/>
              </a:rPr>
              <a:t>arcu</a:t>
            </a:r>
            <a:r>
              <a:rPr lang="en-US" altLang="en-US" sz="3200" dirty="0">
                <a:latin typeface="+mn-lt"/>
              </a:rPr>
              <a:t> </a:t>
            </a:r>
            <a:r>
              <a:rPr lang="en-US" altLang="en-US" sz="3200" dirty="0" err="1">
                <a:latin typeface="+mn-lt"/>
              </a:rPr>
              <a:t>suscipit</a:t>
            </a:r>
            <a:r>
              <a:rPr lang="en-US" altLang="en-US" sz="3200" dirty="0">
                <a:latin typeface="+mn-lt"/>
              </a:rPr>
              <a:t> </a:t>
            </a:r>
            <a:r>
              <a:rPr lang="en-US" altLang="en-US" sz="3200" dirty="0" err="1">
                <a:latin typeface="+mn-lt"/>
              </a:rPr>
              <a:t>nec</a:t>
            </a:r>
            <a:r>
              <a:rPr lang="en-US" altLang="en-US" sz="3200" dirty="0">
                <a:latin typeface="+mn-lt"/>
              </a:rPr>
              <a:t> </a:t>
            </a:r>
            <a:r>
              <a:rPr lang="en-US" altLang="en-US" sz="3200" dirty="0" err="1">
                <a:latin typeface="+mn-lt"/>
              </a:rPr>
              <a:t>venenatis</a:t>
            </a:r>
            <a:r>
              <a:rPr lang="en-US" altLang="en-US" sz="3200" dirty="0">
                <a:latin typeface="+mn-lt"/>
              </a:rPr>
              <a:t> </a:t>
            </a:r>
            <a:r>
              <a:rPr lang="en-US" altLang="en-US" sz="3200" dirty="0" err="1">
                <a:latin typeface="+mn-lt"/>
              </a:rPr>
              <a:t>tellus</a:t>
            </a:r>
            <a:r>
              <a:rPr lang="en-US" altLang="en-US" sz="3200" dirty="0">
                <a:latin typeface="+mn-lt"/>
              </a:rPr>
              <a:t> gravida. Nunc in </a:t>
            </a:r>
            <a:r>
              <a:rPr lang="en-US" altLang="en-US" sz="3200" dirty="0" err="1">
                <a:latin typeface="+mn-lt"/>
              </a:rPr>
              <a:t>justo</a:t>
            </a:r>
            <a:r>
              <a:rPr lang="en-US" altLang="en-US" sz="3200" dirty="0">
                <a:latin typeface="+mn-lt"/>
              </a:rPr>
              <a:t> quam, et </a:t>
            </a:r>
            <a:r>
              <a:rPr lang="en-US" altLang="en-US" sz="3200" dirty="0" err="1">
                <a:latin typeface="+mn-lt"/>
              </a:rPr>
              <a:t>lacinia</a:t>
            </a:r>
            <a:r>
              <a:rPr lang="en-US" altLang="en-US" sz="3200" dirty="0">
                <a:latin typeface="+mn-lt"/>
              </a:rPr>
              <a:t> lacus. </a:t>
            </a:r>
            <a:r>
              <a:rPr lang="en-US" altLang="en-US" sz="3200" dirty="0" err="1">
                <a:latin typeface="+mn-lt"/>
              </a:rPr>
              <a:t>Sed</a:t>
            </a:r>
            <a:r>
              <a:rPr lang="en-US" altLang="en-US" sz="3200" dirty="0">
                <a:latin typeface="+mn-lt"/>
              </a:rPr>
              <a:t> </a:t>
            </a:r>
            <a:r>
              <a:rPr lang="en-US" altLang="en-US" sz="3200" dirty="0" err="1">
                <a:latin typeface="+mn-lt"/>
              </a:rPr>
              <a:t>rhoncus</a:t>
            </a:r>
            <a:r>
              <a:rPr lang="en-US" altLang="en-US" sz="3200" dirty="0">
                <a:latin typeface="+mn-lt"/>
              </a:rPr>
              <a:t>, </a:t>
            </a:r>
            <a:r>
              <a:rPr lang="en-US" altLang="en-US" sz="3200" dirty="0" err="1">
                <a:latin typeface="+mn-lt"/>
              </a:rPr>
              <a:t>odio</a:t>
            </a:r>
            <a:r>
              <a:rPr lang="en-US" altLang="en-US" sz="3200" dirty="0">
                <a:latin typeface="+mn-lt"/>
              </a:rPr>
              <a:t> </a:t>
            </a:r>
            <a:r>
              <a:rPr lang="en-US" altLang="en-US" sz="3200" dirty="0" err="1">
                <a:latin typeface="+mn-lt"/>
              </a:rPr>
              <a:t>eu</a:t>
            </a:r>
            <a:r>
              <a:rPr lang="en-US" altLang="en-US" sz="3200" dirty="0">
                <a:latin typeface="+mn-lt"/>
              </a:rPr>
              <a:t> </a:t>
            </a:r>
            <a:r>
              <a:rPr lang="en-US" altLang="en-US" sz="3200" dirty="0" err="1">
                <a:latin typeface="+mn-lt"/>
              </a:rPr>
              <a:t>condimentum</a:t>
            </a:r>
            <a:r>
              <a:rPr lang="en-US" altLang="en-US" sz="3200" dirty="0">
                <a:latin typeface="+mn-lt"/>
              </a:rPr>
              <a:t> </a:t>
            </a:r>
            <a:r>
              <a:rPr lang="en-US" altLang="en-US" sz="3200" dirty="0" err="1">
                <a:latin typeface="+mn-lt"/>
              </a:rPr>
              <a:t>mattis</a:t>
            </a:r>
            <a:r>
              <a:rPr lang="en-US" altLang="en-US" sz="3200" dirty="0">
                <a:latin typeface="+mn-lt"/>
              </a:rPr>
              <a:t>, </a:t>
            </a:r>
            <a:r>
              <a:rPr lang="en-US" altLang="en-US" sz="3200" dirty="0" err="1">
                <a:latin typeface="+mn-lt"/>
              </a:rPr>
              <a:t>nunc</a:t>
            </a:r>
            <a:r>
              <a:rPr lang="en-US" altLang="en-US" sz="3200" dirty="0">
                <a:latin typeface="+mn-lt"/>
              </a:rPr>
              <a:t> </a:t>
            </a:r>
            <a:r>
              <a:rPr lang="en-US" altLang="en-US" sz="3200" dirty="0" err="1">
                <a:latin typeface="+mn-lt"/>
              </a:rPr>
              <a:t>massa</a:t>
            </a:r>
            <a:r>
              <a:rPr lang="en-US" altLang="en-US" sz="3200" dirty="0">
                <a:latin typeface="+mn-lt"/>
              </a:rPr>
              <a:t> gravida </a:t>
            </a:r>
            <a:r>
              <a:rPr lang="en-US" altLang="en-US" sz="3200" dirty="0" err="1">
                <a:latin typeface="+mn-lt"/>
              </a:rPr>
              <a:t>neque</a:t>
            </a:r>
            <a:r>
              <a:rPr lang="en-US" altLang="en-US" sz="3200" dirty="0">
                <a:latin typeface="+mn-lt"/>
              </a:rPr>
              <a:t>, </a:t>
            </a:r>
            <a:r>
              <a:rPr lang="en-US" altLang="en-US" sz="3200" dirty="0" err="1">
                <a:latin typeface="+mn-lt"/>
              </a:rPr>
              <a:t>sollicitudin</a:t>
            </a:r>
            <a:r>
              <a:rPr lang="en-US" altLang="en-US" sz="3200" dirty="0">
                <a:latin typeface="+mn-lt"/>
              </a:rPr>
              <a:t> </a:t>
            </a:r>
            <a:r>
              <a:rPr lang="en-US" altLang="en-US" sz="3200" dirty="0" err="1">
                <a:latin typeface="+mn-lt"/>
              </a:rPr>
              <a:t>auctor</a:t>
            </a:r>
            <a:r>
              <a:rPr lang="en-US" altLang="en-US" sz="3200" dirty="0">
                <a:latin typeface="+mn-lt"/>
              </a:rPr>
              <a:t> </a:t>
            </a:r>
            <a:r>
              <a:rPr lang="en-US" altLang="en-US" sz="3200" dirty="0" err="1">
                <a:latin typeface="+mn-lt"/>
              </a:rPr>
              <a:t>metus</a:t>
            </a:r>
            <a:r>
              <a:rPr lang="en-US" altLang="en-US" sz="3200" dirty="0">
                <a:latin typeface="+mn-lt"/>
              </a:rPr>
              <a:t> </a:t>
            </a:r>
            <a:r>
              <a:rPr lang="en-US" altLang="en-US" sz="3200" dirty="0" err="1">
                <a:latin typeface="+mn-lt"/>
              </a:rPr>
              <a:t>odio</a:t>
            </a:r>
            <a:r>
              <a:rPr lang="en-US" altLang="en-US" sz="3200" dirty="0">
                <a:latin typeface="+mn-lt"/>
              </a:rPr>
              <a:t> in </a:t>
            </a:r>
            <a:r>
              <a:rPr lang="en-US" altLang="en-US" sz="3200" dirty="0" err="1">
                <a:latin typeface="+mn-lt"/>
              </a:rPr>
              <a:t>erat</a:t>
            </a:r>
            <a:r>
              <a:rPr lang="en-US" altLang="en-US" sz="3200" dirty="0">
                <a:latin typeface="+mn-lt"/>
              </a:rPr>
              <a:t>. </a:t>
            </a:r>
            <a:r>
              <a:rPr lang="en-US" altLang="en-US" sz="3200" dirty="0" err="1">
                <a:latin typeface="+mn-lt"/>
              </a:rPr>
              <a:t>Suspendisse</a:t>
            </a:r>
            <a:r>
              <a:rPr lang="en-US" altLang="en-US" sz="3200" dirty="0">
                <a:latin typeface="+mn-lt"/>
              </a:rPr>
              <a:t> vitae </a:t>
            </a:r>
            <a:r>
              <a:rPr lang="en-US" altLang="en-US" sz="3200" dirty="0" err="1">
                <a:latin typeface="+mn-lt"/>
              </a:rPr>
              <a:t>velit</a:t>
            </a:r>
            <a:r>
              <a:rPr lang="en-US" altLang="en-US" sz="3200" dirty="0">
                <a:latin typeface="+mn-lt"/>
              </a:rPr>
              <a:t> </a:t>
            </a:r>
            <a:r>
              <a:rPr lang="en-US" altLang="en-US" sz="3200" dirty="0" err="1">
                <a:latin typeface="+mn-lt"/>
              </a:rPr>
              <a:t>eros</a:t>
            </a:r>
            <a:r>
              <a:rPr lang="en-US" altLang="en-US" sz="3200" dirty="0">
                <a:latin typeface="+mn-lt"/>
              </a:rPr>
              <a:t>, </a:t>
            </a:r>
            <a:r>
              <a:rPr lang="en-US" altLang="en-US" sz="3200" dirty="0" err="1">
                <a:latin typeface="+mn-lt"/>
              </a:rPr>
              <a:t>vel</a:t>
            </a:r>
            <a:r>
              <a:rPr lang="en-US" altLang="en-US" sz="3200" dirty="0">
                <a:latin typeface="+mn-lt"/>
              </a:rPr>
              <a:t> </a:t>
            </a:r>
            <a:r>
              <a:rPr lang="en-US" altLang="en-US" sz="3200" dirty="0" err="1">
                <a:latin typeface="+mn-lt"/>
              </a:rPr>
              <a:t>vehicula</a:t>
            </a:r>
            <a:r>
              <a:rPr lang="en-US" altLang="en-US" sz="3200" dirty="0">
                <a:latin typeface="+mn-lt"/>
              </a:rPr>
              <a:t> quam. </a:t>
            </a:r>
            <a:r>
              <a:rPr lang="en-US" altLang="en-US" sz="3200" dirty="0" err="1">
                <a:latin typeface="+mn-lt"/>
              </a:rPr>
              <a:t>Phasellus</a:t>
            </a:r>
            <a:r>
              <a:rPr lang="en-US" altLang="en-US" sz="3200" dirty="0">
                <a:latin typeface="+mn-lt"/>
              </a:rPr>
              <a:t> lorem </a:t>
            </a:r>
            <a:r>
              <a:rPr lang="en-US" altLang="en-US" sz="3200" dirty="0" err="1">
                <a:latin typeface="+mn-lt"/>
              </a:rPr>
              <a:t>purus</a:t>
            </a:r>
            <a:r>
              <a:rPr lang="en-US" altLang="en-US" sz="3200" dirty="0">
                <a:latin typeface="+mn-lt"/>
              </a:rPr>
              <a:t>, </a:t>
            </a:r>
            <a:r>
              <a:rPr lang="en-US" altLang="en-US" sz="3200" dirty="0" err="1">
                <a:latin typeface="+mn-lt"/>
              </a:rPr>
              <a:t>pellentesque</a:t>
            </a:r>
            <a:r>
              <a:rPr lang="en-US" altLang="en-US" sz="3200" dirty="0">
                <a:latin typeface="+mn-lt"/>
              </a:rPr>
              <a:t> </a:t>
            </a:r>
            <a:r>
              <a:rPr lang="en-US" altLang="en-US" sz="3200" dirty="0" err="1">
                <a:latin typeface="+mn-lt"/>
              </a:rPr>
              <a:t>eget</a:t>
            </a:r>
            <a:r>
              <a:rPr lang="en-US" altLang="en-US" sz="3200" dirty="0">
                <a:latin typeface="+mn-lt"/>
              </a:rPr>
              <a:t> pharetra </a:t>
            </a:r>
            <a:r>
              <a:rPr lang="en-US" altLang="en-US" sz="3200" dirty="0" err="1">
                <a:latin typeface="+mn-lt"/>
              </a:rPr>
              <a:t>eget</a:t>
            </a:r>
            <a:r>
              <a:rPr lang="en-US" altLang="en-US" sz="3200" dirty="0">
                <a:latin typeface="+mn-lt"/>
              </a:rPr>
              <a:t>, </a:t>
            </a:r>
            <a:r>
              <a:rPr lang="en-US" altLang="en-US" sz="3200" dirty="0" err="1">
                <a:latin typeface="+mn-lt"/>
              </a:rPr>
              <a:t>pulvinar</a:t>
            </a:r>
            <a:r>
              <a:rPr lang="en-US" altLang="en-US" sz="3200" dirty="0">
                <a:latin typeface="+mn-lt"/>
              </a:rPr>
              <a:t> a </a:t>
            </a:r>
            <a:r>
              <a:rPr lang="en-US" altLang="en-US" sz="3200" dirty="0" err="1">
                <a:latin typeface="+mn-lt"/>
              </a:rPr>
              <a:t>tellus</a:t>
            </a:r>
            <a:r>
              <a:rPr lang="en-US" altLang="en-US" sz="3200" dirty="0">
                <a:latin typeface="+mn-lt"/>
              </a:rPr>
              <a:t>.</a:t>
            </a:r>
            <a:endParaRPr lang="en-US" altLang="en-US" sz="3200" dirty="0">
              <a:solidFill>
                <a:srgbClr val="595959"/>
              </a:solidFill>
              <a:latin typeface="+mn-lt"/>
            </a:endParaRPr>
          </a:p>
          <a:p>
            <a:pPr eaLnBrk="1" hangingPunct="1">
              <a:spcBef>
                <a:spcPct val="50000"/>
              </a:spcBef>
              <a:buFontTx/>
              <a:buNone/>
              <a:defRPr/>
            </a:pPr>
            <a:endParaRPr lang="en-US" altLang="en-US" sz="3200" dirty="0">
              <a:solidFill>
                <a:srgbClr val="27296F"/>
              </a:solidFill>
              <a:latin typeface="Swiss 721 BT" charset="0"/>
            </a:endParaRPr>
          </a:p>
        </p:txBody>
      </p:sp>
      <p:sp>
        <p:nvSpPr>
          <p:cNvPr id="15362" name="Text Box 277">
            <a:extLst>
              <a:ext uri="{FF2B5EF4-FFF2-40B4-BE49-F238E27FC236}">
                <a16:creationId xmlns:a16="http://schemas.microsoft.com/office/drawing/2014/main" id="{4813A013-2BFB-4523-AE2A-D7B9839753A1}"/>
              </a:ext>
            </a:extLst>
          </p:cNvPr>
          <p:cNvSpPr txBox="1">
            <a:spLocks noChangeArrowheads="1"/>
          </p:cNvSpPr>
          <p:nvPr/>
        </p:nvSpPr>
        <p:spPr bwMode="auto">
          <a:xfrm>
            <a:off x="1471613" y="16837025"/>
            <a:ext cx="13565187" cy="581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3600" b="1" dirty="0">
                <a:ea typeface="Arial" charset="0"/>
                <a:cs typeface="Arial" charset="0"/>
              </a:rPr>
              <a:t>INULLA ID TURPIS ID NULLA RUTRUM GRAVIDA.</a:t>
            </a:r>
          </a:p>
          <a:p>
            <a:pPr algn="just" eaLnBrk="1" hangingPunct="1">
              <a:spcBef>
                <a:spcPct val="50000"/>
              </a:spcBef>
              <a:buFontTx/>
              <a:buNone/>
              <a:defRPr/>
            </a:pPr>
            <a:r>
              <a:rPr lang="es-ES" altLang="en-US" sz="3600" dirty="0" err="1">
                <a:latin typeface="+mn-lt"/>
              </a:rPr>
              <a:t>Aliquam</a:t>
            </a:r>
            <a:r>
              <a:rPr lang="es-ES" altLang="en-US" sz="3600" dirty="0">
                <a:latin typeface="+mn-lt"/>
              </a:rPr>
              <a:t> in </a:t>
            </a:r>
            <a:r>
              <a:rPr lang="es-ES" altLang="en-US" sz="3600" dirty="0" err="1">
                <a:latin typeface="+mn-lt"/>
              </a:rPr>
              <a:t>massa</a:t>
            </a:r>
            <a:r>
              <a:rPr lang="es-ES" altLang="en-US" sz="3600" dirty="0">
                <a:latin typeface="+mn-lt"/>
              </a:rPr>
              <a:t> </a:t>
            </a:r>
            <a:r>
              <a:rPr lang="es-ES" altLang="en-US" sz="3600" dirty="0" err="1">
                <a:latin typeface="+mn-lt"/>
              </a:rPr>
              <a:t>scelerisque</a:t>
            </a:r>
            <a:r>
              <a:rPr lang="es-ES" altLang="en-US" sz="3600" dirty="0">
                <a:latin typeface="+mn-lt"/>
              </a:rPr>
              <a:t> </a:t>
            </a:r>
            <a:r>
              <a:rPr lang="es-ES" altLang="en-US" sz="3600" dirty="0" err="1">
                <a:latin typeface="+mn-lt"/>
              </a:rPr>
              <a:t>est</a:t>
            </a:r>
            <a:r>
              <a:rPr lang="es-ES" altLang="en-US" sz="3600" dirty="0">
                <a:latin typeface="+mn-lt"/>
              </a:rPr>
              <a:t> </a:t>
            </a:r>
            <a:r>
              <a:rPr lang="es-ES" altLang="en-US" sz="3600" dirty="0" err="1">
                <a:latin typeface="+mn-lt"/>
              </a:rPr>
              <a:t>mollis</a:t>
            </a:r>
            <a:r>
              <a:rPr lang="es-ES" altLang="en-US" sz="3600" dirty="0">
                <a:latin typeface="+mn-lt"/>
              </a:rPr>
              <a:t> </a:t>
            </a:r>
            <a:r>
              <a:rPr lang="es-ES" altLang="en-US" sz="3600" dirty="0" err="1">
                <a:latin typeface="+mn-lt"/>
              </a:rPr>
              <a:t>tempus</a:t>
            </a:r>
            <a:r>
              <a:rPr lang="es-ES" altLang="en-US" sz="3600" dirty="0">
                <a:latin typeface="+mn-lt"/>
              </a:rPr>
              <a:t>. Ut non </a:t>
            </a:r>
            <a:r>
              <a:rPr lang="es-ES" altLang="en-US" sz="3600" dirty="0" err="1">
                <a:latin typeface="+mn-lt"/>
              </a:rPr>
              <a:t>lacus</a:t>
            </a:r>
            <a:r>
              <a:rPr lang="es-ES" altLang="en-US" sz="3600" dirty="0">
                <a:latin typeface="+mn-lt"/>
              </a:rPr>
              <a:t> </a:t>
            </a:r>
            <a:r>
              <a:rPr lang="es-ES" altLang="en-US" sz="3600" dirty="0" err="1">
                <a:latin typeface="+mn-lt"/>
              </a:rPr>
              <a:t>tincidunt</a:t>
            </a:r>
            <a:r>
              <a:rPr lang="es-ES" altLang="en-US" sz="3600" dirty="0">
                <a:latin typeface="+mn-lt"/>
              </a:rPr>
              <a:t> </a:t>
            </a:r>
            <a:r>
              <a:rPr lang="es-ES" altLang="en-US" sz="3600" dirty="0" err="1">
                <a:latin typeface="+mn-lt"/>
              </a:rPr>
              <a:t>sem</a:t>
            </a:r>
            <a:r>
              <a:rPr lang="es-ES" altLang="en-US" sz="3600" dirty="0">
                <a:latin typeface="+mn-lt"/>
              </a:rPr>
              <a:t> </a:t>
            </a:r>
            <a:r>
              <a:rPr lang="es-ES" altLang="en-US" sz="3600" dirty="0" err="1">
                <a:latin typeface="+mn-lt"/>
              </a:rPr>
              <a:t>tincidunt</a:t>
            </a:r>
            <a:r>
              <a:rPr lang="es-ES" altLang="en-US" sz="3600" dirty="0">
                <a:latin typeface="+mn-lt"/>
              </a:rPr>
              <a:t> </a:t>
            </a:r>
            <a:r>
              <a:rPr lang="es-ES" altLang="en-US" sz="3600" dirty="0" err="1">
                <a:latin typeface="+mn-lt"/>
              </a:rPr>
              <a:t>vestibulum</a:t>
            </a:r>
            <a:r>
              <a:rPr lang="es-ES" altLang="en-US" sz="3600" dirty="0">
                <a:latin typeface="+mn-lt"/>
              </a:rPr>
              <a:t>. </a:t>
            </a:r>
            <a:r>
              <a:rPr lang="es-ES" altLang="en-US" sz="3600" dirty="0" err="1">
                <a:latin typeface="+mn-lt"/>
              </a:rPr>
              <a:t>Duis</a:t>
            </a:r>
            <a:r>
              <a:rPr lang="es-ES" altLang="en-US" sz="3600" dirty="0">
                <a:latin typeface="+mn-lt"/>
              </a:rPr>
              <a:t> </a:t>
            </a:r>
            <a:r>
              <a:rPr lang="es-ES" altLang="en-US" sz="3600" dirty="0" err="1">
                <a:latin typeface="+mn-lt"/>
              </a:rPr>
              <a:t>ultricies</a:t>
            </a:r>
            <a:r>
              <a:rPr lang="es-ES" altLang="en-US" sz="3600" dirty="0">
                <a:latin typeface="+mn-lt"/>
              </a:rPr>
              <a:t> </a:t>
            </a:r>
            <a:r>
              <a:rPr lang="es-ES" altLang="en-US" sz="3600" dirty="0" err="1">
                <a:latin typeface="+mn-lt"/>
              </a:rPr>
              <a:t>venenatis</a:t>
            </a:r>
            <a:r>
              <a:rPr lang="es-ES" altLang="en-US" sz="3600" dirty="0">
                <a:latin typeface="+mn-lt"/>
              </a:rPr>
              <a:t> ornare. </a:t>
            </a:r>
            <a:r>
              <a:rPr lang="es-ES" altLang="en-US" sz="3600" dirty="0" err="1">
                <a:latin typeface="+mn-lt"/>
              </a:rPr>
              <a:t>Nam</a:t>
            </a:r>
            <a:r>
              <a:rPr lang="es-ES" altLang="en-US" sz="3600" dirty="0">
                <a:latin typeface="+mn-lt"/>
              </a:rPr>
              <a:t> </a:t>
            </a:r>
            <a:r>
              <a:rPr lang="es-ES" altLang="en-US" sz="3600" dirty="0" err="1">
                <a:latin typeface="+mn-lt"/>
              </a:rPr>
              <a:t>dictum</a:t>
            </a:r>
            <a:r>
              <a:rPr lang="es-ES" altLang="en-US" sz="3600" dirty="0">
                <a:latin typeface="+mn-lt"/>
              </a:rPr>
              <a:t> </a:t>
            </a:r>
            <a:r>
              <a:rPr lang="es-ES" altLang="en-US" sz="3600" dirty="0" err="1">
                <a:latin typeface="+mn-lt"/>
              </a:rPr>
              <a:t>consequat</a:t>
            </a:r>
            <a:r>
              <a:rPr lang="es-ES" altLang="en-US" sz="3600" dirty="0">
                <a:latin typeface="+mn-lt"/>
              </a:rPr>
              <a:t> </a:t>
            </a:r>
            <a:r>
              <a:rPr lang="es-ES" altLang="en-US" sz="3600" dirty="0" err="1">
                <a:latin typeface="+mn-lt"/>
              </a:rPr>
              <a:t>sapien</a:t>
            </a:r>
            <a:r>
              <a:rPr lang="es-ES" altLang="en-US" sz="3600" dirty="0">
                <a:latin typeface="+mn-lt"/>
              </a:rPr>
              <a:t>, in </a:t>
            </a:r>
            <a:r>
              <a:rPr lang="es-ES" altLang="en-US" sz="3600" dirty="0" err="1">
                <a:latin typeface="+mn-lt"/>
              </a:rPr>
              <a:t>facilisis</a:t>
            </a:r>
            <a:r>
              <a:rPr lang="es-ES" altLang="en-US" sz="3600" dirty="0">
                <a:latin typeface="+mn-lt"/>
              </a:rPr>
              <a:t> libero </a:t>
            </a:r>
            <a:r>
              <a:rPr lang="es-ES" altLang="en-US" sz="3600" dirty="0" err="1">
                <a:latin typeface="+mn-lt"/>
              </a:rPr>
              <a:t>tincidunt</a:t>
            </a:r>
            <a:r>
              <a:rPr lang="es-ES" altLang="en-US" sz="3600" dirty="0">
                <a:latin typeface="+mn-lt"/>
              </a:rPr>
              <a:t> a. </a:t>
            </a:r>
            <a:r>
              <a:rPr lang="es-ES" altLang="en-US" sz="3600" dirty="0" err="1">
                <a:latin typeface="+mn-lt"/>
              </a:rPr>
              <a:t>Donec</a:t>
            </a:r>
            <a:r>
              <a:rPr lang="es-ES" altLang="en-US" sz="3600" dirty="0">
                <a:latin typeface="+mn-lt"/>
              </a:rPr>
              <a:t> </a:t>
            </a:r>
            <a:r>
              <a:rPr lang="es-ES" altLang="en-US" sz="3600" dirty="0" err="1">
                <a:latin typeface="+mn-lt"/>
              </a:rPr>
              <a:t>ultricies</a:t>
            </a:r>
            <a:r>
              <a:rPr lang="es-ES" altLang="en-US" sz="3600" dirty="0">
                <a:latin typeface="+mn-lt"/>
              </a:rPr>
              <a:t> ornare </a:t>
            </a:r>
            <a:r>
              <a:rPr lang="es-ES" altLang="en-US" sz="3600" dirty="0" err="1">
                <a:latin typeface="+mn-lt"/>
              </a:rPr>
              <a:t>sapien</a:t>
            </a:r>
            <a:r>
              <a:rPr lang="es-ES" altLang="en-US" sz="3600" dirty="0">
                <a:latin typeface="+mn-lt"/>
              </a:rPr>
              <a:t> in </a:t>
            </a:r>
            <a:r>
              <a:rPr lang="es-ES" altLang="en-US" sz="3600" dirty="0" err="1">
                <a:latin typeface="+mn-lt"/>
              </a:rPr>
              <a:t>tempor</a:t>
            </a:r>
            <a:r>
              <a:rPr lang="es-ES" altLang="en-US" sz="3600" dirty="0">
                <a:latin typeface="+mn-lt"/>
              </a:rPr>
              <a:t>. In </a:t>
            </a:r>
            <a:r>
              <a:rPr lang="es-ES" altLang="en-US" sz="3600" dirty="0" err="1">
                <a:latin typeface="+mn-lt"/>
              </a:rPr>
              <a:t>suscipit</a:t>
            </a:r>
            <a:r>
              <a:rPr lang="es-ES" altLang="en-US" sz="3600" dirty="0">
                <a:latin typeface="+mn-lt"/>
              </a:rPr>
              <a:t> </a:t>
            </a:r>
            <a:r>
              <a:rPr lang="es-ES" altLang="en-US" sz="3600" dirty="0" err="1">
                <a:latin typeface="+mn-lt"/>
              </a:rPr>
              <a:t>varius</a:t>
            </a:r>
            <a:r>
              <a:rPr lang="es-ES" altLang="en-US" sz="3600" dirty="0">
                <a:latin typeface="+mn-lt"/>
              </a:rPr>
              <a:t> </a:t>
            </a:r>
            <a:r>
              <a:rPr lang="es-ES" altLang="en-US" sz="3600" dirty="0" err="1">
                <a:latin typeface="+mn-lt"/>
              </a:rPr>
              <a:t>feugiat</a:t>
            </a:r>
            <a:r>
              <a:rPr lang="es-ES" altLang="en-US" sz="3600" dirty="0">
                <a:latin typeface="+mn-lt"/>
              </a:rPr>
              <a:t>. </a:t>
            </a:r>
            <a:r>
              <a:rPr lang="es-ES" altLang="en-US" sz="3600" dirty="0" err="1">
                <a:latin typeface="+mn-lt"/>
              </a:rPr>
              <a:t>Aenean</a:t>
            </a:r>
            <a:r>
              <a:rPr lang="es-ES" altLang="en-US" sz="3600" dirty="0">
                <a:latin typeface="+mn-lt"/>
              </a:rPr>
              <a:t> </a:t>
            </a:r>
            <a:r>
              <a:rPr lang="es-ES" altLang="en-US" sz="3600" dirty="0" err="1">
                <a:latin typeface="+mn-lt"/>
              </a:rPr>
              <a:t>cursus</a:t>
            </a:r>
            <a:r>
              <a:rPr lang="es-ES" altLang="en-US" sz="3600" dirty="0">
                <a:latin typeface="+mn-lt"/>
              </a:rPr>
              <a:t> </a:t>
            </a:r>
            <a:r>
              <a:rPr lang="es-ES" altLang="en-US" sz="3600" dirty="0" err="1">
                <a:latin typeface="+mn-lt"/>
              </a:rPr>
              <a:t>egestas</a:t>
            </a:r>
            <a:r>
              <a:rPr lang="es-ES" altLang="en-US" sz="3600" dirty="0">
                <a:latin typeface="+mn-lt"/>
              </a:rPr>
              <a:t> </a:t>
            </a:r>
            <a:r>
              <a:rPr lang="es-ES" altLang="en-US" sz="3600" dirty="0" err="1">
                <a:latin typeface="+mn-lt"/>
              </a:rPr>
              <a:t>nisl</a:t>
            </a:r>
            <a:r>
              <a:rPr lang="es-ES" altLang="en-US" sz="3600" dirty="0">
                <a:latin typeface="+mn-lt"/>
              </a:rPr>
              <a:t>, in </a:t>
            </a:r>
            <a:r>
              <a:rPr lang="es-ES" altLang="en-US" sz="3600" dirty="0" err="1">
                <a:latin typeface="+mn-lt"/>
              </a:rPr>
              <a:t>interdum</a:t>
            </a:r>
            <a:r>
              <a:rPr lang="es-ES" altLang="en-US" sz="3600" dirty="0">
                <a:latin typeface="+mn-lt"/>
              </a:rPr>
              <a:t> </a:t>
            </a:r>
            <a:r>
              <a:rPr lang="es-ES" altLang="en-US" sz="3600" dirty="0" err="1">
                <a:latin typeface="+mn-lt"/>
              </a:rPr>
              <a:t>sapien</a:t>
            </a:r>
            <a:r>
              <a:rPr lang="es-ES" altLang="en-US" sz="3600" dirty="0">
                <a:latin typeface="+mn-lt"/>
              </a:rPr>
              <a:t> </a:t>
            </a:r>
            <a:r>
              <a:rPr lang="es-ES" altLang="en-US" sz="3600" dirty="0" err="1">
                <a:latin typeface="+mn-lt"/>
              </a:rPr>
              <a:t>blandit</a:t>
            </a:r>
            <a:r>
              <a:rPr lang="es-ES" altLang="en-US" sz="3600" dirty="0">
                <a:latin typeface="+mn-lt"/>
              </a:rPr>
              <a:t> et. </a:t>
            </a:r>
            <a:r>
              <a:rPr lang="es-ES" altLang="en-US" sz="3600" dirty="0" err="1">
                <a:latin typeface="+mn-lt"/>
              </a:rPr>
              <a:t>Curabitur</a:t>
            </a:r>
            <a:r>
              <a:rPr lang="es-ES" altLang="en-US" sz="3600" dirty="0">
                <a:latin typeface="+mn-lt"/>
              </a:rPr>
              <a:t> </a:t>
            </a:r>
            <a:r>
              <a:rPr lang="es-ES" altLang="en-US" sz="3600" dirty="0" err="1">
                <a:latin typeface="+mn-lt"/>
              </a:rPr>
              <a:t>lorem</a:t>
            </a:r>
            <a:r>
              <a:rPr lang="es-ES" altLang="en-US" sz="3600" dirty="0">
                <a:latin typeface="+mn-lt"/>
              </a:rPr>
              <a:t> </a:t>
            </a:r>
            <a:r>
              <a:rPr lang="es-ES" altLang="en-US" sz="3600" dirty="0" err="1">
                <a:latin typeface="+mn-lt"/>
              </a:rPr>
              <a:t>arcu</a:t>
            </a:r>
            <a:r>
              <a:rPr lang="es-ES" altLang="en-US" sz="3600" dirty="0">
                <a:latin typeface="+mn-lt"/>
              </a:rPr>
              <a:t>, </a:t>
            </a:r>
            <a:r>
              <a:rPr lang="es-ES" altLang="en-US" sz="3600" dirty="0" err="1">
                <a:latin typeface="+mn-lt"/>
              </a:rPr>
              <a:t>suscipit</a:t>
            </a:r>
            <a:r>
              <a:rPr lang="es-ES" altLang="en-US" sz="3600" dirty="0">
                <a:latin typeface="+mn-lt"/>
              </a:rPr>
              <a:t> </a:t>
            </a:r>
            <a:r>
              <a:rPr lang="es-ES" altLang="en-US" sz="3600" dirty="0" err="1">
                <a:latin typeface="+mn-lt"/>
              </a:rPr>
              <a:t>eget</a:t>
            </a:r>
            <a:r>
              <a:rPr lang="es-ES" altLang="en-US" sz="3600" dirty="0">
                <a:latin typeface="+mn-lt"/>
              </a:rPr>
              <a:t> </a:t>
            </a:r>
            <a:r>
              <a:rPr lang="es-ES" altLang="en-US" sz="3600" dirty="0" err="1">
                <a:latin typeface="+mn-lt"/>
              </a:rPr>
              <a:t>adipiscing</a:t>
            </a:r>
            <a:r>
              <a:rPr lang="es-ES" altLang="en-US" sz="3600" dirty="0">
                <a:latin typeface="+mn-lt"/>
              </a:rPr>
              <a:t> </a:t>
            </a:r>
            <a:r>
              <a:rPr lang="es-ES" altLang="en-US" sz="3600" dirty="0" err="1">
                <a:latin typeface="+mn-lt"/>
              </a:rPr>
              <a:t>eu</a:t>
            </a:r>
            <a:r>
              <a:rPr lang="es-ES" altLang="en-US" sz="3600" dirty="0">
                <a:latin typeface="+mn-lt"/>
              </a:rPr>
              <a:t>, </a:t>
            </a:r>
            <a:r>
              <a:rPr lang="es-ES" altLang="en-US" sz="3600" dirty="0" err="1">
                <a:latin typeface="+mn-lt"/>
              </a:rPr>
              <a:t>ullamcorper</a:t>
            </a:r>
            <a:r>
              <a:rPr lang="es-ES" altLang="en-US" sz="3600" dirty="0">
                <a:latin typeface="+mn-lt"/>
              </a:rPr>
              <a:t> </a:t>
            </a:r>
            <a:r>
              <a:rPr lang="es-ES" altLang="en-US" sz="3600" dirty="0" err="1">
                <a:latin typeface="+mn-lt"/>
              </a:rPr>
              <a:t>vel</a:t>
            </a:r>
            <a:r>
              <a:rPr lang="es-ES" altLang="en-US" sz="3600" dirty="0">
                <a:latin typeface="+mn-lt"/>
              </a:rPr>
              <a:t> eros. </a:t>
            </a:r>
            <a:r>
              <a:rPr lang="es-ES" altLang="en-US" sz="3600" dirty="0" err="1">
                <a:latin typeface="+mn-lt"/>
              </a:rPr>
              <a:t>Nullam</a:t>
            </a:r>
            <a:r>
              <a:rPr lang="es-ES" altLang="en-US" sz="3600" dirty="0">
                <a:latin typeface="+mn-lt"/>
              </a:rPr>
              <a:t> in </a:t>
            </a:r>
            <a:r>
              <a:rPr lang="es-ES" altLang="en-US" sz="3600" dirty="0" err="1">
                <a:latin typeface="+mn-lt"/>
              </a:rPr>
              <a:t>fringilla</a:t>
            </a:r>
            <a:r>
              <a:rPr lang="es-ES" altLang="en-US" sz="3600" dirty="0">
                <a:latin typeface="+mn-lt"/>
              </a:rPr>
              <a:t> </a:t>
            </a:r>
            <a:r>
              <a:rPr lang="es-ES" altLang="en-US" sz="3600" dirty="0" err="1">
                <a:latin typeface="+mn-lt"/>
              </a:rPr>
              <a:t>tellus</a:t>
            </a:r>
            <a:r>
              <a:rPr lang="es-ES" altLang="en-US" sz="3600" dirty="0">
                <a:latin typeface="+mn-lt"/>
              </a:rPr>
              <a:t>. </a:t>
            </a:r>
            <a:r>
              <a:rPr lang="es-ES" altLang="en-US" sz="3600" dirty="0" err="1">
                <a:latin typeface="+mn-lt"/>
              </a:rPr>
              <a:t>Phasellus</a:t>
            </a:r>
            <a:r>
              <a:rPr lang="es-ES" altLang="en-US" sz="3600" dirty="0">
                <a:latin typeface="+mn-lt"/>
              </a:rPr>
              <a:t> </a:t>
            </a:r>
            <a:r>
              <a:rPr lang="es-ES" altLang="en-US" sz="3600" dirty="0" err="1">
                <a:latin typeface="+mn-lt"/>
              </a:rPr>
              <a:t>tempor</a:t>
            </a:r>
            <a:r>
              <a:rPr lang="es-ES" altLang="en-US" sz="3600" dirty="0">
                <a:latin typeface="+mn-lt"/>
              </a:rPr>
              <a:t> </a:t>
            </a:r>
            <a:r>
              <a:rPr lang="es-ES" altLang="en-US" sz="3600" dirty="0" err="1">
                <a:latin typeface="+mn-lt"/>
              </a:rPr>
              <a:t>cursus</a:t>
            </a:r>
            <a:r>
              <a:rPr lang="es-ES" altLang="en-US" sz="3600" dirty="0">
                <a:latin typeface="+mn-lt"/>
              </a:rPr>
              <a:t> </a:t>
            </a:r>
            <a:r>
              <a:rPr lang="es-ES" altLang="en-US" sz="3600" dirty="0" err="1">
                <a:latin typeface="+mn-lt"/>
              </a:rPr>
              <a:t>tincidunt.Fusce</a:t>
            </a:r>
            <a:r>
              <a:rPr lang="es-ES" altLang="en-US" sz="3600" dirty="0">
                <a:latin typeface="+mn-lt"/>
              </a:rPr>
              <a:t> </a:t>
            </a:r>
            <a:r>
              <a:rPr lang="es-ES" altLang="en-US" sz="3600" dirty="0" err="1">
                <a:latin typeface="+mn-lt"/>
              </a:rPr>
              <a:t>nec</a:t>
            </a:r>
            <a:r>
              <a:rPr lang="es-ES" altLang="en-US" sz="3600" dirty="0">
                <a:latin typeface="+mn-lt"/>
              </a:rPr>
              <a:t> </a:t>
            </a:r>
            <a:r>
              <a:rPr lang="es-ES" altLang="en-US" sz="3600" dirty="0" err="1">
                <a:latin typeface="+mn-lt"/>
              </a:rPr>
              <a:t>velit</a:t>
            </a:r>
            <a:r>
              <a:rPr lang="es-ES" altLang="en-US" sz="3600" dirty="0">
                <a:latin typeface="+mn-lt"/>
              </a:rPr>
              <a:t> </a:t>
            </a:r>
            <a:r>
              <a:rPr lang="es-ES" altLang="en-US" sz="3600" dirty="0" err="1">
                <a:latin typeface="+mn-lt"/>
              </a:rPr>
              <a:t>orci</a:t>
            </a:r>
            <a:r>
              <a:rPr lang="es-ES" altLang="en-US" sz="3600" dirty="0">
                <a:latin typeface="+mn-lt"/>
              </a:rPr>
              <a:t>. </a:t>
            </a:r>
            <a:r>
              <a:rPr lang="es-ES" altLang="en-US" sz="3600" dirty="0" err="1">
                <a:latin typeface="+mn-lt"/>
              </a:rPr>
              <a:t>Etiam</a:t>
            </a:r>
            <a:r>
              <a:rPr lang="es-ES" altLang="en-US" sz="3600" dirty="0">
                <a:latin typeface="+mn-lt"/>
              </a:rPr>
              <a:t> </a:t>
            </a:r>
            <a:r>
              <a:rPr lang="es-ES" altLang="en-US" sz="3600" dirty="0" err="1">
                <a:latin typeface="+mn-lt"/>
              </a:rPr>
              <a:t>dapibus</a:t>
            </a:r>
            <a:r>
              <a:rPr lang="es-ES" altLang="en-US" sz="3600" dirty="0">
                <a:latin typeface="+mn-lt"/>
              </a:rPr>
              <a:t>, </a:t>
            </a:r>
            <a:r>
              <a:rPr lang="es-ES" altLang="en-US" sz="3600" dirty="0" err="1">
                <a:latin typeface="+mn-lt"/>
              </a:rPr>
              <a:t>arcu</a:t>
            </a:r>
            <a:r>
              <a:rPr lang="es-ES" altLang="en-US" sz="3600" dirty="0">
                <a:latin typeface="+mn-lt"/>
              </a:rPr>
              <a:t> </a:t>
            </a:r>
            <a:r>
              <a:rPr lang="es-ES" altLang="en-US" sz="3600" dirty="0" err="1">
                <a:latin typeface="+mn-lt"/>
              </a:rPr>
              <a:t>semper</a:t>
            </a:r>
            <a:r>
              <a:rPr lang="es-ES" altLang="en-US" sz="3600" dirty="0">
                <a:latin typeface="+mn-lt"/>
              </a:rPr>
              <a:t> </a:t>
            </a:r>
            <a:r>
              <a:rPr lang="es-ES" altLang="en-US" sz="3600" dirty="0" err="1">
                <a:latin typeface="+mn-lt"/>
              </a:rPr>
              <a:t>fringilla</a:t>
            </a:r>
            <a:r>
              <a:rPr lang="es-ES" altLang="en-US" sz="3600" dirty="0">
                <a:latin typeface="+mn-lt"/>
              </a:rPr>
              <a:t> </a:t>
            </a:r>
            <a:r>
              <a:rPr lang="es-ES" altLang="en-US" sz="3600" dirty="0" err="1">
                <a:latin typeface="+mn-lt"/>
              </a:rPr>
              <a:t>consequat</a:t>
            </a:r>
            <a:r>
              <a:rPr lang="es-ES" altLang="en-US" sz="3600" dirty="0">
                <a:latin typeface="+mn-lt"/>
              </a:rPr>
              <a:t>, </a:t>
            </a:r>
            <a:r>
              <a:rPr lang="es-ES" altLang="en-US" sz="3600" dirty="0" err="1">
                <a:latin typeface="+mn-lt"/>
              </a:rPr>
              <a:t>quam</a:t>
            </a:r>
            <a:r>
              <a:rPr lang="es-ES" altLang="en-US" sz="3600" dirty="0">
                <a:latin typeface="+mn-lt"/>
              </a:rPr>
              <a:t> dolor </a:t>
            </a:r>
            <a:r>
              <a:rPr lang="es-ES" altLang="en-US" sz="3600" dirty="0" err="1">
                <a:latin typeface="+mn-lt"/>
              </a:rPr>
              <a:t>tincidunt</a:t>
            </a:r>
            <a:r>
              <a:rPr lang="es-ES" altLang="en-US" sz="3600" dirty="0">
                <a:latin typeface="+mn-lt"/>
              </a:rPr>
              <a:t> justo, non </a:t>
            </a:r>
            <a:r>
              <a:rPr lang="es-ES" altLang="en-US" sz="3600" dirty="0" err="1">
                <a:latin typeface="+mn-lt"/>
              </a:rPr>
              <a:t>vulputate</a:t>
            </a:r>
            <a:r>
              <a:rPr lang="es-ES" altLang="en-US" sz="3600" dirty="0">
                <a:latin typeface="+mn-lt"/>
              </a:rPr>
              <a:t> </a:t>
            </a:r>
            <a:r>
              <a:rPr lang="es-ES" altLang="en-US" sz="3600" dirty="0" err="1">
                <a:latin typeface="+mn-lt"/>
              </a:rPr>
              <a:t>erat</a:t>
            </a:r>
            <a:r>
              <a:rPr lang="es-ES" altLang="en-US" sz="3600" dirty="0">
                <a:latin typeface="+mn-lt"/>
              </a:rPr>
              <a:t> urna </a:t>
            </a:r>
            <a:r>
              <a:rPr lang="es-ES" altLang="en-US" sz="3600" dirty="0" err="1">
                <a:latin typeface="+mn-lt"/>
              </a:rPr>
              <a:t>ac</a:t>
            </a:r>
            <a:r>
              <a:rPr lang="es-ES" altLang="en-US" sz="3600" dirty="0">
                <a:latin typeface="+mn-lt"/>
              </a:rPr>
              <a:t> </a:t>
            </a:r>
            <a:r>
              <a:rPr lang="es-ES" altLang="en-US" sz="3600" dirty="0" err="1">
                <a:latin typeface="+mn-lt"/>
              </a:rPr>
              <a:t>diam</a:t>
            </a:r>
            <a:r>
              <a:rPr lang="es-ES" altLang="en-US" sz="3600" dirty="0">
                <a:latin typeface="+mn-lt"/>
              </a:rPr>
              <a:t>. </a:t>
            </a:r>
            <a:endParaRPr lang="en-US" altLang="en-US" sz="3600" dirty="0">
              <a:latin typeface="+mn-lt"/>
            </a:endParaRPr>
          </a:p>
        </p:txBody>
      </p:sp>
      <p:sp>
        <p:nvSpPr>
          <p:cNvPr id="15363" name="Text Box 277">
            <a:extLst>
              <a:ext uri="{FF2B5EF4-FFF2-40B4-BE49-F238E27FC236}">
                <a16:creationId xmlns:a16="http://schemas.microsoft.com/office/drawing/2014/main" id="{4891107E-DFB2-430B-83C6-F32CADED61FF}"/>
              </a:ext>
            </a:extLst>
          </p:cNvPr>
          <p:cNvSpPr txBox="1">
            <a:spLocks noChangeArrowheads="1"/>
          </p:cNvSpPr>
          <p:nvPr/>
        </p:nvSpPr>
        <p:spPr bwMode="auto">
          <a:xfrm>
            <a:off x="1471613" y="34859913"/>
            <a:ext cx="13565187"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4161750" indent="-24161750">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420688" indent="-420688">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lvl="1" algn="just" eaLnBrk="1" hangingPunct="1">
              <a:spcBef>
                <a:spcPts val="2163"/>
              </a:spcBef>
              <a:buFont typeface="Wingdings" panose="05000000000000000000" pitchFamily="2" charset="2"/>
              <a:buChar char="§"/>
            </a:pPr>
            <a:r>
              <a:rPr lang="es-ES" altLang="en-US" sz="3600"/>
              <a:t>Aliquam posuere consectetur mi, ac imperdiet lectus auctor non. Sed commodo posuere nisi, eu rutrum mauris gravida a. </a:t>
            </a:r>
          </a:p>
          <a:p>
            <a:pPr lvl="1" algn="just" eaLnBrk="1" hangingPunct="1">
              <a:spcBef>
                <a:spcPts val="2163"/>
              </a:spcBef>
              <a:buFont typeface="Wingdings" panose="05000000000000000000" pitchFamily="2" charset="2"/>
              <a:buChar char="§"/>
            </a:pPr>
            <a:r>
              <a:rPr lang="es-ES" altLang="en-US" sz="3600"/>
              <a:t>Nunc imperdiet sagittis ante vitae elementum. </a:t>
            </a:r>
          </a:p>
          <a:p>
            <a:pPr lvl="1" algn="just" eaLnBrk="1" hangingPunct="1">
              <a:spcBef>
                <a:spcPts val="2163"/>
              </a:spcBef>
              <a:buFont typeface="Wingdings" panose="05000000000000000000" pitchFamily="2" charset="2"/>
              <a:buChar char="§"/>
            </a:pPr>
            <a:r>
              <a:rPr lang="es-ES" altLang="en-US" sz="3600"/>
              <a:t>Mauris vel erat vitae nibh tincidunt auctor. In adipiscing vehicula elementum. Quisque vel est nulla.</a:t>
            </a:r>
          </a:p>
          <a:p>
            <a:pPr lvl="1" algn="just" eaLnBrk="1" hangingPunct="1">
              <a:spcBef>
                <a:spcPts val="2163"/>
              </a:spcBef>
              <a:buFont typeface="Wingdings" panose="05000000000000000000" pitchFamily="2" charset="2"/>
              <a:buChar char="§"/>
            </a:pPr>
            <a:r>
              <a:rPr lang="es-ES" altLang="en-US" sz="3600"/>
              <a:t>Cras laoreet, risus sit amet facilisis ultricies, augue mi viverra erat, eget ornare ipsum urna eget neque.</a:t>
            </a:r>
            <a:r>
              <a:rPr lang="es-ES" altLang="en-US" sz="3600">
                <a:latin typeface="Swiss 721 Light BT" charset="0"/>
              </a:rPr>
              <a:t> </a:t>
            </a:r>
          </a:p>
        </p:txBody>
      </p:sp>
      <p:sp>
        <p:nvSpPr>
          <p:cNvPr id="15364" name="Text Box 277">
            <a:extLst>
              <a:ext uri="{FF2B5EF4-FFF2-40B4-BE49-F238E27FC236}">
                <a16:creationId xmlns:a16="http://schemas.microsoft.com/office/drawing/2014/main" id="{E63FD42F-9C12-449C-AFE9-BF41C953E13A}"/>
              </a:ext>
            </a:extLst>
          </p:cNvPr>
          <p:cNvSpPr txBox="1">
            <a:spLocks noChangeArrowheads="1"/>
          </p:cNvSpPr>
          <p:nvPr/>
        </p:nvSpPr>
        <p:spPr bwMode="auto">
          <a:xfrm>
            <a:off x="16229013" y="33615313"/>
            <a:ext cx="13565187"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3000" dirty="0">
                <a:latin typeface="+mn-lt"/>
              </a:rPr>
              <a:t>[1] </a:t>
            </a:r>
            <a:r>
              <a:rPr lang="es-ES" altLang="en-US" sz="3000" dirty="0" err="1">
                <a:latin typeface="+mn-lt"/>
              </a:rPr>
              <a:t>Qui</a:t>
            </a:r>
            <a:r>
              <a:rPr lang="es-ES" altLang="en-US" sz="3000" dirty="0">
                <a:latin typeface="+mn-lt"/>
              </a:rPr>
              <a:t> </a:t>
            </a:r>
            <a:r>
              <a:rPr lang="es-ES" altLang="en-US" sz="3000" dirty="0" err="1">
                <a:latin typeface="+mn-lt"/>
              </a:rPr>
              <a:t>denis</a:t>
            </a:r>
            <a:r>
              <a:rPr lang="es-ES" altLang="en-US" sz="3000" dirty="0">
                <a:latin typeface="+mn-lt"/>
              </a:rPr>
              <a:t> </a:t>
            </a:r>
            <a:r>
              <a:rPr lang="es-ES" altLang="en-US" sz="3000" dirty="0" err="1">
                <a:latin typeface="+mn-lt"/>
              </a:rPr>
              <a:t>incimaio</a:t>
            </a:r>
            <a:r>
              <a:rPr lang="es-ES" altLang="en-US" sz="3000" dirty="0">
                <a:latin typeface="+mn-lt"/>
              </a:rPr>
              <a:t> con </a:t>
            </a:r>
            <a:r>
              <a:rPr lang="es-ES" altLang="en-US" sz="3000" dirty="0" err="1">
                <a:latin typeface="+mn-lt"/>
              </a:rPr>
              <a:t>reserum</a:t>
            </a:r>
            <a:r>
              <a:rPr lang="es-ES" altLang="en-US" sz="3000" dirty="0">
                <a:latin typeface="+mn-lt"/>
              </a:rPr>
              <a:t> </a:t>
            </a:r>
            <a:r>
              <a:rPr lang="es-ES" altLang="en-US" sz="3000" dirty="0" err="1">
                <a:latin typeface="+mn-lt"/>
              </a:rPr>
              <a:t>quamet</a:t>
            </a:r>
            <a:r>
              <a:rPr lang="es-ES" altLang="en-US" sz="3000" dirty="0">
                <a:latin typeface="+mn-lt"/>
              </a:rPr>
              <a:t> </a:t>
            </a:r>
          </a:p>
          <a:p>
            <a:pPr algn="just" eaLnBrk="1" hangingPunct="1">
              <a:spcBef>
                <a:spcPct val="50000"/>
              </a:spcBef>
              <a:buFontTx/>
              <a:buNone/>
              <a:defRPr/>
            </a:pPr>
            <a:r>
              <a:rPr lang="es-ES" altLang="en-US" sz="3000" dirty="0">
                <a:latin typeface="+mn-lt"/>
              </a:rPr>
              <a:t>[2] </a:t>
            </a:r>
            <a:r>
              <a:rPr lang="es-ES" altLang="en-US" sz="3000" dirty="0" err="1">
                <a:latin typeface="+mn-lt"/>
              </a:rPr>
              <a:t>Qui</a:t>
            </a:r>
            <a:r>
              <a:rPr lang="es-ES" altLang="en-US" sz="3000" dirty="0">
                <a:latin typeface="+mn-lt"/>
              </a:rPr>
              <a:t> </a:t>
            </a:r>
            <a:r>
              <a:rPr lang="es-ES" altLang="en-US" sz="3000" dirty="0" err="1">
                <a:latin typeface="+mn-lt"/>
              </a:rPr>
              <a:t>sinullo</a:t>
            </a:r>
            <a:r>
              <a:rPr lang="es-ES" altLang="en-US" sz="3000" dirty="0">
                <a:latin typeface="+mn-lt"/>
              </a:rPr>
              <a:t> </a:t>
            </a:r>
            <a:r>
              <a:rPr lang="es-ES" altLang="en-US" sz="3000" dirty="0" err="1">
                <a:latin typeface="+mn-lt"/>
              </a:rPr>
              <a:t>ribuste</a:t>
            </a:r>
            <a:r>
              <a:rPr lang="es-ES" altLang="en-US" sz="3000" dirty="0">
                <a:latin typeface="+mn-lt"/>
              </a:rPr>
              <a:t> </a:t>
            </a:r>
            <a:r>
              <a:rPr lang="es-ES" altLang="en-US" sz="3000" dirty="0" err="1">
                <a:latin typeface="+mn-lt"/>
              </a:rPr>
              <a:t>mporeium</a:t>
            </a:r>
            <a:r>
              <a:rPr lang="es-ES" altLang="en-US" sz="3000" dirty="0">
                <a:latin typeface="+mn-lt"/>
              </a:rPr>
              <a:t> </a:t>
            </a:r>
            <a:r>
              <a:rPr lang="es-ES" altLang="en-US" sz="3000" dirty="0" err="1">
                <a:latin typeface="+mn-lt"/>
              </a:rPr>
              <a:t>ium</a:t>
            </a:r>
            <a:r>
              <a:rPr lang="es-ES" altLang="en-US" sz="3000" dirty="0">
                <a:latin typeface="+mn-lt"/>
              </a:rPr>
              <a:t> </a:t>
            </a:r>
            <a:r>
              <a:rPr lang="es-ES" altLang="en-US" sz="3000" dirty="0" err="1">
                <a:latin typeface="+mn-lt"/>
              </a:rPr>
              <a:t>ipitem</a:t>
            </a:r>
            <a:r>
              <a:rPr lang="es-ES" altLang="en-US" sz="3000" dirty="0">
                <a:latin typeface="+mn-lt"/>
              </a:rPr>
              <a:t> </a:t>
            </a:r>
            <a:r>
              <a:rPr lang="es-ES" altLang="en-US" sz="3000" dirty="0" err="1">
                <a:latin typeface="+mn-lt"/>
              </a:rPr>
              <a:t>rero</a:t>
            </a:r>
            <a:r>
              <a:rPr lang="es-ES" altLang="en-US" sz="3000" dirty="0">
                <a:latin typeface="+mn-lt"/>
              </a:rPr>
              <a:t> </a:t>
            </a:r>
            <a:r>
              <a:rPr lang="es-ES" altLang="en-US" sz="3000" dirty="0" err="1">
                <a:latin typeface="+mn-lt"/>
              </a:rPr>
              <a:t>miligente</a:t>
            </a:r>
            <a:r>
              <a:rPr lang="es-ES" altLang="en-US" sz="3000" dirty="0">
                <a:latin typeface="+mn-lt"/>
              </a:rPr>
              <a:t> </a:t>
            </a:r>
          </a:p>
          <a:p>
            <a:pPr algn="just" eaLnBrk="1" hangingPunct="1">
              <a:spcBef>
                <a:spcPct val="50000"/>
              </a:spcBef>
              <a:buFontTx/>
              <a:buNone/>
              <a:defRPr/>
            </a:pPr>
            <a:r>
              <a:rPr lang="es-ES" altLang="en-US" sz="3000" dirty="0">
                <a:latin typeface="+mn-lt"/>
              </a:rPr>
              <a:t>[3] </a:t>
            </a:r>
            <a:r>
              <a:rPr lang="es-ES" altLang="en-US" sz="3000" dirty="0" err="1">
                <a:latin typeface="+mn-lt"/>
              </a:rPr>
              <a:t>Solupta</a:t>
            </a:r>
            <a:r>
              <a:rPr lang="es-ES" altLang="en-US" sz="3000" dirty="0">
                <a:latin typeface="+mn-lt"/>
              </a:rPr>
              <a:t> </a:t>
            </a:r>
            <a:r>
              <a:rPr lang="es-ES" altLang="en-US" sz="3000" dirty="0" err="1">
                <a:latin typeface="+mn-lt"/>
              </a:rPr>
              <a:t>temodi</a:t>
            </a:r>
            <a:r>
              <a:rPr lang="es-ES" altLang="en-US" sz="3000" dirty="0">
                <a:latin typeface="+mn-lt"/>
              </a:rPr>
              <a:t> </a:t>
            </a:r>
            <a:r>
              <a:rPr lang="es-ES" altLang="en-US" sz="3000" dirty="0" err="1">
                <a:latin typeface="+mn-lt"/>
              </a:rPr>
              <a:t>assequistium</a:t>
            </a:r>
            <a:r>
              <a:rPr lang="es-ES" altLang="en-US" sz="3000" dirty="0">
                <a:latin typeface="+mn-lt"/>
              </a:rPr>
              <a:t> </a:t>
            </a:r>
            <a:r>
              <a:rPr lang="es-ES" altLang="en-US" sz="3000" dirty="0" err="1">
                <a:latin typeface="+mn-lt"/>
              </a:rPr>
              <a:t>quidenis</a:t>
            </a:r>
            <a:r>
              <a:rPr lang="es-ES" altLang="en-US" sz="3000" dirty="0">
                <a:latin typeface="+mn-lt"/>
              </a:rPr>
              <a:t> </a:t>
            </a:r>
            <a:r>
              <a:rPr lang="es-ES" altLang="en-US" sz="3000" dirty="0" err="1">
                <a:latin typeface="+mn-lt"/>
              </a:rPr>
              <a:t>sequide</a:t>
            </a:r>
            <a:r>
              <a:rPr lang="es-ES" altLang="en-US" sz="3000" dirty="0">
                <a:latin typeface="+mn-lt"/>
              </a:rPr>
              <a:t> </a:t>
            </a:r>
            <a:r>
              <a:rPr lang="es-ES" altLang="en-US" sz="3000" dirty="0" err="1">
                <a:latin typeface="+mn-lt"/>
              </a:rPr>
              <a:t>pore</a:t>
            </a:r>
            <a:r>
              <a:rPr lang="es-ES" altLang="en-US" sz="3000" dirty="0">
                <a:latin typeface="+mn-lt"/>
              </a:rPr>
              <a:t> </a:t>
            </a:r>
          </a:p>
          <a:p>
            <a:pPr algn="just" eaLnBrk="1" hangingPunct="1">
              <a:spcBef>
                <a:spcPct val="50000"/>
              </a:spcBef>
              <a:buFontTx/>
              <a:buNone/>
              <a:defRPr/>
            </a:pPr>
            <a:r>
              <a:rPr lang="es-ES" altLang="en-US" sz="3000" dirty="0">
                <a:latin typeface="+mn-lt"/>
              </a:rPr>
              <a:t>[4] </a:t>
            </a:r>
            <a:r>
              <a:rPr lang="es-ES" altLang="en-US" sz="3000" dirty="0" err="1">
                <a:latin typeface="+mn-lt"/>
              </a:rPr>
              <a:t>Dolupta</a:t>
            </a:r>
            <a:r>
              <a:rPr lang="es-ES" altLang="en-US" sz="3000" dirty="0">
                <a:latin typeface="+mn-lt"/>
              </a:rPr>
              <a:t> por </a:t>
            </a:r>
            <a:r>
              <a:rPr lang="es-ES" altLang="en-US" sz="3000" dirty="0" err="1">
                <a:latin typeface="+mn-lt"/>
              </a:rPr>
              <a:t>modictur</a:t>
            </a:r>
            <a:r>
              <a:rPr lang="es-ES" altLang="en-US" sz="3000" dirty="0">
                <a:latin typeface="+mn-lt"/>
              </a:rPr>
              <a:t> </a:t>
            </a:r>
            <a:r>
              <a:rPr lang="es-ES" altLang="en-US" sz="3000" dirty="0" err="1">
                <a:latin typeface="+mn-lt"/>
              </a:rPr>
              <a:t>acienducid</a:t>
            </a:r>
            <a:r>
              <a:rPr lang="es-ES" altLang="en-US" sz="3000" dirty="0">
                <a:latin typeface="+mn-lt"/>
              </a:rPr>
              <a:t> </a:t>
            </a:r>
            <a:r>
              <a:rPr lang="es-ES" altLang="en-US" sz="3000" dirty="0" err="1">
                <a:latin typeface="+mn-lt"/>
              </a:rPr>
              <a:t>moluptate</a:t>
            </a:r>
            <a:r>
              <a:rPr lang="es-ES" altLang="en-US" sz="3000" dirty="0">
                <a:latin typeface="+mn-lt"/>
              </a:rPr>
              <a:t> cum </a:t>
            </a:r>
          </a:p>
          <a:p>
            <a:pPr algn="just" eaLnBrk="1" hangingPunct="1">
              <a:spcBef>
                <a:spcPct val="50000"/>
              </a:spcBef>
              <a:buFontTx/>
              <a:buNone/>
              <a:defRPr/>
            </a:pPr>
            <a:r>
              <a:rPr lang="es-ES" altLang="en-US" sz="3000" dirty="0">
                <a:latin typeface="+mn-lt"/>
              </a:rPr>
              <a:t>[5] </a:t>
            </a:r>
            <a:r>
              <a:rPr lang="es-ES" altLang="en-US" sz="3000" dirty="0" err="1">
                <a:latin typeface="+mn-lt"/>
              </a:rPr>
              <a:t>Vellupta</a:t>
            </a:r>
            <a:r>
              <a:rPr lang="es-ES" altLang="en-US" sz="3000" dirty="0">
                <a:latin typeface="+mn-lt"/>
              </a:rPr>
              <a:t> es ad </a:t>
            </a:r>
            <a:r>
              <a:rPr lang="es-ES" altLang="en-US" sz="3000" dirty="0" err="1">
                <a:latin typeface="+mn-lt"/>
              </a:rPr>
              <a:t>qui</a:t>
            </a:r>
            <a:r>
              <a:rPr lang="es-ES" altLang="en-US" sz="3000" dirty="0">
                <a:latin typeface="+mn-lt"/>
              </a:rPr>
              <a:t> </a:t>
            </a:r>
            <a:r>
              <a:rPr lang="es-ES" altLang="en-US" sz="3000" dirty="0" err="1">
                <a:latin typeface="+mn-lt"/>
              </a:rPr>
              <a:t>blat</a:t>
            </a:r>
            <a:r>
              <a:rPr lang="es-ES" altLang="en-US" sz="3000" dirty="0">
                <a:latin typeface="+mn-lt"/>
              </a:rPr>
              <a:t> </a:t>
            </a:r>
            <a:r>
              <a:rPr lang="es-ES" altLang="en-US" sz="3000" dirty="0" err="1">
                <a:latin typeface="+mn-lt"/>
              </a:rPr>
              <a:t>iliquis</a:t>
            </a:r>
            <a:r>
              <a:rPr lang="es-ES" altLang="en-US" sz="3000" dirty="0">
                <a:latin typeface="+mn-lt"/>
              </a:rPr>
              <a:t> et </a:t>
            </a:r>
            <a:r>
              <a:rPr lang="es-ES" altLang="en-US" sz="3000" dirty="0" err="1">
                <a:latin typeface="+mn-lt"/>
              </a:rPr>
              <a:t>estem</a:t>
            </a:r>
            <a:r>
              <a:rPr lang="es-ES" altLang="en-US" sz="3000" dirty="0">
                <a:latin typeface="+mn-lt"/>
              </a:rPr>
              <a:t> </a:t>
            </a:r>
            <a:r>
              <a:rPr lang="es-ES" altLang="en-US" sz="3000" dirty="0" err="1">
                <a:latin typeface="+mn-lt"/>
              </a:rPr>
              <a:t>fugia</a:t>
            </a:r>
            <a:r>
              <a:rPr lang="es-ES" altLang="en-US" sz="3000" dirty="0">
                <a:latin typeface="+mn-lt"/>
              </a:rPr>
              <a:t> </a:t>
            </a:r>
          </a:p>
        </p:txBody>
      </p:sp>
      <p:pic>
        <p:nvPicPr>
          <p:cNvPr id="15365" name="Picture 34" descr="ingenieria-en-la-red-the-graph.gif">
            <a:extLst>
              <a:ext uri="{FF2B5EF4-FFF2-40B4-BE49-F238E27FC236}">
                <a16:creationId xmlns:a16="http://schemas.microsoft.com/office/drawing/2014/main" id="{5A34F084-54CC-44E0-A369-37741ADB242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39900" y="26533475"/>
            <a:ext cx="6832600" cy="59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Text Box 277">
            <a:extLst>
              <a:ext uri="{FF2B5EF4-FFF2-40B4-BE49-F238E27FC236}">
                <a16:creationId xmlns:a16="http://schemas.microsoft.com/office/drawing/2014/main" id="{5E6120A9-A4B5-4954-8BA7-1EB0288A27B5}"/>
              </a:ext>
            </a:extLst>
          </p:cNvPr>
          <p:cNvSpPr txBox="1">
            <a:spLocks noChangeArrowheads="1"/>
          </p:cNvSpPr>
          <p:nvPr/>
        </p:nvSpPr>
        <p:spPr bwMode="auto">
          <a:xfrm>
            <a:off x="16254413" y="16813213"/>
            <a:ext cx="6478587" cy="1540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spcAft>
                <a:spcPts val="2400"/>
              </a:spcAft>
              <a:buFontTx/>
              <a:buNone/>
              <a:defRPr/>
            </a:pPr>
            <a:r>
              <a:rPr lang="es-ES" altLang="en-US" sz="2800" dirty="0">
                <a:latin typeface="+mn-lt"/>
              </a:rPr>
              <a:t>Bus </a:t>
            </a:r>
            <a:r>
              <a:rPr lang="es-ES" altLang="en-US" sz="2800" dirty="0" err="1">
                <a:latin typeface="+mn-lt"/>
              </a:rPr>
              <a:t>qui</a:t>
            </a:r>
            <a:r>
              <a:rPr lang="es-ES" altLang="en-US" sz="2800" dirty="0">
                <a:latin typeface="+mn-lt"/>
              </a:rPr>
              <a:t> </a:t>
            </a:r>
            <a:r>
              <a:rPr lang="es-ES" altLang="en-US" sz="2800" dirty="0" err="1">
                <a:latin typeface="+mn-lt"/>
              </a:rPr>
              <a:t>denis</a:t>
            </a:r>
            <a:r>
              <a:rPr lang="es-ES" altLang="en-US" sz="2800" dirty="0">
                <a:latin typeface="+mn-lt"/>
              </a:rPr>
              <a:t> </a:t>
            </a:r>
            <a:r>
              <a:rPr lang="es-ES" altLang="en-US" sz="2800" dirty="0" err="1">
                <a:latin typeface="+mn-lt"/>
              </a:rPr>
              <a:t>incimaio</a:t>
            </a:r>
            <a:r>
              <a:rPr lang="es-ES" altLang="en-US" sz="2800" dirty="0">
                <a:latin typeface="+mn-lt"/>
              </a:rPr>
              <a:t> con </a:t>
            </a:r>
            <a:r>
              <a:rPr lang="es-ES" altLang="en-US" sz="2800" dirty="0" err="1">
                <a:latin typeface="+mn-lt"/>
              </a:rPr>
              <a:t>reserum</a:t>
            </a:r>
            <a:r>
              <a:rPr lang="es-ES" altLang="en-US" sz="2800" dirty="0">
                <a:latin typeface="+mn-lt"/>
              </a:rPr>
              <a:t> </a:t>
            </a:r>
            <a:r>
              <a:rPr lang="es-ES" altLang="en-US" sz="2800" dirty="0" err="1">
                <a:latin typeface="+mn-lt"/>
              </a:rPr>
              <a:t>quamet</a:t>
            </a:r>
            <a:r>
              <a:rPr lang="es-ES" altLang="en-US" sz="2800" dirty="0">
                <a:latin typeface="+mn-lt"/>
              </a:rPr>
              <a:t> </a:t>
            </a:r>
            <a:r>
              <a:rPr lang="es-ES" altLang="en-US" sz="2800" dirty="0" err="1">
                <a:latin typeface="+mn-lt"/>
              </a:rPr>
              <a:t>aliquam</a:t>
            </a:r>
            <a:r>
              <a:rPr lang="es-ES" altLang="en-US" sz="2800" dirty="0">
                <a:latin typeface="+mn-lt"/>
              </a:rPr>
              <a:t> re </a:t>
            </a:r>
            <a:r>
              <a:rPr lang="es-ES" altLang="en-US" sz="2800" dirty="0" err="1">
                <a:latin typeface="+mn-lt"/>
              </a:rPr>
              <a:t>verspernam</a:t>
            </a:r>
            <a:r>
              <a:rPr lang="es-ES" altLang="en-US" sz="2800" dirty="0">
                <a:latin typeface="+mn-lt"/>
              </a:rPr>
              <a:t> </a:t>
            </a:r>
            <a:r>
              <a:rPr lang="es-ES" altLang="en-US" sz="2800" dirty="0" err="1">
                <a:latin typeface="+mn-lt"/>
              </a:rPr>
              <a:t>aliasitatur</a:t>
            </a:r>
            <a:r>
              <a:rPr lang="es-ES" altLang="en-US" sz="2800" dirty="0">
                <a:latin typeface="+mn-lt"/>
              </a:rPr>
              <a:t>? </a:t>
            </a:r>
            <a:r>
              <a:rPr lang="es-ES" altLang="en-US" sz="2800" dirty="0" err="1">
                <a:latin typeface="+mn-lt"/>
              </a:rPr>
              <a:t>Qui</a:t>
            </a:r>
            <a:r>
              <a:rPr lang="es-ES" altLang="en-US" sz="2800" dirty="0">
                <a:latin typeface="+mn-lt"/>
              </a:rPr>
              <a:t> </a:t>
            </a:r>
            <a:r>
              <a:rPr lang="es-ES" altLang="en-US" sz="2800" dirty="0" err="1">
                <a:latin typeface="+mn-lt"/>
              </a:rPr>
              <a:t>sinullo</a:t>
            </a:r>
            <a:r>
              <a:rPr lang="es-ES" altLang="en-US" sz="2800" dirty="0">
                <a:latin typeface="+mn-lt"/>
              </a:rPr>
              <a:t> </a:t>
            </a:r>
            <a:r>
              <a:rPr lang="es-ES" altLang="en-US" sz="2800" dirty="0" err="1">
                <a:latin typeface="+mn-lt"/>
              </a:rPr>
              <a:t>ribuste</a:t>
            </a:r>
            <a:r>
              <a:rPr lang="es-ES" altLang="en-US" sz="2800" dirty="0">
                <a:latin typeface="+mn-lt"/>
              </a:rPr>
              <a:t> </a:t>
            </a:r>
            <a:r>
              <a:rPr lang="es-ES" altLang="en-US" sz="2800" dirty="0" err="1">
                <a:latin typeface="+mn-lt"/>
              </a:rPr>
              <a:t>mporeium</a:t>
            </a:r>
            <a:r>
              <a:rPr lang="es-ES" altLang="en-US" sz="2800" dirty="0">
                <a:latin typeface="+mn-lt"/>
              </a:rPr>
              <a:t> </a:t>
            </a:r>
            <a:r>
              <a:rPr lang="es-ES" altLang="en-US" sz="2800" dirty="0" err="1">
                <a:latin typeface="+mn-lt"/>
              </a:rPr>
              <a:t>ium</a:t>
            </a:r>
            <a:r>
              <a:rPr lang="es-ES" altLang="en-US" sz="2800" dirty="0">
                <a:latin typeface="+mn-lt"/>
              </a:rPr>
              <a:t> </a:t>
            </a:r>
            <a:r>
              <a:rPr lang="es-ES" altLang="en-US" sz="2800" dirty="0" err="1">
                <a:latin typeface="+mn-lt"/>
              </a:rPr>
              <a:t>ipitem</a:t>
            </a:r>
            <a:r>
              <a:rPr lang="es-ES" altLang="en-US" sz="2800" dirty="0">
                <a:latin typeface="+mn-lt"/>
              </a:rPr>
              <a:t> </a:t>
            </a:r>
            <a:r>
              <a:rPr lang="es-ES" altLang="en-US" sz="2800" dirty="0" err="1">
                <a:latin typeface="+mn-lt"/>
              </a:rPr>
              <a:t>rero</a:t>
            </a:r>
            <a:r>
              <a:rPr lang="es-ES" altLang="en-US" sz="2800" dirty="0">
                <a:latin typeface="+mn-lt"/>
              </a:rPr>
              <a:t> </a:t>
            </a:r>
            <a:r>
              <a:rPr lang="es-ES" altLang="en-US" sz="2800" dirty="0" err="1">
                <a:latin typeface="+mn-lt"/>
              </a:rPr>
              <a:t>miligente</a:t>
            </a:r>
            <a:r>
              <a:rPr lang="es-ES" altLang="en-US" sz="2800" dirty="0">
                <a:latin typeface="+mn-lt"/>
              </a:rPr>
              <a:t> </a:t>
            </a:r>
            <a:r>
              <a:rPr lang="es-ES" altLang="en-US" sz="2800" dirty="0" err="1">
                <a:latin typeface="+mn-lt"/>
              </a:rPr>
              <a:t>solupta</a:t>
            </a:r>
            <a:r>
              <a:rPr lang="es-ES" altLang="en-US" sz="2800" dirty="0">
                <a:latin typeface="+mn-lt"/>
              </a:rPr>
              <a:t> </a:t>
            </a:r>
            <a:r>
              <a:rPr lang="es-ES" altLang="en-US" sz="2800" dirty="0" err="1">
                <a:latin typeface="+mn-lt"/>
              </a:rPr>
              <a:t>temodi</a:t>
            </a:r>
            <a:r>
              <a:rPr lang="es-ES" altLang="en-US" sz="2800" dirty="0">
                <a:latin typeface="+mn-lt"/>
              </a:rPr>
              <a:t> </a:t>
            </a:r>
            <a:r>
              <a:rPr lang="es-ES" altLang="en-US" sz="2800" dirty="0" err="1">
                <a:latin typeface="+mn-lt"/>
              </a:rPr>
              <a:t>assequistium</a:t>
            </a:r>
            <a:r>
              <a:rPr lang="es-ES" altLang="en-US" sz="2800" dirty="0">
                <a:latin typeface="+mn-lt"/>
              </a:rPr>
              <a:t> </a:t>
            </a:r>
            <a:r>
              <a:rPr lang="es-ES" altLang="en-US" sz="2800" dirty="0" err="1">
                <a:latin typeface="+mn-lt"/>
              </a:rPr>
              <a:t>quidenis</a:t>
            </a:r>
            <a:r>
              <a:rPr lang="es-ES" altLang="en-US" sz="2800" dirty="0">
                <a:latin typeface="+mn-lt"/>
              </a:rPr>
              <a:t> </a:t>
            </a:r>
            <a:r>
              <a:rPr lang="es-ES" altLang="en-US" sz="2800" dirty="0" err="1">
                <a:latin typeface="+mn-lt"/>
              </a:rPr>
              <a:t>sequide</a:t>
            </a:r>
            <a:r>
              <a:rPr lang="es-ES" altLang="en-US" sz="2800" dirty="0">
                <a:latin typeface="+mn-lt"/>
              </a:rPr>
              <a:t> </a:t>
            </a:r>
            <a:r>
              <a:rPr lang="es-ES" altLang="en-US" sz="2800" dirty="0" err="1">
                <a:latin typeface="+mn-lt"/>
              </a:rPr>
              <a:t>pore</a:t>
            </a:r>
            <a:r>
              <a:rPr lang="es-ES" altLang="en-US" sz="2800" dirty="0">
                <a:latin typeface="+mn-lt"/>
              </a:rPr>
              <a:t> </a:t>
            </a:r>
            <a:r>
              <a:rPr lang="es-ES" altLang="en-US" sz="2800" dirty="0" err="1">
                <a:latin typeface="+mn-lt"/>
              </a:rPr>
              <a:t>dolupta</a:t>
            </a:r>
            <a:r>
              <a:rPr lang="es-ES" altLang="en-US" sz="2800" dirty="0">
                <a:latin typeface="+mn-lt"/>
              </a:rPr>
              <a:t> por </a:t>
            </a:r>
            <a:r>
              <a:rPr lang="es-ES" altLang="en-US" sz="2800" dirty="0" err="1">
                <a:latin typeface="+mn-lt"/>
              </a:rPr>
              <a:t>modictur</a:t>
            </a:r>
            <a:r>
              <a:rPr lang="es-ES" altLang="en-US" sz="2800" dirty="0">
                <a:latin typeface="+mn-lt"/>
              </a:rPr>
              <a:t> </a:t>
            </a:r>
            <a:r>
              <a:rPr lang="es-ES" altLang="en-US" sz="2800" dirty="0" err="1">
                <a:latin typeface="+mn-lt"/>
              </a:rPr>
              <a:t>acienducid</a:t>
            </a:r>
            <a:r>
              <a:rPr lang="es-ES" altLang="en-US" sz="2800" dirty="0">
                <a:latin typeface="+mn-lt"/>
              </a:rPr>
              <a:t> </a:t>
            </a:r>
            <a:r>
              <a:rPr lang="es-ES" altLang="en-US" sz="2800" dirty="0" err="1">
                <a:latin typeface="+mn-lt"/>
              </a:rPr>
              <a:t>moluptate</a:t>
            </a:r>
            <a:r>
              <a:rPr lang="es-ES" altLang="en-US" sz="2800" dirty="0">
                <a:latin typeface="+mn-lt"/>
              </a:rPr>
              <a:t> cum </a:t>
            </a:r>
            <a:r>
              <a:rPr lang="es-ES" altLang="en-US" sz="2800" dirty="0" err="1">
                <a:latin typeface="+mn-lt"/>
              </a:rPr>
              <a:t>vellupta</a:t>
            </a:r>
            <a:r>
              <a:rPr lang="es-ES" altLang="en-US" sz="2800" dirty="0">
                <a:latin typeface="+mn-lt"/>
              </a:rPr>
              <a:t>.</a:t>
            </a:r>
          </a:p>
          <a:p>
            <a:pPr algn="just" eaLnBrk="1" hangingPunct="1">
              <a:spcBef>
                <a:spcPct val="50000"/>
              </a:spcBef>
              <a:spcAft>
                <a:spcPts val="2400"/>
              </a:spcAft>
              <a:buFontTx/>
              <a:buNone/>
              <a:defRPr/>
            </a:pPr>
            <a:r>
              <a:rPr lang="es-ES" altLang="en-US" sz="2800" dirty="0">
                <a:latin typeface="+mn-lt"/>
              </a:rPr>
              <a:t>Es ad </a:t>
            </a:r>
            <a:r>
              <a:rPr lang="es-ES" altLang="en-US" sz="2800" dirty="0" err="1">
                <a:latin typeface="+mn-lt"/>
              </a:rPr>
              <a:t>qui</a:t>
            </a:r>
            <a:r>
              <a:rPr lang="es-ES" altLang="en-US" sz="2800" dirty="0">
                <a:latin typeface="+mn-lt"/>
              </a:rPr>
              <a:t> </a:t>
            </a:r>
            <a:r>
              <a:rPr lang="es-ES" altLang="en-US" sz="2800" dirty="0" err="1">
                <a:latin typeface="+mn-lt"/>
              </a:rPr>
              <a:t>blat</a:t>
            </a:r>
            <a:r>
              <a:rPr lang="es-ES" altLang="en-US" sz="2800" dirty="0">
                <a:latin typeface="+mn-lt"/>
              </a:rPr>
              <a:t> </a:t>
            </a:r>
            <a:r>
              <a:rPr lang="es-ES" altLang="en-US" sz="2800" dirty="0" err="1">
                <a:latin typeface="+mn-lt"/>
              </a:rPr>
              <a:t>iliquis</a:t>
            </a:r>
            <a:r>
              <a:rPr lang="es-ES" altLang="en-US" sz="2800" dirty="0">
                <a:latin typeface="+mn-lt"/>
              </a:rPr>
              <a:t> et </a:t>
            </a:r>
            <a:r>
              <a:rPr lang="es-ES" altLang="en-US" sz="2800" dirty="0" err="1">
                <a:latin typeface="+mn-lt"/>
              </a:rPr>
              <a:t>estem</a:t>
            </a:r>
            <a:r>
              <a:rPr lang="es-ES" altLang="en-US" sz="2800" dirty="0">
                <a:latin typeface="+mn-lt"/>
              </a:rPr>
              <a:t> </a:t>
            </a:r>
            <a:r>
              <a:rPr lang="es-ES" altLang="en-US" sz="2800" dirty="0" err="1">
                <a:latin typeface="+mn-lt"/>
              </a:rPr>
              <a:t>fugia</a:t>
            </a:r>
            <a:r>
              <a:rPr lang="es-ES" altLang="en-US" sz="2800" dirty="0">
                <a:latin typeface="+mn-lt"/>
              </a:rPr>
              <a:t> </a:t>
            </a:r>
            <a:r>
              <a:rPr lang="es-ES" altLang="en-US" sz="2800" dirty="0" err="1">
                <a:latin typeface="+mn-lt"/>
              </a:rPr>
              <a:t>dolum</a:t>
            </a:r>
            <a:r>
              <a:rPr lang="es-ES" altLang="en-US" sz="2800" dirty="0">
                <a:latin typeface="+mn-lt"/>
              </a:rPr>
              <a:t> sed </a:t>
            </a:r>
            <a:r>
              <a:rPr lang="es-ES" altLang="en-US" sz="2800" dirty="0" err="1">
                <a:latin typeface="+mn-lt"/>
              </a:rPr>
              <a:t>quias</a:t>
            </a:r>
            <a:r>
              <a:rPr lang="es-ES" altLang="en-US" sz="2800" dirty="0">
                <a:latin typeface="+mn-lt"/>
              </a:rPr>
              <a:t> </a:t>
            </a:r>
            <a:r>
              <a:rPr lang="es-ES" altLang="en-US" sz="2800" dirty="0" err="1">
                <a:latin typeface="+mn-lt"/>
              </a:rPr>
              <a:t>enis</a:t>
            </a:r>
            <a:r>
              <a:rPr lang="es-ES" altLang="en-US" sz="2800" dirty="0">
                <a:latin typeface="+mn-lt"/>
              </a:rPr>
              <a:t> </a:t>
            </a:r>
            <a:r>
              <a:rPr lang="es-ES" altLang="en-US" sz="2800" dirty="0" err="1">
                <a:latin typeface="+mn-lt"/>
              </a:rPr>
              <a:t>dolorerrovid</a:t>
            </a:r>
            <a:r>
              <a:rPr lang="es-ES" altLang="en-US" sz="2800" dirty="0">
                <a:latin typeface="+mn-lt"/>
              </a:rPr>
              <a:t> </a:t>
            </a:r>
            <a:r>
              <a:rPr lang="es-ES" altLang="en-US" sz="2800" dirty="0" err="1">
                <a:latin typeface="+mn-lt"/>
              </a:rPr>
              <a:t>quiscia</a:t>
            </a:r>
            <a:r>
              <a:rPr lang="es-ES" altLang="en-US" sz="2800" dirty="0">
                <a:latin typeface="+mn-lt"/>
              </a:rPr>
              <a:t> sus </a:t>
            </a:r>
            <a:r>
              <a:rPr lang="es-ES" altLang="en-US" sz="2800" dirty="0" err="1">
                <a:latin typeface="+mn-lt"/>
              </a:rPr>
              <a:t>parumqu</a:t>
            </a:r>
            <a:r>
              <a:rPr lang="es-ES" altLang="en-US" sz="2800" dirty="0">
                <a:latin typeface="+mn-lt"/>
              </a:rPr>
              <a:t> </a:t>
            </a:r>
            <a:r>
              <a:rPr lang="es-ES" altLang="en-US" sz="2800" dirty="0" err="1">
                <a:latin typeface="+mn-lt"/>
              </a:rPr>
              <a:t>aecepra</a:t>
            </a:r>
            <a:r>
              <a:rPr lang="es-ES" altLang="en-US" sz="2800" dirty="0">
                <a:latin typeface="+mn-lt"/>
              </a:rPr>
              <a:t> </a:t>
            </a:r>
            <a:r>
              <a:rPr lang="es-ES" altLang="en-US" sz="2800" dirty="0" err="1">
                <a:latin typeface="+mn-lt"/>
              </a:rPr>
              <a:t>voluptur</a:t>
            </a:r>
            <a:r>
              <a:rPr lang="es-ES" altLang="en-US" sz="2800" dirty="0">
                <a:latin typeface="+mn-lt"/>
              </a:rPr>
              <a:t> sum </a:t>
            </a:r>
            <a:r>
              <a:rPr lang="es-ES" altLang="en-US" sz="2800" dirty="0" err="1">
                <a:latin typeface="+mn-lt"/>
              </a:rPr>
              <a:t>doluptatus</a:t>
            </a:r>
            <a:r>
              <a:rPr lang="es-ES" altLang="en-US" sz="2800" dirty="0">
                <a:latin typeface="+mn-lt"/>
              </a:rPr>
              <a:t> </a:t>
            </a:r>
            <a:r>
              <a:rPr lang="es-ES" altLang="en-US" sz="2800" dirty="0" err="1">
                <a:latin typeface="+mn-lt"/>
              </a:rPr>
              <a:t>molorporate</a:t>
            </a:r>
            <a:r>
              <a:rPr lang="es-ES" altLang="en-US" sz="2800" dirty="0">
                <a:latin typeface="+mn-lt"/>
              </a:rPr>
              <a:t> </a:t>
            </a:r>
            <a:r>
              <a:rPr lang="es-ES" altLang="en-US" sz="2800" dirty="0" err="1">
                <a:latin typeface="+mn-lt"/>
              </a:rPr>
              <a:t>vene</a:t>
            </a:r>
            <a:r>
              <a:rPr lang="es-ES" altLang="en-US" sz="2800" dirty="0">
                <a:latin typeface="+mn-lt"/>
              </a:rPr>
              <a:t> </a:t>
            </a:r>
            <a:r>
              <a:rPr lang="es-ES" altLang="en-US" sz="2800" dirty="0" err="1">
                <a:latin typeface="+mn-lt"/>
              </a:rPr>
              <a:t>volupta</a:t>
            </a:r>
            <a:r>
              <a:rPr lang="es-ES" altLang="en-US" sz="2800" dirty="0">
                <a:latin typeface="+mn-lt"/>
              </a:rPr>
              <a:t> </a:t>
            </a:r>
            <a:r>
              <a:rPr lang="es-ES" altLang="en-US" sz="2800" dirty="0" err="1">
                <a:latin typeface="+mn-lt"/>
              </a:rPr>
              <a:t>quia</a:t>
            </a:r>
            <a:r>
              <a:rPr lang="es-ES" altLang="en-US" sz="2800" dirty="0">
                <a:latin typeface="+mn-lt"/>
              </a:rPr>
              <a:t> </a:t>
            </a:r>
            <a:r>
              <a:rPr lang="es-ES" altLang="en-US" sz="2800" dirty="0" err="1">
                <a:latin typeface="+mn-lt"/>
              </a:rPr>
              <a:t>dolorec</a:t>
            </a:r>
            <a:r>
              <a:rPr lang="es-ES" altLang="en-US" sz="2800" dirty="0">
                <a:latin typeface="+mn-lt"/>
              </a:rPr>
              <a:t> </a:t>
            </a:r>
            <a:r>
              <a:rPr lang="es-ES" altLang="en-US" sz="2800" dirty="0" err="1">
                <a:latin typeface="+mn-lt"/>
              </a:rPr>
              <a:t>totatum</a:t>
            </a:r>
            <a:r>
              <a:rPr lang="es-ES" altLang="en-US" sz="2800" dirty="0">
                <a:latin typeface="+mn-lt"/>
              </a:rPr>
              <a:t> </a:t>
            </a:r>
            <a:r>
              <a:rPr lang="es-ES" altLang="en-US" sz="2800" dirty="0" err="1">
                <a:latin typeface="+mn-lt"/>
              </a:rPr>
              <a:t>hil</a:t>
            </a:r>
            <a:r>
              <a:rPr lang="es-ES" altLang="en-US" sz="2800" dirty="0">
                <a:latin typeface="+mn-lt"/>
              </a:rPr>
              <a:t> </a:t>
            </a:r>
            <a:r>
              <a:rPr lang="es-ES" altLang="en-US" sz="2800" dirty="0" err="1">
                <a:latin typeface="+mn-lt"/>
              </a:rPr>
              <a:t>illique</a:t>
            </a:r>
            <a:r>
              <a:rPr lang="es-ES" altLang="en-US" sz="2800" dirty="0">
                <a:latin typeface="+mn-lt"/>
              </a:rPr>
              <a:t> </a:t>
            </a:r>
            <a:r>
              <a:rPr lang="es-ES" altLang="en-US" sz="2800" dirty="0" err="1">
                <a:latin typeface="+mn-lt"/>
              </a:rPr>
              <a:t>ipsum</a:t>
            </a:r>
            <a:r>
              <a:rPr lang="es-ES" altLang="en-US" sz="2800" dirty="0">
                <a:latin typeface="+mn-lt"/>
              </a:rPr>
              <a:t> </a:t>
            </a:r>
            <a:r>
              <a:rPr lang="es-ES" altLang="en-US" sz="2800" dirty="0" err="1">
                <a:latin typeface="+mn-lt"/>
              </a:rPr>
              <a:t>debisimaio</a:t>
            </a:r>
            <a:r>
              <a:rPr lang="es-ES" altLang="en-US" sz="2800" dirty="0">
                <a:latin typeface="+mn-lt"/>
              </a:rPr>
              <a:t> </a:t>
            </a:r>
            <a:r>
              <a:rPr lang="es-ES" altLang="en-US" sz="2800" dirty="0" err="1">
                <a:latin typeface="+mn-lt"/>
              </a:rPr>
              <a:t>eatur</a:t>
            </a:r>
            <a:r>
              <a:rPr lang="es-ES" altLang="en-US" sz="2800" dirty="0">
                <a:latin typeface="+mn-lt"/>
              </a:rPr>
              <a:t> </a:t>
            </a:r>
            <a:r>
              <a:rPr lang="es-ES" altLang="en-US" sz="2800" dirty="0" err="1">
                <a:latin typeface="+mn-lt"/>
              </a:rPr>
              <a:t>maximi</a:t>
            </a:r>
            <a:r>
              <a:rPr lang="es-ES" altLang="en-US" sz="2800" dirty="0">
                <a:latin typeface="+mn-lt"/>
              </a:rPr>
              <a:t>, </a:t>
            </a:r>
            <a:r>
              <a:rPr lang="es-ES" altLang="en-US" sz="2800" dirty="0" err="1">
                <a:latin typeface="+mn-lt"/>
              </a:rPr>
              <a:t>volupta</a:t>
            </a:r>
            <a:r>
              <a:rPr lang="es-ES" altLang="en-US" sz="2800" dirty="0">
                <a:latin typeface="+mn-lt"/>
              </a:rPr>
              <a:t> </a:t>
            </a:r>
            <a:r>
              <a:rPr lang="es-ES" altLang="en-US" sz="2800" dirty="0" err="1">
                <a:latin typeface="+mn-lt"/>
              </a:rPr>
              <a:t>nonsequiam</a:t>
            </a:r>
            <a:r>
              <a:rPr lang="es-ES" altLang="en-US" sz="2800" dirty="0">
                <a:latin typeface="+mn-lt"/>
              </a:rPr>
              <a:t> </a:t>
            </a:r>
            <a:r>
              <a:rPr lang="es-ES" altLang="en-US" sz="2800" dirty="0" err="1">
                <a:latin typeface="+mn-lt"/>
              </a:rPr>
              <a:t>vollit</a:t>
            </a:r>
            <a:r>
              <a:rPr lang="es-ES" altLang="en-US" sz="2800" dirty="0">
                <a:latin typeface="+mn-lt"/>
              </a:rPr>
              <a:t> </a:t>
            </a:r>
            <a:r>
              <a:rPr lang="es-ES" altLang="en-US" sz="2800" dirty="0" err="1">
                <a:latin typeface="+mn-lt"/>
              </a:rPr>
              <a:t>volenec</a:t>
            </a:r>
            <a:r>
              <a:rPr lang="es-ES" altLang="en-US" sz="2800" dirty="0">
                <a:latin typeface="+mn-lt"/>
              </a:rPr>
              <a:t> </a:t>
            </a:r>
            <a:r>
              <a:rPr lang="es-ES" altLang="en-US" sz="2800" dirty="0" err="1">
                <a:latin typeface="+mn-lt"/>
              </a:rPr>
              <a:t>eptiisqui</a:t>
            </a:r>
            <a:r>
              <a:rPr lang="es-ES" altLang="en-US" sz="2800" dirty="0">
                <a:latin typeface="+mn-lt"/>
              </a:rPr>
              <a:t> </a:t>
            </a:r>
            <a:r>
              <a:rPr lang="es-ES" altLang="en-US" sz="2800" dirty="0" err="1">
                <a:latin typeface="+mn-lt"/>
              </a:rPr>
              <a:t>odi</a:t>
            </a:r>
            <a:r>
              <a:rPr lang="es-ES" altLang="en-US" sz="2800" dirty="0">
                <a:latin typeface="+mn-lt"/>
              </a:rPr>
              <a:t> </a:t>
            </a:r>
            <a:r>
              <a:rPr lang="es-ES" altLang="en-US" sz="2800" dirty="0" err="1">
                <a:latin typeface="+mn-lt"/>
              </a:rPr>
              <a:t>tem</a:t>
            </a:r>
            <a:r>
              <a:rPr lang="es-ES" altLang="en-US" sz="2800" dirty="0">
                <a:latin typeface="+mn-lt"/>
              </a:rPr>
              <a:t> </a:t>
            </a:r>
            <a:r>
              <a:rPr lang="es-ES" altLang="en-US" sz="2800" dirty="0" err="1">
                <a:latin typeface="+mn-lt"/>
              </a:rPr>
              <a:t>faccus</a:t>
            </a:r>
            <a:r>
              <a:rPr lang="es-ES" altLang="en-US" sz="2800" dirty="0">
                <a:latin typeface="+mn-lt"/>
              </a:rPr>
              <a:t> </a:t>
            </a:r>
            <a:r>
              <a:rPr lang="es-ES" altLang="en-US" sz="2800" dirty="0" err="1">
                <a:latin typeface="+mn-lt"/>
              </a:rPr>
              <a:t>sequi</a:t>
            </a:r>
            <a:r>
              <a:rPr lang="es-ES" altLang="en-US" sz="2800" dirty="0">
                <a:latin typeface="+mn-lt"/>
              </a:rPr>
              <a:t> </a:t>
            </a:r>
            <a:r>
              <a:rPr lang="es-ES" altLang="en-US" sz="2800" dirty="0" err="1">
                <a:latin typeface="+mn-lt"/>
              </a:rPr>
              <a:t>ipsus</a:t>
            </a:r>
            <a:r>
              <a:rPr lang="es-ES" altLang="en-US" sz="2800" dirty="0">
                <a:latin typeface="+mn-lt"/>
              </a:rPr>
              <a:t> </a:t>
            </a:r>
            <a:r>
              <a:rPr lang="es-ES" altLang="en-US" sz="2800" dirty="0" err="1">
                <a:latin typeface="+mn-lt"/>
              </a:rPr>
              <a:t>excerum</a:t>
            </a:r>
            <a:r>
              <a:rPr lang="es-ES" altLang="en-US" sz="2800" dirty="0">
                <a:latin typeface="+mn-lt"/>
              </a:rPr>
              <a:t> </a:t>
            </a:r>
            <a:r>
              <a:rPr lang="es-ES" altLang="en-US" sz="2800" dirty="0" err="1">
                <a:latin typeface="+mn-lt"/>
              </a:rPr>
              <a:t>volut</a:t>
            </a:r>
            <a:r>
              <a:rPr lang="es-ES" altLang="en-US" sz="2800" dirty="0">
                <a:latin typeface="+mn-lt"/>
              </a:rPr>
              <a:t> </a:t>
            </a:r>
            <a:r>
              <a:rPr lang="es-ES" altLang="en-US" sz="2800" dirty="0" err="1">
                <a:latin typeface="+mn-lt"/>
              </a:rPr>
              <a:t>harions</a:t>
            </a:r>
            <a:r>
              <a:rPr lang="es-ES" altLang="en-US" sz="2800" dirty="0">
                <a:latin typeface="+mn-lt"/>
              </a:rPr>
              <a:t>.</a:t>
            </a:r>
          </a:p>
          <a:p>
            <a:pPr algn="just" eaLnBrk="1" hangingPunct="1">
              <a:spcBef>
                <a:spcPct val="50000"/>
              </a:spcBef>
              <a:spcAft>
                <a:spcPts val="2400"/>
              </a:spcAft>
              <a:buFontTx/>
              <a:buNone/>
              <a:defRPr/>
            </a:pPr>
            <a:r>
              <a:rPr lang="es-ES" altLang="en-US" sz="2800" dirty="0" err="1">
                <a:latin typeface="+mn-lt"/>
              </a:rPr>
              <a:t>Ectatem</a:t>
            </a:r>
            <a:r>
              <a:rPr lang="es-ES" altLang="en-US" sz="2800" dirty="0">
                <a:latin typeface="+mn-lt"/>
              </a:rPr>
              <a:t> </a:t>
            </a:r>
            <a:r>
              <a:rPr lang="es-ES" altLang="en-US" sz="2800" dirty="0" err="1">
                <a:latin typeface="+mn-lt"/>
              </a:rPr>
              <a:t>pedicimpori</a:t>
            </a:r>
            <a:r>
              <a:rPr lang="es-ES" altLang="en-US" sz="2800" dirty="0">
                <a:latin typeface="+mn-lt"/>
              </a:rPr>
              <a:t> re </a:t>
            </a:r>
            <a:r>
              <a:rPr lang="es-ES" altLang="en-US" sz="2800" dirty="0" err="1">
                <a:latin typeface="+mn-lt"/>
              </a:rPr>
              <a:t>ellenducium</a:t>
            </a:r>
            <a:r>
              <a:rPr lang="es-ES" altLang="en-US" sz="2800" dirty="0">
                <a:latin typeface="+mn-lt"/>
              </a:rPr>
              <a:t> et as ex </a:t>
            </a:r>
            <a:r>
              <a:rPr lang="es-ES" altLang="en-US" sz="2800" dirty="0" err="1">
                <a:latin typeface="+mn-lt"/>
              </a:rPr>
              <a:t>eum</a:t>
            </a:r>
            <a:r>
              <a:rPr lang="es-ES" altLang="en-US" sz="2800" dirty="0">
                <a:latin typeface="+mn-lt"/>
              </a:rPr>
              <a:t> </a:t>
            </a:r>
            <a:r>
              <a:rPr lang="es-ES" altLang="en-US" sz="2800" dirty="0" err="1">
                <a:latin typeface="+mn-lt"/>
              </a:rPr>
              <a:t>fugia</a:t>
            </a:r>
            <a:r>
              <a:rPr lang="es-ES" altLang="en-US" sz="2800" dirty="0">
                <a:latin typeface="+mn-lt"/>
              </a:rPr>
              <a:t> </a:t>
            </a:r>
            <a:r>
              <a:rPr lang="es-ES" altLang="en-US" sz="2800" dirty="0" err="1">
                <a:latin typeface="+mn-lt"/>
              </a:rPr>
              <a:t>prateni</a:t>
            </a:r>
            <a:r>
              <a:rPr lang="es-ES" altLang="en-US" sz="2800" dirty="0">
                <a:latin typeface="+mn-lt"/>
              </a:rPr>
              <a:t> con </a:t>
            </a:r>
            <a:r>
              <a:rPr lang="es-ES" altLang="en-US" sz="2800" dirty="0" err="1">
                <a:latin typeface="+mn-lt"/>
              </a:rPr>
              <a:t>conest</a:t>
            </a:r>
            <a:r>
              <a:rPr lang="es-ES" altLang="en-US" sz="2800" dirty="0">
                <a:latin typeface="+mn-lt"/>
              </a:rPr>
              <a:t> </a:t>
            </a:r>
            <a:r>
              <a:rPr lang="es-ES" altLang="en-US" sz="2800" dirty="0" err="1">
                <a:latin typeface="+mn-lt"/>
              </a:rPr>
              <a:t>qui</a:t>
            </a:r>
            <a:r>
              <a:rPr lang="es-ES" altLang="en-US" sz="2800" dirty="0">
                <a:latin typeface="+mn-lt"/>
              </a:rPr>
              <a:t> </a:t>
            </a:r>
            <a:r>
              <a:rPr lang="es-ES" altLang="en-US" sz="2800" dirty="0" err="1">
                <a:latin typeface="+mn-lt"/>
              </a:rPr>
              <a:t>dolessi</a:t>
            </a:r>
            <a:r>
              <a:rPr lang="es-ES" altLang="en-US" sz="2800" dirty="0">
                <a:latin typeface="+mn-lt"/>
              </a:rPr>
              <a:t> </a:t>
            </a:r>
            <a:r>
              <a:rPr lang="es-ES" altLang="en-US" sz="2800" dirty="0" err="1">
                <a:latin typeface="+mn-lt"/>
              </a:rPr>
              <a:t>andae</a:t>
            </a:r>
            <a:r>
              <a:rPr lang="es-ES" altLang="en-US" sz="2800" dirty="0">
                <a:latin typeface="+mn-lt"/>
              </a:rPr>
              <a:t>. </a:t>
            </a:r>
            <a:r>
              <a:rPr lang="es-ES" altLang="en-US" sz="2800" dirty="0" err="1">
                <a:latin typeface="+mn-lt"/>
              </a:rPr>
              <a:t>Sitaspis</a:t>
            </a:r>
            <a:r>
              <a:rPr lang="es-ES" altLang="en-US" sz="2800" dirty="0">
                <a:latin typeface="+mn-lt"/>
              </a:rPr>
              <a:t> </a:t>
            </a:r>
            <a:r>
              <a:rPr lang="es-ES" altLang="en-US" sz="2800" dirty="0" err="1">
                <a:latin typeface="+mn-lt"/>
              </a:rPr>
              <a:t>earum</a:t>
            </a:r>
            <a:r>
              <a:rPr lang="es-ES" altLang="en-US" sz="2800" dirty="0">
                <a:latin typeface="+mn-lt"/>
              </a:rPr>
              <a:t> rem ut dolor </a:t>
            </a:r>
            <a:r>
              <a:rPr lang="es-ES" altLang="en-US" sz="2800" dirty="0" err="1">
                <a:latin typeface="+mn-lt"/>
              </a:rPr>
              <a:t>alignisci</a:t>
            </a:r>
            <a:r>
              <a:rPr lang="es-ES" altLang="en-US" sz="2800" dirty="0">
                <a:latin typeface="+mn-lt"/>
              </a:rPr>
              <a:t> </a:t>
            </a:r>
            <a:r>
              <a:rPr lang="es-ES" altLang="en-US" sz="2800" dirty="0" err="1">
                <a:latin typeface="+mn-lt"/>
              </a:rPr>
              <a:t>rerovid</a:t>
            </a:r>
            <a:r>
              <a:rPr lang="es-ES" altLang="en-US" sz="2800" dirty="0">
                <a:latin typeface="+mn-lt"/>
              </a:rPr>
              <a:t> </a:t>
            </a:r>
            <a:r>
              <a:rPr lang="es-ES" altLang="en-US" sz="2800" dirty="0" err="1">
                <a:latin typeface="+mn-lt"/>
              </a:rPr>
              <a:t>qui</a:t>
            </a:r>
            <a:r>
              <a:rPr lang="es-ES" altLang="en-US" sz="2800" dirty="0">
                <a:latin typeface="+mn-lt"/>
              </a:rPr>
              <a:t> </a:t>
            </a:r>
            <a:r>
              <a:rPr lang="es-ES" altLang="en-US" sz="2800" dirty="0" err="1">
                <a:latin typeface="+mn-lt"/>
              </a:rPr>
              <a:t>tem</a:t>
            </a:r>
            <a:r>
              <a:rPr lang="es-ES" altLang="en-US" sz="2800" dirty="0">
                <a:latin typeface="+mn-lt"/>
              </a:rPr>
              <a:t> </a:t>
            </a:r>
            <a:r>
              <a:rPr lang="es-ES" altLang="en-US" sz="2800" dirty="0" err="1">
                <a:latin typeface="+mn-lt"/>
              </a:rPr>
              <a:t>faccus</a:t>
            </a:r>
            <a:r>
              <a:rPr lang="es-ES" altLang="en-US" sz="2800" dirty="0">
                <a:latin typeface="+mn-lt"/>
              </a:rPr>
              <a:t> </a:t>
            </a:r>
            <a:r>
              <a:rPr lang="es-ES" altLang="en-US" sz="2800" dirty="0" err="1">
                <a:latin typeface="+mn-lt"/>
              </a:rPr>
              <a:t>nus</a:t>
            </a:r>
            <a:r>
              <a:rPr lang="es-ES" altLang="en-US" sz="2800" dirty="0">
                <a:latin typeface="+mn-lt"/>
              </a:rPr>
              <a:t>, ut ab </a:t>
            </a:r>
            <a:r>
              <a:rPr lang="es-ES" altLang="en-US" sz="2800" dirty="0" err="1">
                <a:latin typeface="+mn-lt"/>
              </a:rPr>
              <a:t>illiber</a:t>
            </a:r>
            <a:r>
              <a:rPr lang="es-ES" altLang="en-US" sz="2800" dirty="0">
                <a:latin typeface="+mn-lt"/>
              </a:rPr>
              <a:t> </a:t>
            </a:r>
            <a:r>
              <a:rPr lang="es-ES" altLang="en-US" sz="2800" dirty="0" err="1">
                <a:latin typeface="+mn-lt"/>
              </a:rPr>
              <a:t>ovitae</a:t>
            </a:r>
            <a:r>
              <a:rPr lang="es-ES" altLang="en-US" sz="2800" dirty="0">
                <a:latin typeface="+mn-lt"/>
              </a:rPr>
              <a:t>. Es ad </a:t>
            </a:r>
            <a:r>
              <a:rPr lang="es-ES" altLang="en-US" sz="2800" dirty="0" err="1">
                <a:latin typeface="+mn-lt"/>
              </a:rPr>
              <a:t>qui</a:t>
            </a:r>
            <a:r>
              <a:rPr lang="es-ES" altLang="en-US" sz="2800" dirty="0">
                <a:latin typeface="+mn-lt"/>
              </a:rPr>
              <a:t> </a:t>
            </a:r>
            <a:r>
              <a:rPr lang="es-ES" altLang="en-US" sz="2800" dirty="0" err="1">
                <a:latin typeface="+mn-lt"/>
              </a:rPr>
              <a:t>blat</a:t>
            </a:r>
            <a:r>
              <a:rPr lang="es-ES" altLang="en-US" sz="2800" dirty="0">
                <a:latin typeface="+mn-lt"/>
              </a:rPr>
              <a:t> </a:t>
            </a:r>
            <a:r>
              <a:rPr lang="es-ES" altLang="en-US" sz="2800" dirty="0" err="1">
                <a:latin typeface="+mn-lt"/>
              </a:rPr>
              <a:t>iliquis</a:t>
            </a:r>
            <a:r>
              <a:rPr lang="es-ES" altLang="en-US" sz="2800" dirty="0">
                <a:latin typeface="+mn-lt"/>
              </a:rPr>
              <a:t> et </a:t>
            </a:r>
            <a:r>
              <a:rPr lang="es-ES" altLang="en-US" sz="2800" dirty="0" err="1">
                <a:latin typeface="+mn-lt"/>
              </a:rPr>
              <a:t>estem</a:t>
            </a:r>
            <a:r>
              <a:rPr lang="es-ES" altLang="en-US" sz="2800" dirty="0">
                <a:latin typeface="+mn-lt"/>
              </a:rPr>
              <a:t> </a:t>
            </a:r>
            <a:r>
              <a:rPr lang="es-ES" altLang="en-US" sz="2800" dirty="0" err="1">
                <a:latin typeface="+mn-lt"/>
              </a:rPr>
              <a:t>fugia</a:t>
            </a:r>
            <a:r>
              <a:rPr lang="es-ES" altLang="en-US" sz="2800" dirty="0">
                <a:latin typeface="+mn-lt"/>
              </a:rPr>
              <a:t> </a:t>
            </a:r>
            <a:r>
              <a:rPr lang="es-ES" altLang="en-US" sz="2800" dirty="0" err="1">
                <a:latin typeface="+mn-lt"/>
              </a:rPr>
              <a:t>dolum</a:t>
            </a:r>
            <a:r>
              <a:rPr lang="es-ES" altLang="en-US" sz="2800" dirty="0">
                <a:latin typeface="+mn-lt"/>
              </a:rPr>
              <a:t> sed </a:t>
            </a:r>
            <a:r>
              <a:rPr lang="es-ES" altLang="en-US" sz="2800" dirty="0" err="1">
                <a:latin typeface="+mn-lt"/>
              </a:rPr>
              <a:t>quias</a:t>
            </a:r>
            <a:r>
              <a:rPr lang="es-ES" altLang="en-US" sz="2800" dirty="0">
                <a:latin typeface="+mn-lt"/>
              </a:rPr>
              <a:t> </a:t>
            </a:r>
            <a:r>
              <a:rPr lang="es-ES" altLang="en-US" sz="2800" dirty="0" err="1">
                <a:latin typeface="+mn-lt"/>
              </a:rPr>
              <a:t>enis</a:t>
            </a:r>
            <a:r>
              <a:rPr lang="es-ES" altLang="en-US" sz="2800" dirty="0">
                <a:latin typeface="+mn-lt"/>
              </a:rPr>
              <a:t> </a:t>
            </a:r>
            <a:r>
              <a:rPr lang="es-ES" altLang="en-US" sz="2800" dirty="0" err="1">
                <a:latin typeface="+mn-lt"/>
              </a:rPr>
              <a:t>dolorerrovid</a:t>
            </a:r>
            <a:r>
              <a:rPr lang="es-ES" altLang="en-US" sz="2800" dirty="0">
                <a:latin typeface="+mn-lt"/>
              </a:rPr>
              <a:t> </a:t>
            </a:r>
            <a:r>
              <a:rPr lang="es-ES" altLang="en-US" sz="2800" dirty="0" err="1">
                <a:latin typeface="+mn-lt"/>
              </a:rPr>
              <a:t>quiscia</a:t>
            </a:r>
            <a:r>
              <a:rPr lang="es-ES" altLang="en-US" sz="2800" dirty="0">
                <a:latin typeface="+mn-lt"/>
              </a:rPr>
              <a:t> sus </a:t>
            </a:r>
            <a:r>
              <a:rPr lang="es-ES" altLang="en-US" sz="2800" dirty="0" err="1">
                <a:latin typeface="+mn-lt"/>
              </a:rPr>
              <a:t>parumqu</a:t>
            </a:r>
            <a:r>
              <a:rPr lang="es-ES" altLang="en-US" sz="2800" dirty="0">
                <a:latin typeface="+mn-lt"/>
              </a:rPr>
              <a:t> </a:t>
            </a:r>
            <a:r>
              <a:rPr lang="es-ES" altLang="en-US" sz="2800" dirty="0" err="1">
                <a:latin typeface="+mn-lt"/>
              </a:rPr>
              <a:t>aecepra</a:t>
            </a:r>
            <a:r>
              <a:rPr lang="es-ES" altLang="en-US" sz="2800" dirty="0">
                <a:latin typeface="+mn-lt"/>
              </a:rPr>
              <a:t> </a:t>
            </a:r>
            <a:r>
              <a:rPr lang="es-ES" altLang="en-US" sz="2800" dirty="0" err="1">
                <a:latin typeface="+mn-lt"/>
              </a:rPr>
              <a:t>voluptur</a:t>
            </a:r>
            <a:r>
              <a:rPr lang="es-ES" altLang="en-US" sz="2800" dirty="0">
                <a:latin typeface="+mn-lt"/>
              </a:rPr>
              <a:t> sum </a:t>
            </a:r>
            <a:r>
              <a:rPr lang="es-ES" altLang="en-US" sz="2800" dirty="0" err="1">
                <a:latin typeface="+mn-lt"/>
              </a:rPr>
              <a:t>doluptatus</a:t>
            </a:r>
            <a:r>
              <a:rPr lang="es-ES" altLang="en-US" sz="2800" dirty="0">
                <a:latin typeface="+mn-lt"/>
              </a:rPr>
              <a:t> </a:t>
            </a:r>
            <a:r>
              <a:rPr lang="es-ES" altLang="en-US" sz="2800" dirty="0" err="1">
                <a:latin typeface="+mn-lt"/>
              </a:rPr>
              <a:t>molorporate</a:t>
            </a:r>
            <a:r>
              <a:rPr lang="es-ES" altLang="en-US" sz="2800" dirty="0">
                <a:latin typeface="+mn-lt"/>
              </a:rPr>
              <a:t> </a:t>
            </a:r>
            <a:r>
              <a:rPr lang="es-ES" altLang="en-US" sz="2800" dirty="0" err="1">
                <a:latin typeface="+mn-lt"/>
              </a:rPr>
              <a:t>vene</a:t>
            </a:r>
            <a:r>
              <a:rPr lang="es-ES" altLang="en-US" sz="2800" dirty="0">
                <a:latin typeface="+mn-lt"/>
              </a:rPr>
              <a:t> </a:t>
            </a:r>
            <a:r>
              <a:rPr lang="es-ES" altLang="en-US" sz="2800" dirty="0" err="1">
                <a:latin typeface="+mn-lt"/>
              </a:rPr>
              <a:t>volupta</a:t>
            </a:r>
            <a:r>
              <a:rPr lang="es-ES" altLang="en-US" sz="2800" dirty="0">
                <a:latin typeface="+mn-lt"/>
              </a:rPr>
              <a:t> </a:t>
            </a:r>
            <a:r>
              <a:rPr lang="es-ES" altLang="en-US" sz="2800" dirty="0" err="1">
                <a:latin typeface="+mn-lt"/>
              </a:rPr>
              <a:t>quia</a:t>
            </a:r>
            <a:r>
              <a:rPr lang="es-ES" altLang="en-US" sz="2800" dirty="0">
                <a:latin typeface="+mn-lt"/>
              </a:rPr>
              <a:t> </a:t>
            </a:r>
            <a:r>
              <a:rPr lang="es-ES" altLang="en-US" sz="2800" dirty="0" err="1">
                <a:latin typeface="+mn-lt"/>
              </a:rPr>
              <a:t>dolorec</a:t>
            </a:r>
            <a:r>
              <a:rPr lang="es-ES" altLang="en-US" sz="2800" dirty="0">
                <a:latin typeface="+mn-lt"/>
              </a:rPr>
              <a:t> </a:t>
            </a:r>
            <a:r>
              <a:rPr lang="es-ES" altLang="en-US" sz="2800" dirty="0" err="1">
                <a:latin typeface="+mn-lt"/>
              </a:rPr>
              <a:t>totatum</a:t>
            </a:r>
            <a:r>
              <a:rPr lang="es-ES" altLang="en-US" sz="2800" dirty="0">
                <a:latin typeface="+mn-lt"/>
              </a:rPr>
              <a:t> </a:t>
            </a:r>
            <a:r>
              <a:rPr lang="es-ES" altLang="en-US" sz="2800" dirty="0" err="1">
                <a:latin typeface="+mn-lt"/>
              </a:rPr>
              <a:t>hil</a:t>
            </a:r>
            <a:r>
              <a:rPr lang="es-ES" altLang="en-US" sz="2800" dirty="0">
                <a:latin typeface="+mn-lt"/>
              </a:rPr>
              <a:t> </a:t>
            </a:r>
            <a:r>
              <a:rPr lang="es-ES" altLang="en-US" sz="2800" dirty="0" err="1">
                <a:latin typeface="+mn-lt"/>
              </a:rPr>
              <a:t>illique</a:t>
            </a:r>
            <a:r>
              <a:rPr lang="es-ES" altLang="en-US" sz="2800" dirty="0">
                <a:latin typeface="+mn-lt"/>
              </a:rPr>
              <a:t> </a:t>
            </a:r>
            <a:r>
              <a:rPr lang="es-ES" altLang="en-US" sz="2800" dirty="0" err="1">
                <a:latin typeface="+mn-lt"/>
              </a:rPr>
              <a:t>ipsum</a:t>
            </a:r>
            <a:r>
              <a:rPr lang="es-ES" altLang="en-US" sz="2800" dirty="0">
                <a:latin typeface="+mn-lt"/>
              </a:rPr>
              <a:t> </a:t>
            </a:r>
            <a:r>
              <a:rPr lang="es-ES" altLang="en-US" sz="2800" dirty="0" err="1">
                <a:latin typeface="+mn-lt"/>
              </a:rPr>
              <a:t>debisimaio</a:t>
            </a:r>
            <a:r>
              <a:rPr lang="es-ES" altLang="en-US" sz="2800" dirty="0">
                <a:latin typeface="+mn-lt"/>
              </a:rPr>
              <a:t> </a:t>
            </a:r>
            <a:r>
              <a:rPr lang="es-ES" altLang="en-US" sz="2800" dirty="0" err="1">
                <a:latin typeface="+mn-lt"/>
              </a:rPr>
              <a:t>eatur</a:t>
            </a:r>
            <a:r>
              <a:rPr lang="es-ES" altLang="en-US" sz="2800" dirty="0">
                <a:latin typeface="+mn-lt"/>
              </a:rPr>
              <a:t> </a:t>
            </a:r>
            <a:r>
              <a:rPr lang="es-ES" altLang="en-US" sz="2800" dirty="0" err="1">
                <a:latin typeface="+mn-lt"/>
              </a:rPr>
              <a:t>maximi</a:t>
            </a:r>
            <a:r>
              <a:rPr lang="es-ES" altLang="en-US" sz="2800" dirty="0">
                <a:latin typeface="+mn-lt"/>
              </a:rPr>
              <a:t>, </a:t>
            </a:r>
            <a:r>
              <a:rPr lang="es-ES" altLang="en-US" sz="2800" dirty="0" err="1">
                <a:latin typeface="+mn-lt"/>
              </a:rPr>
              <a:t>volupta</a:t>
            </a:r>
            <a:r>
              <a:rPr lang="es-ES" altLang="en-US" sz="2800" dirty="0">
                <a:latin typeface="+mn-lt"/>
              </a:rPr>
              <a:t> </a:t>
            </a:r>
            <a:r>
              <a:rPr lang="es-ES" altLang="en-US" sz="2800" dirty="0" err="1">
                <a:latin typeface="+mn-lt"/>
              </a:rPr>
              <a:t>nonsequiam</a:t>
            </a:r>
            <a:r>
              <a:rPr lang="es-ES" altLang="en-US" sz="2800" dirty="0">
                <a:latin typeface="+mn-lt"/>
              </a:rPr>
              <a:t> </a:t>
            </a:r>
            <a:r>
              <a:rPr lang="es-ES" altLang="en-US" sz="2800" dirty="0" err="1">
                <a:latin typeface="+mn-lt"/>
              </a:rPr>
              <a:t>vollit</a:t>
            </a:r>
            <a:r>
              <a:rPr lang="es-ES" altLang="en-US" sz="2800" dirty="0">
                <a:latin typeface="+mn-lt"/>
              </a:rPr>
              <a:t> </a:t>
            </a:r>
            <a:r>
              <a:rPr lang="es-ES" altLang="en-US" sz="2800" dirty="0" err="1">
                <a:latin typeface="+mn-lt"/>
              </a:rPr>
              <a:t>volenec</a:t>
            </a:r>
            <a:r>
              <a:rPr lang="es-ES" altLang="en-US" sz="2800" dirty="0">
                <a:latin typeface="+mn-lt"/>
              </a:rPr>
              <a:t> </a:t>
            </a:r>
            <a:r>
              <a:rPr lang="es-ES" altLang="en-US" sz="2800" dirty="0" err="1">
                <a:latin typeface="+mn-lt"/>
              </a:rPr>
              <a:t>eptiisqui</a:t>
            </a:r>
            <a:r>
              <a:rPr lang="es-ES" altLang="en-US" sz="2800" dirty="0">
                <a:latin typeface="+mn-lt"/>
              </a:rPr>
              <a:t> </a:t>
            </a:r>
            <a:r>
              <a:rPr lang="es-ES" altLang="en-US" sz="2800" dirty="0" err="1">
                <a:latin typeface="+mn-lt"/>
              </a:rPr>
              <a:t>odi</a:t>
            </a:r>
            <a:r>
              <a:rPr lang="es-ES" altLang="en-US" sz="2800" dirty="0">
                <a:latin typeface="+mn-lt"/>
              </a:rPr>
              <a:t> </a:t>
            </a:r>
            <a:r>
              <a:rPr lang="es-ES" altLang="en-US" sz="2800" dirty="0" err="1">
                <a:latin typeface="+mn-lt"/>
              </a:rPr>
              <a:t>tem</a:t>
            </a:r>
            <a:r>
              <a:rPr lang="es-ES" altLang="en-US" sz="2800" dirty="0">
                <a:latin typeface="+mn-lt"/>
              </a:rPr>
              <a:t> </a:t>
            </a:r>
            <a:r>
              <a:rPr lang="es-ES" altLang="en-US" sz="2800" dirty="0" err="1">
                <a:latin typeface="+mn-lt"/>
              </a:rPr>
              <a:t>faccus</a:t>
            </a:r>
            <a:r>
              <a:rPr lang="es-ES" altLang="en-US" sz="2800" dirty="0">
                <a:latin typeface="+mn-lt"/>
              </a:rPr>
              <a:t> </a:t>
            </a:r>
            <a:r>
              <a:rPr lang="es-ES" altLang="en-US" sz="2800" dirty="0" err="1">
                <a:latin typeface="+mn-lt"/>
              </a:rPr>
              <a:t>sequi</a:t>
            </a:r>
            <a:r>
              <a:rPr lang="es-ES" altLang="en-US" sz="2800" dirty="0">
                <a:latin typeface="+mn-lt"/>
              </a:rPr>
              <a:t> </a:t>
            </a:r>
            <a:r>
              <a:rPr lang="es-ES" altLang="en-US" sz="2800" dirty="0" err="1">
                <a:latin typeface="+mn-lt"/>
              </a:rPr>
              <a:t>ipsus</a:t>
            </a:r>
            <a:r>
              <a:rPr lang="es-ES" altLang="en-US" sz="2800" dirty="0">
                <a:latin typeface="+mn-lt"/>
              </a:rPr>
              <a:t> </a:t>
            </a:r>
            <a:r>
              <a:rPr lang="es-ES" altLang="en-US" sz="2800" dirty="0" err="1">
                <a:latin typeface="+mn-lt"/>
              </a:rPr>
              <a:t>excerum</a:t>
            </a:r>
            <a:r>
              <a:rPr lang="es-ES" altLang="en-US" sz="2800" dirty="0">
                <a:latin typeface="+mn-lt"/>
              </a:rPr>
              <a:t> </a:t>
            </a:r>
            <a:r>
              <a:rPr lang="es-ES" altLang="en-US" sz="2800" dirty="0" err="1">
                <a:latin typeface="+mn-lt"/>
              </a:rPr>
              <a:t>volut</a:t>
            </a:r>
            <a:r>
              <a:rPr lang="es-ES" altLang="en-US" sz="2800" dirty="0">
                <a:latin typeface="+mn-lt"/>
              </a:rPr>
              <a:t> </a:t>
            </a:r>
            <a:r>
              <a:rPr lang="es-ES" altLang="en-US" sz="2800" dirty="0" err="1">
                <a:latin typeface="+mn-lt"/>
              </a:rPr>
              <a:t>harions</a:t>
            </a:r>
            <a:r>
              <a:rPr lang="es-ES" altLang="en-US" sz="2800" dirty="0">
                <a:latin typeface="+mn-lt"/>
              </a:rPr>
              <a:t>. Es ad </a:t>
            </a:r>
            <a:r>
              <a:rPr lang="es-ES" altLang="en-US" sz="2800" dirty="0" err="1">
                <a:latin typeface="+mn-lt"/>
              </a:rPr>
              <a:t>qui</a:t>
            </a:r>
            <a:r>
              <a:rPr lang="es-ES" altLang="en-US" sz="2800" dirty="0">
                <a:latin typeface="+mn-lt"/>
              </a:rPr>
              <a:t> </a:t>
            </a:r>
            <a:r>
              <a:rPr lang="es-ES" altLang="en-US" sz="2800" dirty="0" err="1">
                <a:latin typeface="+mn-lt"/>
              </a:rPr>
              <a:t>blat</a:t>
            </a:r>
            <a:r>
              <a:rPr lang="es-ES" altLang="en-US" sz="2800" dirty="0">
                <a:latin typeface="+mn-lt"/>
              </a:rPr>
              <a:t> </a:t>
            </a:r>
            <a:r>
              <a:rPr lang="es-ES" altLang="en-US" sz="2800" dirty="0" err="1">
                <a:latin typeface="+mn-lt"/>
              </a:rPr>
              <a:t>iliquis</a:t>
            </a:r>
            <a:r>
              <a:rPr lang="es-ES" altLang="en-US" sz="2800" dirty="0">
                <a:latin typeface="+mn-lt"/>
              </a:rPr>
              <a:t> et </a:t>
            </a:r>
            <a:r>
              <a:rPr lang="es-ES" altLang="en-US" sz="2800" dirty="0" err="1">
                <a:latin typeface="+mn-lt"/>
              </a:rPr>
              <a:t>estem</a:t>
            </a:r>
            <a:r>
              <a:rPr lang="es-ES" altLang="en-US" sz="2800" dirty="0">
                <a:latin typeface="+mn-lt"/>
              </a:rPr>
              <a:t> </a:t>
            </a:r>
            <a:r>
              <a:rPr lang="es-ES" altLang="en-US" sz="2800" dirty="0" err="1">
                <a:latin typeface="+mn-lt"/>
              </a:rPr>
              <a:t>fugia</a:t>
            </a:r>
            <a:r>
              <a:rPr lang="es-ES" altLang="en-US" sz="2800" dirty="0">
                <a:latin typeface="+mn-lt"/>
              </a:rPr>
              <a:t> </a:t>
            </a:r>
            <a:r>
              <a:rPr lang="es-ES" altLang="en-US" sz="2800" dirty="0" err="1">
                <a:latin typeface="+mn-lt"/>
              </a:rPr>
              <a:t>dolum</a:t>
            </a:r>
            <a:r>
              <a:rPr lang="es-ES" altLang="en-US" sz="2800" dirty="0">
                <a:latin typeface="+mn-lt"/>
              </a:rPr>
              <a:t> sed </a:t>
            </a:r>
            <a:r>
              <a:rPr lang="es-ES" altLang="en-US" sz="2800" dirty="0" err="1">
                <a:latin typeface="+mn-lt"/>
              </a:rPr>
              <a:t>quias</a:t>
            </a:r>
            <a:r>
              <a:rPr lang="es-ES" altLang="en-US" sz="2800" dirty="0">
                <a:latin typeface="+mn-lt"/>
              </a:rPr>
              <a:t> </a:t>
            </a:r>
            <a:r>
              <a:rPr lang="es-ES" altLang="en-US" sz="2800" dirty="0" err="1">
                <a:latin typeface="+mn-lt"/>
              </a:rPr>
              <a:t>enis</a:t>
            </a:r>
            <a:r>
              <a:rPr lang="es-ES" altLang="en-US" sz="2800" dirty="0">
                <a:latin typeface="+mn-lt"/>
              </a:rPr>
              <a:t> </a:t>
            </a:r>
            <a:r>
              <a:rPr lang="es-ES" altLang="en-US" sz="2800" dirty="0" err="1">
                <a:latin typeface="+mn-lt"/>
              </a:rPr>
              <a:t>dolorerrovid</a:t>
            </a:r>
            <a:r>
              <a:rPr lang="es-ES" altLang="en-US" sz="2800" dirty="0">
                <a:latin typeface="+mn-lt"/>
              </a:rPr>
              <a:t> </a:t>
            </a:r>
            <a:r>
              <a:rPr lang="es-ES" altLang="en-US" sz="2800" dirty="0" err="1">
                <a:latin typeface="+mn-lt"/>
              </a:rPr>
              <a:t>quiscia</a:t>
            </a:r>
            <a:r>
              <a:rPr lang="es-ES" altLang="en-US" sz="2800" dirty="0">
                <a:latin typeface="+mn-lt"/>
              </a:rPr>
              <a:t>.</a:t>
            </a:r>
          </a:p>
          <a:p>
            <a:pPr algn="just" eaLnBrk="1" hangingPunct="1">
              <a:spcBef>
                <a:spcPct val="50000"/>
              </a:spcBef>
              <a:spcAft>
                <a:spcPts val="2400"/>
              </a:spcAft>
              <a:buFontTx/>
              <a:buNone/>
              <a:defRPr/>
            </a:pPr>
            <a:endParaRPr lang="en-US" altLang="en-US" sz="3000" dirty="0">
              <a:solidFill>
                <a:schemeClr val="bg1"/>
              </a:solidFill>
              <a:latin typeface="Swiss 721 Light BT" charset="0"/>
            </a:endParaRPr>
          </a:p>
        </p:txBody>
      </p:sp>
      <p:pic>
        <p:nvPicPr>
          <p:cNvPr id="15367" name="Picture 72" descr="nikon ti-e6 luz_correc.tif">
            <a:extLst>
              <a:ext uri="{FF2B5EF4-FFF2-40B4-BE49-F238E27FC236}">
                <a16:creationId xmlns:a16="http://schemas.microsoft.com/office/drawing/2014/main" id="{DC93CCEC-2024-4D6C-BCC0-6CD2D71BBD9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117175" y="16813213"/>
            <a:ext cx="6478588"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8" name="Picture 73" descr="heater + new piece 01.tif">
            <a:extLst>
              <a:ext uri="{FF2B5EF4-FFF2-40B4-BE49-F238E27FC236}">
                <a16:creationId xmlns:a16="http://schemas.microsoft.com/office/drawing/2014/main" id="{4C2D0DED-F5CA-4C9E-9252-5499931CD29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3101300" y="22358350"/>
            <a:ext cx="6480175" cy="485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0" name="Text Box 277">
            <a:extLst>
              <a:ext uri="{FF2B5EF4-FFF2-40B4-BE49-F238E27FC236}">
                <a16:creationId xmlns:a16="http://schemas.microsoft.com/office/drawing/2014/main" id="{5A15B3F0-167B-44F8-98BD-89B5260C185C}"/>
              </a:ext>
            </a:extLst>
          </p:cNvPr>
          <p:cNvSpPr txBox="1">
            <a:spLocks noChangeArrowheads="1"/>
          </p:cNvSpPr>
          <p:nvPr/>
        </p:nvSpPr>
        <p:spPr bwMode="auto">
          <a:xfrm>
            <a:off x="9032875" y="26973213"/>
            <a:ext cx="6075363"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spcAft>
                <a:spcPts val="2400"/>
              </a:spcAft>
              <a:buFontTx/>
              <a:buNone/>
              <a:defRPr/>
            </a:pPr>
            <a:r>
              <a:rPr lang="en-US" altLang="en-US" sz="2400" dirty="0" err="1">
                <a:latin typeface="+mn-lt"/>
              </a:rPr>
              <a:t>Nullam</a:t>
            </a:r>
            <a:r>
              <a:rPr lang="en-US" altLang="en-US" sz="2400" dirty="0">
                <a:latin typeface="+mn-lt"/>
              </a:rPr>
              <a:t> in </a:t>
            </a:r>
            <a:r>
              <a:rPr lang="en-US" altLang="en-US" sz="2400" dirty="0" err="1">
                <a:latin typeface="+mn-lt"/>
              </a:rPr>
              <a:t>urna</a:t>
            </a:r>
            <a:r>
              <a:rPr lang="en-US" altLang="en-US" sz="2400" dirty="0">
                <a:latin typeface="+mn-lt"/>
              </a:rPr>
              <a:t> </a:t>
            </a:r>
            <a:r>
              <a:rPr lang="en-US" altLang="en-US" sz="2400" dirty="0" err="1">
                <a:latin typeface="+mn-lt"/>
              </a:rPr>
              <a:t>lacinia</a:t>
            </a:r>
            <a:r>
              <a:rPr lang="en-US" altLang="en-US" sz="2400" dirty="0">
                <a:latin typeface="+mn-lt"/>
              </a:rPr>
              <a:t> </a:t>
            </a:r>
            <a:r>
              <a:rPr lang="en-US" altLang="en-US" sz="2400" dirty="0" err="1">
                <a:latin typeface="+mn-lt"/>
              </a:rPr>
              <a:t>orci</a:t>
            </a:r>
            <a:r>
              <a:rPr lang="en-US" altLang="en-US" sz="2400" dirty="0">
                <a:latin typeface="+mn-lt"/>
              </a:rPr>
              <a:t> </a:t>
            </a:r>
            <a:r>
              <a:rPr lang="en-US" altLang="en-US" sz="2400" dirty="0" err="1">
                <a:latin typeface="+mn-lt"/>
              </a:rPr>
              <a:t>consequat</a:t>
            </a:r>
            <a:r>
              <a:rPr lang="en-US" altLang="en-US" sz="2400" dirty="0">
                <a:latin typeface="+mn-lt"/>
              </a:rPr>
              <a:t> dictum. Nam </a:t>
            </a:r>
            <a:r>
              <a:rPr lang="en-US" altLang="en-US" sz="2400" dirty="0" err="1">
                <a:latin typeface="+mn-lt"/>
              </a:rPr>
              <a:t>scelerisque</a:t>
            </a:r>
            <a:r>
              <a:rPr lang="en-US" altLang="en-US" sz="2400" dirty="0">
                <a:latin typeface="+mn-lt"/>
              </a:rPr>
              <a:t>, </a:t>
            </a:r>
            <a:r>
              <a:rPr lang="en-US" altLang="en-US" sz="2400" dirty="0" err="1">
                <a:latin typeface="+mn-lt"/>
              </a:rPr>
              <a:t>nisl</a:t>
            </a:r>
            <a:r>
              <a:rPr lang="en-US" altLang="en-US" sz="2400" dirty="0">
                <a:latin typeface="+mn-lt"/>
              </a:rPr>
              <a:t> in </a:t>
            </a:r>
            <a:r>
              <a:rPr lang="en-US" altLang="en-US" sz="2400" dirty="0" err="1">
                <a:latin typeface="+mn-lt"/>
              </a:rPr>
              <a:t>euismod</a:t>
            </a:r>
            <a:r>
              <a:rPr lang="en-US" altLang="en-US" sz="2400" dirty="0">
                <a:latin typeface="+mn-lt"/>
              </a:rPr>
              <a:t> </a:t>
            </a:r>
            <a:r>
              <a:rPr lang="en-US" altLang="en-US" sz="2400" dirty="0" err="1">
                <a:latin typeface="+mn-lt"/>
              </a:rPr>
              <a:t>eleifend</a:t>
            </a:r>
            <a:r>
              <a:rPr lang="en-US" altLang="en-US" sz="2400" dirty="0">
                <a:latin typeface="+mn-lt"/>
              </a:rPr>
              <a:t>, </a:t>
            </a:r>
            <a:r>
              <a:rPr lang="en-US" altLang="en-US" sz="2400" dirty="0" err="1">
                <a:latin typeface="+mn-lt"/>
              </a:rPr>
              <a:t>justo</a:t>
            </a:r>
            <a:r>
              <a:rPr lang="en-US" altLang="en-US" sz="2400" dirty="0">
                <a:latin typeface="+mn-lt"/>
              </a:rPr>
              <a:t> </a:t>
            </a:r>
            <a:r>
              <a:rPr lang="en-US" altLang="en-US" sz="2400" dirty="0" err="1">
                <a:latin typeface="+mn-lt"/>
              </a:rPr>
              <a:t>diam</a:t>
            </a:r>
            <a:r>
              <a:rPr lang="en-US" altLang="en-US" sz="2400" dirty="0">
                <a:latin typeface="+mn-lt"/>
              </a:rPr>
              <a:t> </a:t>
            </a:r>
            <a:r>
              <a:rPr lang="en-US" altLang="en-US" sz="2400" dirty="0" err="1">
                <a:latin typeface="+mn-lt"/>
              </a:rPr>
              <a:t>bibendum</a:t>
            </a:r>
            <a:r>
              <a:rPr lang="en-US" altLang="en-US" sz="2400" dirty="0">
                <a:latin typeface="+mn-lt"/>
              </a:rPr>
              <a:t> dui, </a:t>
            </a:r>
            <a:r>
              <a:rPr lang="en-US" altLang="en-US" sz="2400" dirty="0" err="1">
                <a:latin typeface="+mn-lt"/>
              </a:rPr>
              <a:t>sed</a:t>
            </a:r>
            <a:r>
              <a:rPr lang="en-US" altLang="en-US" sz="2400" dirty="0">
                <a:latin typeface="+mn-lt"/>
              </a:rPr>
              <a:t> </a:t>
            </a:r>
            <a:r>
              <a:rPr lang="en-US" altLang="en-US" sz="2400" dirty="0" err="1">
                <a:latin typeface="+mn-lt"/>
              </a:rPr>
              <a:t>congue</a:t>
            </a:r>
            <a:r>
              <a:rPr lang="en-US" altLang="en-US" sz="2400" dirty="0">
                <a:latin typeface="+mn-lt"/>
              </a:rPr>
              <a:t> </a:t>
            </a:r>
            <a:r>
              <a:rPr lang="en-US" altLang="en-US" sz="2400" dirty="0" err="1">
                <a:latin typeface="+mn-lt"/>
              </a:rPr>
              <a:t>diam</a:t>
            </a:r>
            <a:r>
              <a:rPr lang="en-US" altLang="en-US" sz="2400" dirty="0">
                <a:latin typeface="+mn-lt"/>
              </a:rPr>
              <a:t> </a:t>
            </a:r>
            <a:r>
              <a:rPr lang="en-US" altLang="en-US" sz="2400" dirty="0" err="1">
                <a:latin typeface="+mn-lt"/>
              </a:rPr>
              <a:t>enim</a:t>
            </a:r>
            <a:r>
              <a:rPr lang="en-US" altLang="en-US" sz="2400" dirty="0">
                <a:latin typeface="+mn-lt"/>
              </a:rPr>
              <a:t> sit </a:t>
            </a:r>
            <a:r>
              <a:rPr lang="en-US" altLang="en-US" sz="2400" dirty="0" err="1">
                <a:latin typeface="+mn-lt"/>
              </a:rPr>
              <a:t>amet</a:t>
            </a:r>
            <a:r>
              <a:rPr lang="en-US" altLang="en-US" sz="2400" dirty="0">
                <a:latin typeface="+mn-lt"/>
              </a:rPr>
              <a:t> </a:t>
            </a:r>
            <a:r>
              <a:rPr lang="en-US" altLang="en-US" sz="2400" dirty="0" err="1">
                <a:latin typeface="+mn-lt"/>
              </a:rPr>
              <a:t>turpis</a:t>
            </a:r>
            <a:r>
              <a:rPr lang="en-US" altLang="en-US" sz="2400" dirty="0">
                <a:latin typeface="+mn-lt"/>
              </a:rPr>
              <a:t>. </a:t>
            </a:r>
            <a:r>
              <a:rPr lang="en-US" altLang="en-US" sz="2400" dirty="0" err="1">
                <a:latin typeface="+mn-lt"/>
              </a:rPr>
              <a:t>Suspendisse</a:t>
            </a:r>
            <a:r>
              <a:rPr lang="en-US" altLang="en-US" sz="2400" dirty="0">
                <a:latin typeface="+mn-lt"/>
              </a:rPr>
              <a:t> </a:t>
            </a:r>
            <a:r>
              <a:rPr lang="en-US" altLang="en-US" sz="2400" dirty="0" err="1">
                <a:latin typeface="+mn-lt"/>
              </a:rPr>
              <a:t>rhoncus</a:t>
            </a:r>
            <a:r>
              <a:rPr lang="en-US" altLang="en-US" sz="2400" dirty="0">
                <a:latin typeface="+mn-lt"/>
              </a:rPr>
              <a:t> </a:t>
            </a:r>
            <a:r>
              <a:rPr lang="en-US" altLang="en-US" sz="2400" dirty="0" err="1">
                <a:latin typeface="+mn-lt"/>
              </a:rPr>
              <a:t>felis</a:t>
            </a:r>
            <a:r>
              <a:rPr lang="en-US" altLang="en-US" sz="2400" dirty="0">
                <a:latin typeface="+mn-lt"/>
              </a:rPr>
              <a:t> </a:t>
            </a:r>
            <a:r>
              <a:rPr lang="en-US" altLang="en-US" sz="2400" dirty="0" err="1">
                <a:latin typeface="+mn-lt"/>
              </a:rPr>
              <a:t>nec</a:t>
            </a:r>
            <a:r>
              <a:rPr lang="en-US" altLang="en-US" sz="2400" dirty="0">
                <a:latin typeface="+mn-lt"/>
              </a:rPr>
              <a:t> lacus </a:t>
            </a:r>
            <a:r>
              <a:rPr lang="en-US" altLang="en-US" sz="2400" dirty="0" err="1">
                <a:latin typeface="+mn-lt"/>
              </a:rPr>
              <a:t>blandit</a:t>
            </a:r>
            <a:r>
              <a:rPr lang="en-US" altLang="en-US" sz="2400" dirty="0">
                <a:latin typeface="+mn-lt"/>
              </a:rPr>
              <a:t> </a:t>
            </a:r>
            <a:r>
              <a:rPr lang="en-US" altLang="en-US" sz="2400" dirty="0" err="1">
                <a:latin typeface="+mn-lt"/>
              </a:rPr>
              <a:t>mollis</a:t>
            </a:r>
            <a:r>
              <a:rPr lang="en-US" altLang="en-US" sz="2400" dirty="0">
                <a:latin typeface="+mn-lt"/>
              </a:rPr>
              <a:t>. </a:t>
            </a:r>
            <a:r>
              <a:rPr lang="en-US" altLang="en-US" sz="2400" dirty="0" err="1">
                <a:latin typeface="+mn-lt"/>
              </a:rPr>
              <a:t>Pellentesque</a:t>
            </a:r>
            <a:r>
              <a:rPr lang="en-US" altLang="en-US" sz="2400" dirty="0">
                <a:latin typeface="+mn-lt"/>
              </a:rPr>
              <a:t> </a:t>
            </a:r>
            <a:r>
              <a:rPr lang="en-US" altLang="en-US" sz="2400" dirty="0" err="1">
                <a:latin typeface="+mn-lt"/>
              </a:rPr>
              <a:t>lectus</a:t>
            </a:r>
            <a:r>
              <a:rPr lang="en-US" altLang="en-US" sz="2400" dirty="0">
                <a:latin typeface="+mn-lt"/>
              </a:rPr>
              <a:t> </a:t>
            </a:r>
            <a:r>
              <a:rPr lang="en-US" altLang="en-US" sz="2400" dirty="0" err="1">
                <a:latin typeface="+mn-lt"/>
              </a:rPr>
              <a:t>est</a:t>
            </a:r>
            <a:r>
              <a:rPr lang="en-US" altLang="en-US" sz="2400" dirty="0">
                <a:latin typeface="+mn-lt"/>
              </a:rPr>
              <a:t>, </a:t>
            </a:r>
            <a:r>
              <a:rPr lang="en-US" altLang="en-US" sz="2400" dirty="0" err="1">
                <a:latin typeface="+mn-lt"/>
              </a:rPr>
              <a:t>accumsan</a:t>
            </a:r>
            <a:r>
              <a:rPr lang="en-US" altLang="en-US" sz="2400" dirty="0">
                <a:latin typeface="+mn-lt"/>
              </a:rPr>
              <a:t> ac </a:t>
            </a:r>
            <a:r>
              <a:rPr lang="en-US" altLang="en-US" sz="2400" dirty="0" err="1">
                <a:latin typeface="+mn-lt"/>
              </a:rPr>
              <a:t>pellentesque</a:t>
            </a:r>
            <a:r>
              <a:rPr lang="en-US" altLang="en-US" sz="2400" dirty="0">
                <a:latin typeface="+mn-lt"/>
              </a:rPr>
              <a:t> </a:t>
            </a:r>
            <a:r>
              <a:rPr lang="en-US" altLang="en-US" sz="2400" dirty="0" err="1">
                <a:latin typeface="+mn-lt"/>
              </a:rPr>
              <a:t>aliquam</a:t>
            </a:r>
            <a:r>
              <a:rPr lang="en-US" altLang="en-US" sz="2400" dirty="0">
                <a:latin typeface="+mn-lt"/>
              </a:rPr>
              <a:t>, </a:t>
            </a:r>
            <a:r>
              <a:rPr lang="en-US" altLang="en-US" sz="2400" dirty="0" err="1">
                <a:latin typeface="+mn-lt"/>
              </a:rPr>
              <a:t>bibendum</a:t>
            </a:r>
            <a:r>
              <a:rPr lang="en-US" altLang="en-US" sz="2400" dirty="0">
                <a:latin typeface="+mn-lt"/>
              </a:rPr>
              <a:t> </a:t>
            </a:r>
            <a:r>
              <a:rPr lang="en-US" altLang="en-US" sz="2400" dirty="0" err="1">
                <a:latin typeface="+mn-lt"/>
              </a:rPr>
              <a:t>quis</a:t>
            </a:r>
            <a:r>
              <a:rPr lang="en-US" altLang="en-US" sz="2400" dirty="0">
                <a:latin typeface="+mn-lt"/>
              </a:rPr>
              <a:t> </a:t>
            </a:r>
            <a:r>
              <a:rPr lang="en-US" altLang="en-US" sz="2400" dirty="0" err="1">
                <a:latin typeface="+mn-lt"/>
              </a:rPr>
              <a:t>metus</a:t>
            </a:r>
            <a:r>
              <a:rPr lang="en-US" altLang="en-US" sz="2400" dirty="0">
                <a:latin typeface="+mn-lt"/>
              </a:rPr>
              <a:t>. Nunc </a:t>
            </a:r>
            <a:r>
              <a:rPr lang="en-US" altLang="en-US" sz="2400" dirty="0" err="1">
                <a:latin typeface="+mn-lt"/>
              </a:rPr>
              <a:t>interdum</a:t>
            </a:r>
            <a:r>
              <a:rPr lang="en-US" altLang="en-US" sz="2400" dirty="0">
                <a:latin typeface="+mn-lt"/>
              </a:rPr>
              <a:t> </a:t>
            </a:r>
            <a:r>
              <a:rPr lang="en-US" altLang="en-US" sz="2400" dirty="0" err="1">
                <a:latin typeface="+mn-lt"/>
              </a:rPr>
              <a:t>laoreet</a:t>
            </a:r>
            <a:r>
              <a:rPr lang="en-US" altLang="en-US" sz="2400" dirty="0">
                <a:latin typeface="+mn-lt"/>
              </a:rPr>
              <a:t> </a:t>
            </a:r>
            <a:r>
              <a:rPr lang="en-US" altLang="en-US" sz="2400" dirty="0" err="1">
                <a:latin typeface="+mn-lt"/>
              </a:rPr>
              <a:t>odio</a:t>
            </a:r>
            <a:r>
              <a:rPr lang="en-US" altLang="en-US" sz="2400" dirty="0">
                <a:latin typeface="+mn-lt"/>
              </a:rPr>
              <a:t>, </a:t>
            </a:r>
            <a:r>
              <a:rPr lang="en-US" altLang="en-US" sz="2400" dirty="0" err="1">
                <a:latin typeface="+mn-lt"/>
              </a:rPr>
              <a:t>eu</a:t>
            </a:r>
            <a:r>
              <a:rPr lang="en-US" altLang="en-US" sz="2400" dirty="0">
                <a:latin typeface="+mn-lt"/>
              </a:rPr>
              <a:t> </a:t>
            </a:r>
            <a:r>
              <a:rPr lang="en-US" altLang="en-US" sz="2400" dirty="0" err="1">
                <a:latin typeface="+mn-lt"/>
              </a:rPr>
              <a:t>feugiat</a:t>
            </a:r>
            <a:r>
              <a:rPr lang="en-US" altLang="en-US" sz="2400" dirty="0">
                <a:latin typeface="+mn-lt"/>
              </a:rPr>
              <a:t> </a:t>
            </a:r>
            <a:r>
              <a:rPr lang="en-US" altLang="en-US" sz="2400" dirty="0" err="1">
                <a:latin typeface="+mn-lt"/>
              </a:rPr>
              <a:t>velit</a:t>
            </a:r>
            <a:r>
              <a:rPr lang="en-US" altLang="en-US" sz="2400" dirty="0">
                <a:latin typeface="+mn-lt"/>
              </a:rPr>
              <a:t> </a:t>
            </a:r>
            <a:r>
              <a:rPr lang="en-US" altLang="en-US" sz="2400" dirty="0" err="1">
                <a:latin typeface="+mn-lt"/>
              </a:rPr>
              <a:t>feugiat</a:t>
            </a:r>
            <a:r>
              <a:rPr lang="en-US" altLang="en-US" sz="2400" dirty="0">
                <a:latin typeface="+mn-lt"/>
              </a:rPr>
              <a:t> </a:t>
            </a:r>
            <a:r>
              <a:rPr lang="en-US" altLang="en-US" sz="2400" dirty="0" err="1">
                <a:latin typeface="+mn-lt"/>
              </a:rPr>
              <a:t>sodales</a:t>
            </a:r>
            <a:r>
              <a:rPr lang="en-US" altLang="en-US" sz="2400" dirty="0">
                <a:latin typeface="+mn-lt"/>
              </a:rPr>
              <a:t>. </a:t>
            </a:r>
            <a:r>
              <a:rPr lang="en-US" altLang="en-US" sz="2400" dirty="0" err="1">
                <a:latin typeface="+mn-lt"/>
              </a:rPr>
              <a:t>Sed</a:t>
            </a:r>
            <a:r>
              <a:rPr lang="en-US" altLang="en-US" sz="2400" dirty="0">
                <a:latin typeface="+mn-lt"/>
              </a:rPr>
              <a:t> </a:t>
            </a:r>
            <a:r>
              <a:rPr lang="en-US" altLang="en-US" sz="2400" dirty="0" err="1">
                <a:latin typeface="+mn-lt"/>
              </a:rPr>
              <a:t>suscipit</a:t>
            </a:r>
            <a:r>
              <a:rPr lang="en-US" altLang="en-US" sz="2400" dirty="0">
                <a:latin typeface="+mn-lt"/>
              </a:rPr>
              <a:t> </a:t>
            </a:r>
            <a:r>
              <a:rPr lang="en-US" altLang="en-US" sz="2400" dirty="0" err="1">
                <a:latin typeface="+mn-lt"/>
              </a:rPr>
              <a:t>neque</a:t>
            </a:r>
            <a:r>
              <a:rPr lang="en-US" altLang="en-US" sz="2400" dirty="0">
                <a:latin typeface="+mn-lt"/>
              </a:rPr>
              <a:t> id dui </a:t>
            </a:r>
            <a:r>
              <a:rPr lang="en-US" altLang="en-US" sz="2400" dirty="0" err="1">
                <a:latin typeface="+mn-lt"/>
              </a:rPr>
              <a:t>dapibus</a:t>
            </a:r>
            <a:r>
              <a:rPr lang="en-US" altLang="en-US" sz="2400" dirty="0">
                <a:latin typeface="+mn-lt"/>
              </a:rPr>
              <a:t> non </a:t>
            </a:r>
            <a:r>
              <a:rPr lang="en-US" altLang="en-US" sz="2400" dirty="0" err="1">
                <a:latin typeface="+mn-lt"/>
              </a:rPr>
              <a:t>facilisis</a:t>
            </a:r>
            <a:r>
              <a:rPr lang="en-US" altLang="en-US" sz="2400" dirty="0">
                <a:latin typeface="+mn-lt"/>
              </a:rPr>
              <a:t> </a:t>
            </a:r>
            <a:r>
              <a:rPr lang="en-US" altLang="en-US" sz="2400" dirty="0" err="1">
                <a:latin typeface="+mn-lt"/>
              </a:rPr>
              <a:t>elit</a:t>
            </a:r>
            <a:r>
              <a:rPr lang="en-US" altLang="en-US" sz="2400" dirty="0">
                <a:latin typeface="+mn-lt"/>
              </a:rPr>
              <a:t> </a:t>
            </a:r>
            <a:r>
              <a:rPr lang="en-US" altLang="en-US" sz="2400" dirty="0" err="1">
                <a:latin typeface="+mn-lt"/>
              </a:rPr>
              <a:t>ultrices</a:t>
            </a:r>
            <a:r>
              <a:rPr lang="en-US" altLang="en-US" sz="2400" dirty="0">
                <a:latin typeface="+mn-lt"/>
              </a:rPr>
              <a:t>. </a:t>
            </a:r>
          </a:p>
        </p:txBody>
      </p:sp>
      <p:sp>
        <p:nvSpPr>
          <p:cNvPr id="15371" name="Text Box 277">
            <a:extLst>
              <a:ext uri="{FF2B5EF4-FFF2-40B4-BE49-F238E27FC236}">
                <a16:creationId xmlns:a16="http://schemas.microsoft.com/office/drawing/2014/main" id="{4CFE9AAB-2A58-4DC1-BDC0-3E80E5B07BA3}"/>
              </a:ext>
            </a:extLst>
          </p:cNvPr>
          <p:cNvSpPr txBox="1">
            <a:spLocks noChangeArrowheads="1"/>
          </p:cNvSpPr>
          <p:nvPr/>
        </p:nvSpPr>
        <p:spPr bwMode="auto">
          <a:xfrm>
            <a:off x="16252825" y="38744525"/>
            <a:ext cx="13565188"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2800" dirty="0" err="1">
                <a:latin typeface="+mn-lt"/>
              </a:rPr>
              <a:t>Qui</a:t>
            </a:r>
            <a:r>
              <a:rPr lang="es-ES" altLang="en-US" sz="2800" dirty="0">
                <a:latin typeface="+mn-lt"/>
              </a:rPr>
              <a:t> </a:t>
            </a:r>
            <a:r>
              <a:rPr lang="es-ES" altLang="en-US" sz="2800" dirty="0" err="1">
                <a:latin typeface="+mn-lt"/>
              </a:rPr>
              <a:t>denis</a:t>
            </a:r>
            <a:r>
              <a:rPr lang="es-ES" altLang="en-US" sz="2800" dirty="0">
                <a:latin typeface="+mn-lt"/>
              </a:rPr>
              <a:t> </a:t>
            </a:r>
            <a:r>
              <a:rPr lang="es-ES" altLang="en-US" sz="2800" dirty="0" err="1">
                <a:latin typeface="+mn-lt"/>
              </a:rPr>
              <a:t>incimaio</a:t>
            </a:r>
            <a:r>
              <a:rPr lang="es-ES" altLang="en-US" sz="2800" dirty="0">
                <a:latin typeface="+mn-lt"/>
              </a:rPr>
              <a:t> con </a:t>
            </a:r>
            <a:r>
              <a:rPr lang="es-ES" altLang="en-US" sz="2800" dirty="0" err="1">
                <a:latin typeface="+mn-lt"/>
              </a:rPr>
              <a:t>reserum</a:t>
            </a:r>
            <a:r>
              <a:rPr lang="es-ES" altLang="en-US" sz="2800" dirty="0">
                <a:latin typeface="+mn-lt"/>
              </a:rPr>
              <a:t> </a:t>
            </a:r>
            <a:r>
              <a:rPr lang="es-ES" altLang="en-US" sz="2800" dirty="0" err="1">
                <a:latin typeface="+mn-lt"/>
              </a:rPr>
              <a:t>quamet</a:t>
            </a:r>
            <a:r>
              <a:rPr lang="es-ES" altLang="en-US" sz="2800" dirty="0">
                <a:latin typeface="+mn-lt"/>
              </a:rPr>
              <a:t>- </a:t>
            </a:r>
            <a:r>
              <a:rPr lang="es-ES" altLang="en-US" sz="2800" dirty="0" err="1">
                <a:latin typeface="+mn-lt"/>
              </a:rPr>
              <a:t>Qui</a:t>
            </a:r>
            <a:r>
              <a:rPr lang="es-ES" altLang="en-US" sz="2800" dirty="0">
                <a:latin typeface="+mn-lt"/>
              </a:rPr>
              <a:t> </a:t>
            </a:r>
            <a:r>
              <a:rPr lang="es-ES" altLang="en-US" sz="2800" dirty="0" err="1">
                <a:latin typeface="+mn-lt"/>
              </a:rPr>
              <a:t>sinullo</a:t>
            </a:r>
            <a:r>
              <a:rPr lang="es-ES" altLang="en-US" sz="2800" dirty="0">
                <a:latin typeface="+mn-lt"/>
              </a:rPr>
              <a:t> </a:t>
            </a:r>
            <a:r>
              <a:rPr lang="es-ES" altLang="en-US" sz="2800" dirty="0" err="1">
                <a:latin typeface="+mn-lt"/>
              </a:rPr>
              <a:t>ribuste</a:t>
            </a:r>
            <a:r>
              <a:rPr lang="es-ES" altLang="en-US" sz="2800" dirty="0">
                <a:latin typeface="+mn-lt"/>
              </a:rPr>
              <a:t> </a:t>
            </a:r>
            <a:r>
              <a:rPr lang="es-ES" altLang="en-US" sz="2800" dirty="0" err="1">
                <a:latin typeface="+mn-lt"/>
              </a:rPr>
              <a:t>mporeium</a:t>
            </a:r>
            <a:r>
              <a:rPr lang="es-ES" altLang="en-US" sz="2800" dirty="0">
                <a:latin typeface="+mn-lt"/>
              </a:rPr>
              <a:t> </a:t>
            </a:r>
            <a:r>
              <a:rPr lang="es-ES" altLang="en-US" sz="2800" dirty="0" err="1">
                <a:latin typeface="+mn-lt"/>
              </a:rPr>
              <a:t>ium</a:t>
            </a:r>
            <a:r>
              <a:rPr lang="es-ES" altLang="en-US" sz="2800" dirty="0">
                <a:latin typeface="+mn-lt"/>
              </a:rPr>
              <a:t> </a:t>
            </a:r>
            <a:r>
              <a:rPr lang="es-ES" altLang="en-US" sz="2800" dirty="0" err="1">
                <a:latin typeface="+mn-lt"/>
              </a:rPr>
              <a:t>ipitem</a:t>
            </a:r>
            <a:r>
              <a:rPr lang="es-ES" altLang="en-US" sz="2800" dirty="0">
                <a:latin typeface="+mn-lt"/>
              </a:rPr>
              <a:t> </a:t>
            </a:r>
            <a:r>
              <a:rPr lang="es-ES" altLang="en-US" sz="2800" dirty="0" err="1">
                <a:latin typeface="+mn-lt"/>
              </a:rPr>
              <a:t>rero</a:t>
            </a:r>
            <a:r>
              <a:rPr lang="es-ES" altLang="en-US" sz="2800" dirty="0">
                <a:latin typeface="+mn-lt"/>
              </a:rPr>
              <a:t> </a:t>
            </a:r>
            <a:r>
              <a:rPr lang="es-ES" altLang="en-US" sz="2800" dirty="0" err="1">
                <a:latin typeface="+mn-lt"/>
              </a:rPr>
              <a:t>miligente</a:t>
            </a:r>
            <a:r>
              <a:rPr lang="es-ES" altLang="en-US" sz="2800" dirty="0">
                <a:latin typeface="+mn-lt"/>
              </a:rPr>
              <a:t> .</a:t>
            </a:r>
            <a:r>
              <a:rPr lang="es-ES" altLang="en-US" sz="2800" dirty="0" err="1">
                <a:latin typeface="+mn-lt"/>
              </a:rPr>
              <a:t>Solupta</a:t>
            </a:r>
            <a:r>
              <a:rPr lang="es-ES" altLang="en-US" sz="2800" dirty="0">
                <a:latin typeface="+mn-lt"/>
              </a:rPr>
              <a:t> </a:t>
            </a:r>
            <a:r>
              <a:rPr lang="es-ES" altLang="en-US" sz="2800" dirty="0" err="1">
                <a:latin typeface="+mn-lt"/>
              </a:rPr>
              <a:t>temodi</a:t>
            </a:r>
            <a:r>
              <a:rPr lang="es-ES" altLang="en-US" sz="2800" dirty="0">
                <a:latin typeface="+mn-lt"/>
              </a:rPr>
              <a:t> </a:t>
            </a:r>
            <a:r>
              <a:rPr lang="es-ES" altLang="en-US" sz="2800" dirty="0" err="1">
                <a:latin typeface="+mn-lt"/>
              </a:rPr>
              <a:t>assequistium</a:t>
            </a:r>
            <a:r>
              <a:rPr lang="es-ES" altLang="en-US" sz="2800" dirty="0">
                <a:latin typeface="+mn-lt"/>
              </a:rPr>
              <a:t> </a:t>
            </a:r>
            <a:r>
              <a:rPr lang="es-ES" altLang="en-US" sz="2800" dirty="0" err="1">
                <a:latin typeface="+mn-lt"/>
              </a:rPr>
              <a:t>quidenis</a:t>
            </a:r>
            <a:r>
              <a:rPr lang="es-ES" altLang="en-US" sz="2800" dirty="0">
                <a:latin typeface="+mn-lt"/>
              </a:rPr>
              <a:t> </a:t>
            </a:r>
            <a:r>
              <a:rPr lang="es-ES" altLang="en-US" sz="2800" dirty="0" err="1">
                <a:latin typeface="+mn-lt"/>
              </a:rPr>
              <a:t>sequide</a:t>
            </a:r>
            <a:r>
              <a:rPr lang="es-ES" altLang="en-US" sz="2800" dirty="0">
                <a:latin typeface="+mn-lt"/>
              </a:rPr>
              <a:t> </a:t>
            </a:r>
            <a:r>
              <a:rPr lang="es-ES" altLang="en-US" sz="2800" dirty="0" err="1">
                <a:latin typeface="+mn-lt"/>
              </a:rPr>
              <a:t>pore</a:t>
            </a:r>
            <a:r>
              <a:rPr lang="es-ES" altLang="en-US" sz="2800" dirty="0">
                <a:latin typeface="+mn-lt"/>
              </a:rPr>
              <a:t> </a:t>
            </a:r>
            <a:r>
              <a:rPr lang="es-ES" altLang="en-US" sz="2800" dirty="0" err="1">
                <a:latin typeface="+mn-lt"/>
              </a:rPr>
              <a:t>Dolupta</a:t>
            </a:r>
            <a:r>
              <a:rPr lang="es-ES" altLang="en-US" sz="2800" dirty="0">
                <a:latin typeface="+mn-lt"/>
              </a:rPr>
              <a:t> por </a:t>
            </a:r>
            <a:r>
              <a:rPr lang="es-ES" altLang="en-US" sz="2800" dirty="0" err="1">
                <a:latin typeface="+mn-lt"/>
              </a:rPr>
              <a:t>modictur</a:t>
            </a:r>
            <a:r>
              <a:rPr lang="es-ES" altLang="en-US" sz="2800" dirty="0">
                <a:latin typeface="+mn-lt"/>
              </a:rPr>
              <a:t> </a:t>
            </a:r>
            <a:r>
              <a:rPr lang="es-ES" altLang="en-US" sz="2800" dirty="0" err="1">
                <a:latin typeface="+mn-lt"/>
              </a:rPr>
              <a:t>acienducid</a:t>
            </a:r>
            <a:r>
              <a:rPr lang="es-ES" altLang="en-US" sz="2800" dirty="0">
                <a:latin typeface="+mn-lt"/>
              </a:rPr>
              <a:t> </a:t>
            </a:r>
            <a:r>
              <a:rPr lang="es-ES" altLang="en-US" sz="2800" dirty="0" err="1">
                <a:latin typeface="+mn-lt"/>
              </a:rPr>
              <a:t>moluptate</a:t>
            </a:r>
            <a:r>
              <a:rPr lang="es-ES" altLang="en-US" sz="2800" dirty="0">
                <a:latin typeface="+mn-lt"/>
              </a:rPr>
              <a:t> cum </a:t>
            </a:r>
            <a:r>
              <a:rPr lang="es-ES" altLang="en-US" sz="2800" dirty="0" err="1">
                <a:latin typeface="+mn-lt"/>
              </a:rPr>
              <a:t>Vellupta</a:t>
            </a:r>
            <a:r>
              <a:rPr lang="es-ES" altLang="en-US" sz="2800" dirty="0">
                <a:latin typeface="+mn-lt"/>
              </a:rPr>
              <a:t> es ad </a:t>
            </a:r>
            <a:r>
              <a:rPr lang="es-ES" altLang="en-US" sz="2800" dirty="0" err="1">
                <a:latin typeface="+mn-lt"/>
              </a:rPr>
              <a:t>qui</a:t>
            </a:r>
            <a:r>
              <a:rPr lang="es-ES" altLang="en-US" sz="2800" dirty="0">
                <a:latin typeface="+mn-lt"/>
              </a:rPr>
              <a:t> </a:t>
            </a:r>
            <a:r>
              <a:rPr lang="es-ES" altLang="en-US" sz="2800" dirty="0" err="1">
                <a:latin typeface="+mn-lt"/>
              </a:rPr>
              <a:t>blat</a:t>
            </a:r>
            <a:r>
              <a:rPr lang="es-ES" altLang="en-US" sz="2800" dirty="0">
                <a:latin typeface="+mn-lt"/>
              </a:rPr>
              <a:t> </a:t>
            </a:r>
            <a:r>
              <a:rPr lang="es-ES" altLang="en-US" sz="2800" dirty="0" err="1">
                <a:latin typeface="+mn-lt"/>
              </a:rPr>
              <a:t>iliquis</a:t>
            </a:r>
            <a:r>
              <a:rPr lang="es-ES" altLang="en-US" sz="2800" dirty="0">
                <a:latin typeface="+mn-lt"/>
              </a:rPr>
              <a:t> et </a:t>
            </a:r>
          </a:p>
        </p:txBody>
      </p:sp>
      <p:sp>
        <p:nvSpPr>
          <p:cNvPr id="15372" name="Text Box 277">
            <a:extLst>
              <a:ext uri="{FF2B5EF4-FFF2-40B4-BE49-F238E27FC236}">
                <a16:creationId xmlns:a16="http://schemas.microsoft.com/office/drawing/2014/main" id="{2DAABCBB-99A9-4BFD-AA00-33F65A8D4C06}"/>
              </a:ext>
            </a:extLst>
          </p:cNvPr>
          <p:cNvSpPr txBox="1">
            <a:spLocks noChangeArrowheads="1"/>
          </p:cNvSpPr>
          <p:nvPr/>
        </p:nvSpPr>
        <p:spPr bwMode="auto">
          <a:xfrm>
            <a:off x="1471613" y="23725188"/>
            <a:ext cx="1356518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3600" b="1" dirty="0">
                <a:ea typeface="Arial" charset="0"/>
                <a:cs typeface="Arial" charset="0"/>
              </a:rPr>
              <a:t>PROIN AC CONVALLIS SAPIEN.</a:t>
            </a:r>
          </a:p>
          <a:p>
            <a:pPr algn="just" eaLnBrk="1" hangingPunct="1">
              <a:spcBef>
                <a:spcPct val="50000"/>
              </a:spcBef>
              <a:buFontTx/>
              <a:buNone/>
              <a:defRPr/>
            </a:pPr>
            <a:r>
              <a:rPr lang="es-ES" altLang="en-US" sz="3600" dirty="0" err="1">
                <a:latin typeface="+mn-lt"/>
              </a:rPr>
              <a:t>Nullam</a:t>
            </a:r>
            <a:r>
              <a:rPr lang="es-ES" altLang="en-US" sz="3600" dirty="0">
                <a:latin typeface="+mn-lt"/>
              </a:rPr>
              <a:t> in urna lacinia </a:t>
            </a:r>
            <a:r>
              <a:rPr lang="es-ES" altLang="en-US" sz="3600" dirty="0" err="1">
                <a:latin typeface="+mn-lt"/>
              </a:rPr>
              <a:t>orci</a:t>
            </a:r>
            <a:r>
              <a:rPr lang="es-ES" altLang="en-US" sz="3600" dirty="0">
                <a:latin typeface="+mn-lt"/>
              </a:rPr>
              <a:t> </a:t>
            </a:r>
            <a:r>
              <a:rPr lang="es-ES" altLang="en-US" sz="3600" dirty="0" err="1">
                <a:latin typeface="+mn-lt"/>
              </a:rPr>
              <a:t>consequat</a:t>
            </a:r>
            <a:r>
              <a:rPr lang="es-ES" altLang="en-US" sz="3600" dirty="0">
                <a:latin typeface="+mn-lt"/>
              </a:rPr>
              <a:t> </a:t>
            </a:r>
            <a:r>
              <a:rPr lang="es-ES" altLang="en-US" sz="3600" dirty="0" err="1">
                <a:latin typeface="+mn-lt"/>
              </a:rPr>
              <a:t>dictum</a:t>
            </a:r>
            <a:r>
              <a:rPr lang="es-ES" altLang="en-US" sz="3600" dirty="0">
                <a:latin typeface="+mn-lt"/>
              </a:rPr>
              <a:t>. </a:t>
            </a:r>
            <a:r>
              <a:rPr lang="es-ES" altLang="en-US" sz="3600" dirty="0" err="1">
                <a:latin typeface="+mn-lt"/>
              </a:rPr>
              <a:t>Nam</a:t>
            </a:r>
            <a:r>
              <a:rPr lang="es-ES" altLang="en-US" sz="3600" dirty="0">
                <a:latin typeface="+mn-lt"/>
              </a:rPr>
              <a:t> </a:t>
            </a:r>
            <a:r>
              <a:rPr lang="es-ES" altLang="en-US" sz="3600" dirty="0" err="1">
                <a:latin typeface="+mn-lt"/>
              </a:rPr>
              <a:t>scelerisque</a:t>
            </a:r>
            <a:r>
              <a:rPr lang="es-ES" altLang="en-US" sz="3600" dirty="0">
                <a:latin typeface="+mn-lt"/>
              </a:rPr>
              <a:t>, </a:t>
            </a:r>
            <a:r>
              <a:rPr lang="es-ES" altLang="en-US" sz="3600" dirty="0" err="1">
                <a:latin typeface="+mn-lt"/>
              </a:rPr>
              <a:t>nisl</a:t>
            </a:r>
            <a:r>
              <a:rPr lang="es-ES" altLang="en-US" sz="3600" dirty="0">
                <a:latin typeface="+mn-lt"/>
              </a:rPr>
              <a:t> in </a:t>
            </a:r>
            <a:r>
              <a:rPr lang="es-ES" altLang="en-US" sz="3600" dirty="0" err="1">
                <a:latin typeface="+mn-lt"/>
              </a:rPr>
              <a:t>euismod</a:t>
            </a:r>
            <a:r>
              <a:rPr lang="es-ES" altLang="en-US" sz="3600" dirty="0">
                <a:latin typeface="+mn-lt"/>
              </a:rPr>
              <a:t> </a:t>
            </a:r>
            <a:r>
              <a:rPr lang="es-ES" altLang="en-US" sz="3600" dirty="0" err="1">
                <a:latin typeface="+mn-lt"/>
              </a:rPr>
              <a:t>eleifend</a:t>
            </a:r>
            <a:r>
              <a:rPr lang="es-ES" altLang="en-US" sz="3600" dirty="0">
                <a:latin typeface="+mn-lt"/>
              </a:rPr>
              <a:t>, justo </a:t>
            </a:r>
            <a:r>
              <a:rPr lang="es-ES" altLang="en-US" sz="3600" dirty="0" err="1">
                <a:latin typeface="+mn-lt"/>
              </a:rPr>
              <a:t>diam</a:t>
            </a:r>
            <a:r>
              <a:rPr lang="es-ES" altLang="en-US" sz="3600" dirty="0">
                <a:latin typeface="+mn-lt"/>
              </a:rPr>
              <a:t> </a:t>
            </a:r>
            <a:r>
              <a:rPr lang="es-ES" altLang="en-US" sz="3600" dirty="0" err="1">
                <a:latin typeface="+mn-lt"/>
              </a:rPr>
              <a:t>bibendum</a:t>
            </a:r>
            <a:r>
              <a:rPr lang="es-ES" altLang="en-US" sz="3600" dirty="0">
                <a:latin typeface="+mn-lt"/>
              </a:rPr>
              <a:t> </a:t>
            </a:r>
            <a:r>
              <a:rPr lang="es-ES" altLang="en-US" sz="3600" dirty="0" err="1">
                <a:latin typeface="+mn-lt"/>
              </a:rPr>
              <a:t>dui</a:t>
            </a:r>
            <a:r>
              <a:rPr lang="es-ES" altLang="en-US" sz="3600" dirty="0">
                <a:latin typeface="+mn-lt"/>
              </a:rPr>
              <a:t>.</a:t>
            </a:r>
            <a:endParaRPr lang="en-US" altLang="en-US" sz="3600" dirty="0">
              <a:latin typeface="+mn-lt"/>
            </a:endParaRPr>
          </a:p>
        </p:txBody>
      </p:sp>
      <p:sp>
        <p:nvSpPr>
          <p:cNvPr id="2" name="Rectangle 1">
            <a:extLst>
              <a:ext uri="{FF2B5EF4-FFF2-40B4-BE49-F238E27FC236}">
                <a16:creationId xmlns:a16="http://schemas.microsoft.com/office/drawing/2014/main" id="{0D0BD5F6-1CB3-46A6-9D58-D00FE1F32604}"/>
              </a:ext>
            </a:extLst>
          </p:cNvPr>
          <p:cNvSpPr>
            <a:spLocks noChangeArrowheads="1"/>
          </p:cNvSpPr>
          <p:nvPr/>
        </p:nvSpPr>
        <p:spPr bwMode="auto">
          <a:xfrm>
            <a:off x="1331913" y="3419475"/>
            <a:ext cx="28800425" cy="8120063"/>
          </a:xfrm>
          <a:prstGeom prst="rect">
            <a:avLst/>
          </a:prstGeom>
          <a:solidFill>
            <a:srgbClr val="253786"/>
          </a:solidFill>
          <a:ln w="9525">
            <a:solidFill>
              <a:schemeClr val="bg1"/>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n-GB" altLang="x-none">
              <a:solidFill>
                <a:srgbClr val="FFFFFF"/>
              </a:solidFill>
              <a:latin typeface="Arial" charset="0"/>
              <a:ea typeface="ＭＳ Ｐゴシック" charset="-128"/>
            </a:endParaRPr>
          </a:p>
        </p:txBody>
      </p:sp>
      <p:sp>
        <p:nvSpPr>
          <p:cNvPr id="2052" name="Text Box 274">
            <a:extLst>
              <a:ext uri="{FF2B5EF4-FFF2-40B4-BE49-F238E27FC236}">
                <a16:creationId xmlns:a16="http://schemas.microsoft.com/office/drawing/2014/main" id="{F17B7B8E-4567-4A42-AD0D-ABEC7820B230}"/>
              </a:ext>
            </a:extLst>
          </p:cNvPr>
          <p:cNvSpPr txBox="1">
            <a:spLocks noChangeArrowheads="1"/>
          </p:cNvSpPr>
          <p:nvPr/>
        </p:nvSpPr>
        <p:spPr bwMode="auto">
          <a:xfrm>
            <a:off x="2144713" y="4410075"/>
            <a:ext cx="20915312"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ct val="20000"/>
              </a:spcBef>
              <a:buChar char="•"/>
              <a:defRPr sz="14300">
                <a:solidFill>
                  <a:schemeClr val="tx1"/>
                </a:solidFill>
                <a:latin typeface="Arial" charset="0"/>
                <a:ea typeface="ＭＳ Ｐゴシック" pitchFamily="34" charset="-128"/>
              </a:defRPr>
            </a:lvl1pPr>
            <a:lvl2pPr marL="37931725" indent="-37474525" eaLnBrk="0" hangingPunct="0">
              <a:spcBef>
                <a:spcPct val="20000"/>
              </a:spcBef>
              <a:buChar char="–"/>
              <a:defRPr sz="12500">
                <a:solidFill>
                  <a:schemeClr val="tx1"/>
                </a:solidFill>
                <a:latin typeface="Arial" charset="0"/>
                <a:ea typeface="ＭＳ Ｐゴシック" pitchFamily="34" charset="-128"/>
              </a:defRPr>
            </a:lvl2pPr>
            <a:lvl3pPr marL="5105400" indent="-1020763" eaLnBrk="0" hangingPunct="0">
              <a:spcBef>
                <a:spcPct val="20000"/>
              </a:spcBef>
              <a:buChar char="•"/>
              <a:defRPr sz="10700">
                <a:solidFill>
                  <a:schemeClr val="tx1"/>
                </a:solidFill>
                <a:latin typeface="Arial" charset="0"/>
                <a:ea typeface="ＭＳ Ｐゴシック" pitchFamily="34" charset="-128"/>
              </a:defRPr>
            </a:lvl3pPr>
            <a:lvl4pPr marL="7146925" indent="-1020763" eaLnBrk="0" hangingPunct="0">
              <a:spcBef>
                <a:spcPct val="20000"/>
              </a:spcBef>
              <a:buChar char="–"/>
              <a:defRPr sz="8900">
                <a:solidFill>
                  <a:schemeClr val="tx1"/>
                </a:solidFill>
                <a:latin typeface="Arial" charset="0"/>
                <a:ea typeface="ＭＳ Ｐゴシック" pitchFamily="34" charset="-128"/>
              </a:defRPr>
            </a:lvl4pPr>
            <a:lvl5pPr marL="9188450" indent="-1020763" eaLnBrk="0" hangingPunct="0">
              <a:spcBef>
                <a:spcPct val="20000"/>
              </a:spcBef>
              <a:buChar char="»"/>
              <a:defRPr sz="8900">
                <a:solidFill>
                  <a:schemeClr val="tx1"/>
                </a:solidFill>
                <a:latin typeface="Arial" charset="0"/>
                <a:ea typeface="ＭＳ Ｐゴシック" pitchFamily="34"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9pPr>
          </a:lstStyle>
          <a:p>
            <a:pPr eaLnBrk="1" hangingPunct="1">
              <a:spcBef>
                <a:spcPct val="50000"/>
              </a:spcBef>
              <a:buFontTx/>
              <a:buNone/>
              <a:defRPr/>
            </a:pPr>
            <a:r>
              <a:rPr lang="es-ES" altLang="en-US" sz="9500" b="1" dirty="0" err="1">
                <a:solidFill>
                  <a:schemeClr val="bg1"/>
                </a:solidFill>
                <a:latin typeface="+mj-lt"/>
              </a:rPr>
              <a:t>Title</a:t>
            </a:r>
            <a:r>
              <a:rPr lang="es-ES" altLang="en-US" sz="9500" b="1" dirty="0">
                <a:solidFill>
                  <a:schemeClr val="bg1"/>
                </a:solidFill>
                <a:latin typeface="+mj-lt"/>
              </a:rPr>
              <a:t> of </a:t>
            </a:r>
            <a:r>
              <a:rPr lang="es-ES" altLang="en-US" sz="9500" b="1" dirty="0" err="1">
                <a:solidFill>
                  <a:schemeClr val="bg1"/>
                </a:solidFill>
                <a:latin typeface="+mj-lt"/>
              </a:rPr>
              <a:t>project</a:t>
            </a:r>
            <a:r>
              <a:rPr lang="es-ES" altLang="en-US" sz="9500" b="1" dirty="0">
                <a:solidFill>
                  <a:schemeClr val="bg1"/>
                </a:solidFill>
                <a:latin typeface="+mj-lt"/>
              </a:rPr>
              <a:t> </a:t>
            </a:r>
            <a:r>
              <a:rPr lang="es-ES" altLang="en-US" sz="9500" b="1" dirty="0" err="1">
                <a:solidFill>
                  <a:schemeClr val="bg1"/>
                </a:solidFill>
                <a:latin typeface="+mj-lt"/>
              </a:rPr>
              <a:t>will</a:t>
            </a:r>
            <a:r>
              <a:rPr lang="es-ES" altLang="en-US" sz="9500" b="1" dirty="0">
                <a:solidFill>
                  <a:schemeClr val="bg1"/>
                </a:solidFill>
                <a:latin typeface="+mj-lt"/>
              </a:rPr>
              <a:t> </a:t>
            </a:r>
            <a:r>
              <a:rPr lang="es-ES" altLang="en-US" sz="9500" b="1" dirty="0" err="1">
                <a:solidFill>
                  <a:schemeClr val="bg1"/>
                </a:solidFill>
                <a:latin typeface="+mj-lt"/>
              </a:rPr>
              <a:t>go</a:t>
            </a:r>
            <a:r>
              <a:rPr lang="es-ES" altLang="en-US" sz="9500" b="1" dirty="0">
                <a:solidFill>
                  <a:schemeClr val="bg1"/>
                </a:solidFill>
                <a:latin typeface="+mj-lt"/>
              </a:rPr>
              <a:t> </a:t>
            </a:r>
            <a:r>
              <a:rPr lang="es-ES" altLang="en-US" sz="9500" b="1" dirty="0" err="1">
                <a:solidFill>
                  <a:schemeClr val="bg1"/>
                </a:solidFill>
                <a:latin typeface="+mj-lt"/>
              </a:rPr>
              <a:t>here</a:t>
            </a:r>
            <a:r>
              <a:rPr lang="es-ES" altLang="en-US" sz="9500" b="1" dirty="0">
                <a:solidFill>
                  <a:schemeClr val="bg1"/>
                </a:solidFill>
                <a:latin typeface="+mj-lt"/>
              </a:rPr>
              <a:t>, </a:t>
            </a:r>
            <a:r>
              <a:rPr lang="es-ES" altLang="en-US" sz="9500" b="1" dirty="0" err="1">
                <a:solidFill>
                  <a:schemeClr val="bg1"/>
                </a:solidFill>
                <a:latin typeface="+mj-lt"/>
              </a:rPr>
              <a:t>font</a:t>
            </a:r>
            <a:r>
              <a:rPr lang="es-ES" altLang="en-US" sz="9500" b="1" dirty="0">
                <a:solidFill>
                  <a:schemeClr val="bg1"/>
                </a:solidFill>
                <a:latin typeface="+mj-lt"/>
              </a:rPr>
              <a:t> Arial Black  in </a:t>
            </a:r>
            <a:r>
              <a:rPr lang="es-ES" altLang="en-US" sz="9500" b="1" dirty="0" err="1">
                <a:solidFill>
                  <a:schemeClr val="bg1"/>
                </a:solidFill>
                <a:latin typeface="+mj-lt"/>
              </a:rPr>
              <a:t>size</a:t>
            </a:r>
            <a:r>
              <a:rPr lang="es-ES" altLang="en-US" sz="9500" b="1" dirty="0">
                <a:solidFill>
                  <a:schemeClr val="bg1"/>
                </a:solidFill>
                <a:latin typeface="+mj-lt"/>
              </a:rPr>
              <a:t> 95</a:t>
            </a:r>
            <a:endParaRPr lang="en-US" altLang="en-US" sz="9500" b="1" dirty="0">
              <a:solidFill>
                <a:schemeClr val="bg1"/>
              </a:solidFill>
              <a:latin typeface="+mj-lt"/>
            </a:endParaRPr>
          </a:p>
        </p:txBody>
      </p:sp>
      <p:sp>
        <p:nvSpPr>
          <p:cNvPr id="15375" name="Text Box 275">
            <a:extLst>
              <a:ext uri="{FF2B5EF4-FFF2-40B4-BE49-F238E27FC236}">
                <a16:creationId xmlns:a16="http://schemas.microsoft.com/office/drawing/2014/main" id="{A38E51B3-4F7F-43E9-A300-6FB2FB782A2D}"/>
              </a:ext>
            </a:extLst>
          </p:cNvPr>
          <p:cNvSpPr txBox="1">
            <a:spLocks noChangeArrowheads="1"/>
          </p:cNvSpPr>
          <p:nvPr/>
        </p:nvSpPr>
        <p:spPr bwMode="auto">
          <a:xfrm>
            <a:off x="2144713" y="7839075"/>
            <a:ext cx="19696112"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4800" b="1">
                <a:solidFill>
                  <a:schemeClr val="bg1"/>
                </a:solidFill>
              </a:rPr>
              <a:t>Names of Authors will go here in dark grey using the font Arial in size 48 and justified to the left</a:t>
            </a:r>
          </a:p>
          <a:p>
            <a:pPr eaLnBrk="1" hangingPunct="1">
              <a:spcBef>
                <a:spcPct val="50000"/>
              </a:spcBef>
              <a:buFontTx/>
              <a:buNone/>
            </a:pPr>
            <a:endParaRPr lang="en-US" altLang="en-US" sz="3200">
              <a:solidFill>
                <a:srgbClr val="595959"/>
              </a:solidFill>
              <a:latin typeface="Swiss 721 BT" charset="0"/>
            </a:endParaRPr>
          </a:p>
          <a:p>
            <a:pPr eaLnBrk="1" hangingPunct="1">
              <a:spcBef>
                <a:spcPct val="50000"/>
              </a:spcBef>
              <a:buFontTx/>
              <a:buNone/>
            </a:pPr>
            <a:endParaRPr lang="en-US" altLang="en-US" sz="3200">
              <a:solidFill>
                <a:srgbClr val="595959"/>
              </a:solidFill>
              <a:latin typeface="Swiss 721 BT" charset="0"/>
            </a:endParaRPr>
          </a:p>
        </p:txBody>
      </p:sp>
      <p:sp>
        <p:nvSpPr>
          <p:cNvPr id="2078" name="Text Box 275">
            <a:extLst>
              <a:ext uri="{FF2B5EF4-FFF2-40B4-BE49-F238E27FC236}">
                <a16:creationId xmlns:a16="http://schemas.microsoft.com/office/drawing/2014/main" id="{621BE83F-CA99-4411-B000-E648370F18B9}"/>
              </a:ext>
            </a:extLst>
          </p:cNvPr>
          <p:cNvSpPr txBox="1">
            <a:spLocks noChangeArrowheads="1"/>
          </p:cNvSpPr>
          <p:nvPr/>
        </p:nvSpPr>
        <p:spPr bwMode="auto">
          <a:xfrm>
            <a:off x="2173288" y="9493250"/>
            <a:ext cx="19696112"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ct val="20000"/>
              </a:spcBef>
              <a:buChar char="•"/>
              <a:defRPr sz="14300">
                <a:solidFill>
                  <a:schemeClr val="tx1"/>
                </a:solidFill>
                <a:latin typeface="Arial" charset="0"/>
                <a:ea typeface="ＭＳ Ｐゴシック" pitchFamily="34" charset="-128"/>
              </a:defRPr>
            </a:lvl1pPr>
            <a:lvl2pPr marL="37931725" indent="-37474525" eaLnBrk="0" hangingPunct="0">
              <a:spcBef>
                <a:spcPct val="20000"/>
              </a:spcBef>
              <a:buChar char="–"/>
              <a:defRPr sz="12500">
                <a:solidFill>
                  <a:schemeClr val="tx1"/>
                </a:solidFill>
                <a:latin typeface="Arial" charset="0"/>
                <a:ea typeface="ＭＳ Ｐゴシック" pitchFamily="34" charset="-128"/>
              </a:defRPr>
            </a:lvl2pPr>
            <a:lvl3pPr marL="5105400" indent="-1020763" eaLnBrk="0" hangingPunct="0">
              <a:spcBef>
                <a:spcPct val="20000"/>
              </a:spcBef>
              <a:buChar char="•"/>
              <a:defRPr sz="10700">
                <a:solidFill>
                  <a:schemeClr val="tx1"/>
                </a:solidFill>
                <a:latin typeface="Arial" charset="0"/>
                <a:ea typeface="ＭＳ Ｐゴシック" pitchFamily="34" charset="-128"/>
              </a:defRPr>
            </a:lvl3pPr>
            <a:lvl4pPr marL="7146925" indent="-1020763" eaLnBrk="0" hangingPunct="0">
              <a:spcBef>
                <a:spcPct val="20000"/>
              </a:spcBef>
              <a:buChar char="–"/>
              <a:defRPr sz="8900">
                <a:solidFill>
                  <a:schemeClr val="tx1"/>
                </a:solidFill>
                <a:latin typeface="Arial" charset="0"/>
                <a:ea typeface="ＭＳ Ｐゴシック" pitchFamily="34" charset="-128"/>
              </a:defRPr>
            </a:lvl4pPr>
            <a:lvl5pPr marL="9188450" indent="-1020763" eaLnBrk="0" hangingPunct="0">
              <a:spcBef>
                <a:spcPct val="20000"/>
              </a:spcBef>
              <a:buChar char="»"/>
              <a:defRPr sz="8900">
                <a:solidFill>
                  <a:schemeClr val="tx1"/>
                </a:solidFill>
                <a:latin typeface="Arial" charset="0"/>
                <a:ea typeface="ＭＳ Ｐゴシック" pitchFamily="34"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9pPr>
          </a:lstStyle>
          <a:p>
            <a:pPr eaLnBrk="1" hangingPunct="1">
              <a:spcBef>
                <a:spcPct val="50000"/>
              </a:spcBef>
              <a:buFontTx/>
              <a:buNone/>
              <a:defRPr/>
            </a:pPr>
            <a:r>
              <a:rPr lang="en-US" altLang="en-US" sz="3200" dirty="0">
                <a:solidFill>
                  <a:schemeClr val="bg1"/>
                </a:solidFill>
                <a:latin typeface="+mj-lt"/>
              </a:rPr>
              <a:t>Affiliation, departments/Groups</a:t>
            </a:r>
          </a:p>
          <a:p>
            <a:pPr eaLnBrk="1" hangingPunct="1">
              <a:spcBef>
                <a:spcPct val="50000"/>
              </a:spcBef>
              <a:buFontTx/>
              <a:buNone/>
              <a:defRPr/>
            </a:pPr>
            <a:r>
              <a:rPr lang="en-US" altLang="en-US" sz="3200" dirty="0">
                <a:solidFill>
                  <a:schemeClr val="bg1"/>
                </a:solidFill>
                <a:latin typeface="+mj-lt"/>
              </a:rPr>
              <a:t>Affiliation, departments/Groups</a:t>
            </a:r>
          </a:p>
          <a:p>
            <a:pPr eaLnBrk="1" hangingPunct="1">
              <a:spcBef>
                <a:spcPct val="50000"/>
              </a:spcBef>
              <a:buFontTx/>
              <a:buNone/>
              <a:defRPr/>
            </a:pPr>
            <a:endParaRPr lang="en-US" altLang="en-US" sz="3200" dirty="0">
              <a:solidFill>
                <a:srgbClr val="595959"/>
              </a:solidFill>
              <a:latin typeface="Swiss 721 BT" charset="0"/>
            </a:endParaRPr>
          </a:p>
          <a:p>
            <a:pPr eaLnBrk="1" hangingPunct="1">
              <a:spcBef>
                <a:spcPct val="50000"/>
              </a:spcBef>
              <a:buFontTx/>
              <a:buNone/>
              <a:defRPr/>
            </a:pPr>
            <a:endParaRPr lang="en-US" altLang="en-US" sz="3200" dirty="0">
              <a:solidFill>
                <a:srgbClr val="595959"/>
              </a:solidFill>
              <a:latin typeface="Swiss 721 BT" charset="0"/>
            </a:endParaRPr>
          </a:p>
        </p:txBody>
      </p:sp>
      <p:pic>
        <p:nvPicPr>
          <p:cNvPr id="15377" name="Picture 2">
            <a:extLst>
              <a:ext uri="{FF2B5EF4-FFF2-40B4-BE49-F238E27FC236}">
                <a16:creationId xmlns:a16="http://schemas.microsoft.com/office/drawing/2014/main" id="{0FA79FAC-0B39-41AF-9C32-A03844D3C2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1613" y="1187450"/>
            <a:ext cx="4033837" cy="116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Connector 3">
            <a:extLst>
              <a:ext uri="{FF2B5EF4-FFF2-40B4-BE49-F238E27FC236}">
                <a16:creationId xmlns:a16="http://schemas.microsoft.com/office/drawing/2014/main" id="{5A9CBA97-0B52-47CF-93F6-E41A398719E1}"/>
              </a:ext>
            </a:extLst>
          </p:cNvPr>
          <p:cNvCxnSpPr>
            <a:cxnSpLocks noChangeShapeType="1"/>
          </p:cNvCxnSpPr>
          <p:nvPr/>
        </p:nvCxnSpPr>
        <p:spPr bwMode="auto">
          <a:xfrm>
            <a:off x="2144713" y="4194175"/>
            <a:ext cx="26331862" cy="0"/>
          </a:xfrm>
          <a:prstGeom prst="line">
            <a:avLst/>
          </a:prstGeom>
          <a:noFill/>
          <a:ln w="76200">
            <a:solidFill>
              <a:schemeClr val="bg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5379" name="Picture 3">
            <a:extLst>
              <a:ext uri="{FF2B5EF4-FFF2-40B4-BE49-F238E27FC236}">
                <a16:creationId xmlns:a16="http://schemas.microsoft.com/office/drawing/2014/main" id="{C47AAB32-7BD6-4266-B7DD-0671810D86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93825" y="15109825"/>
            <a:ext cx="5686425"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a:extLst>
              <a:ext uri="{FF2B5EF4-FFF2-40B4-BE49-F238E27FC236}">
                <a16:creationId xmlns:a16="http://schemas.microsoft.com/office/drawing/2014/main" id="{5EC32B31-E036-4C59-99B2-B4506FD3F149}"/>
              </a:ext>
            </a:extLst>
          </p:cNvPr>
          <p:cNvCxnSpPr>
            <a:cxnSpLocks noChangeShapeType="1"/>
          </p:cNvCxnSpPr>
          <p:nvPr/>
        </p:nvCxnSpPr>
        <p:spPr bwMode="auto">
          <a:xfrm>
            <a:off x="1393825" y="16281400"/>
            <a:ext cx="13977938"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5381" name="Picture 3">
            <a:extLst>
              <a:ext uri="{FF2B5EF4-FFF2-40B4-BE49-F238E27FC236}">
                <a16:creationId xmlns:a16="http://schemas.microsoft.com/office/drawing/2014/main" id="{7E58A3DF-587D-4529-BDA4-7456DA8A1E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938500" y="15154275"/>
            <a:ext cx="4183063"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6" name="Straight Connector 55">
            <a:extLst>
              <a:ext uri="{FF2B5EF4-FFF2-40B4-BE49-F238E27FC236}">
                <a16:creationId xmlns:a16="http://schemas.microsoft.com/office/drawing/2014/main" id="{0FD5C28A-4E34-4E30-BA1E-2E6B0FC5DEC9}"/>
              </a:ext>
            </a:extLst>
          </p:cNvPr>
          <p:cNvCxnSpPr>
            <a:cxnSpLocks noChangeShapeType="1"/>
          </p:cNvCxnSpPr>
          <p:nvPr/>
        </p:nvCxnSpPr>
        <p:spPr bwMode="auto">
          <a:xfrm>
            <a:off x="15938500" y="16325850"/>
            <a:ext cx="13977938" cy="0"/>
          </a:xfrm>
          <a:prstGeom prst="line">
            <a:avLst/>
          </a:prstGeom>
          <a:noFill/>
          <a:ln w="25400">
            <a:solidFill>
              <a:srgbClr val="00509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5383" name="TextBox 48">
            <a:extLst>
              <a:ext uri="{FF2B5EF4-FFF2-40B4-BE49-F238E27FC236}">
                <a16:creationId xmlns:a16="http://schemas.microsoft.com/office/drawing/2014/main" id="{0A351903-28FA-4F0D-ABA5-4406A151D641}"/>
              </a:ext>
            </a:extLst>
          </p:cNvPr>
          <p:cNvSpPr txBox="1">
            <a:spLocks noChangeArrowheads="1"/>
          </p:cNvSpPr>
          <p:nvPr/>
        </p:nvSpPr>
        <p:spPr bwMode="auto">
          <a:xfrm>
            <a:off x="1617663" y="15252700"/>
            <a:ext cx="1356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BACKGROUND</a:t>
            </a:r>
          </a:p>
        </p:txBody>
      </p:sp>
      <p:sp>
        <p:nvSpPr>
          <p:cNvPr id="15384" name="TextBox 48">
            <a:extLst>
              <a:ext uri="{FF2B5EF4-FFF2-40B4-BE49-F238E27FC236}">
                <a16:creationId xmlns:a16="http://schemas.microsoft.com/office/drawing/2014/main" id="{C9CF58CB-CBCC-46DB-85FB-F012AB9D08EC}"/>
              </a:ext>
            </a:extLst>
          </p:cNvPr>
          <p:cNvSpPr txBox="1">
            <a:spLocks noChangeArrowheads="1"/>
          </p:cNvSpPr>
          <p:nvPr/>
        </p:nvSpPr>
        <p:spPr bwMode="auto">
          <a:xfrm>
            <a:off x="16235363" y="15325725"/>
            <a:ext cx="1356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RESULTS</a:t>
            </a:r>
          </a:p>
        </p:txBody>
      </p:sp>
      <p:sp>
        <p:nvSpPr>
          <p:cNvPr id="15385" name="Text Box 277">
            <a:extLst>
              <a:ext uri="{FF2B5EF4-FFF2-40B4-BE49-F238E27FC236}">
                <a16:creationId xmlns:a16="http://schemas.microsoft.com/office/drawing/2014/main" id="{3DEFCD18-C007-4EF8-BFED-40E8C9AD456F}"/>
              </a:ext>
            </a:extLst>
          </p:cNvPr>
          <p:cNvSpPr txBox="1">
            <a:spLocks noChangeArrowheads="1"/>
          </p:cNvSpPr>
          <p:nvPr/>
        </p:nvSpPr>
        <p:spPr bwMode="auto">
          <a:xfrm>
            <a:off x="23117175" y="27886025"/>
            <a:ext cx="64643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spcAft>
                <a:spcPts val="2400"/>
              </a:spcAft>
              <a:buFontTx/>
              <a:buNone/>
              <a:defRPr/>
            </a:pPr>
            <a:r>
              <a:rPr lang="en-US" altLang="en-US" sz="2400" dirty="0" err="1">
                <a:latin typeface="+mn-lt"/>
              </a:rPr>
              <a:t>Nullam</a:t>
            </a:r>
            <a:r>
              <a:rPr lang="en-US" altLang="en-US" sz="2400" dirty="0">
                <a:latin typeface="+mn-lt"/>
              </a:rPr>
              <a:t> in </a:t>
            </a:r>
            <a:r>
              <a:rPr lang="en-US" altLang="en-US" sz="2400" dirty="0" err="1">
                <a:latin typeface="+mn-lt"/>
              </a:rPr>
              <a:t>urna</a:t>
            </a:r>
            <a:r>
              <a:rPr lang="en-US" altLang="en-US" sz="2400" dirty="0">
                <a:latin typeface="+mn-lt"/>
              </a:rPr>
              <a:t> </a:t>
            </a:r>
            <a:r>
              <a:rPr lang="en-US" altLang="en-US" sz="2400" dirty="0" err="1">
                <a:latin typeface="+mn-lt"/>
              </a:rPr>
              <a:t>lacinia</a:t>
            </a:r>
            <a:r>
              <a:rPr lang="en-US" altLang="en-US" sz="2400" dirty="0">
                <a:latin typeface="+mn-lt"/>
              </a:rPr>
              <a:t> </a:t>
            </a:r>
            <a:r>
              <a:rPr lang="en-US" altLang="en-US" sz="2400" dirty="0" err="1">
                <a:latin typeface="+mn-lt"/>
              </a:rPr>
              <a:t>orci</a:t>
            </a:r>
            <a:r>
              <a:rPr lang="en-US" altLang="en-US" sz="2400" dirty="0">
                <a:latin typeface="+mn-lt"/>
              </a:rPr>
              <a:t> </a:t>
            </a:r>
            <a:r>
              <a:rPr lang="en-US" altLang="en-US" sz="2400" dirty="0" err="1">
                <a:latin typeface="+mn-lt"/>
              </a:rPr>
              <a:t>consequat</a:t>
            </a:r>
            <a:r>
              <a:rPr lang="en-US" altLang="en-US" sz="2400" dirty="0">
                <a:latin typeface="+mn-lt"/>
              </a:rPr>
              <a:t> dictum. Nam </a:t>
            </a:r>
            <a:r>
              <a:rPr lang="en-US" altLang="en-US" sz="2400" dirty="0" err="1">
                <a:latin typeface="+mn-lt"/>
              </a:rPr>
              <a:t>scelerisque</a:t>
            </a:r>
            <a:r>
              <a:rPr lang="en-US" altLang="en-US" sz="2400" dirty="0">
                <a:latin typeface="+mn-lt"/>
              </a:rPr>
              <a:t>, </a:t>
            </a:r>
            <a:r>
              <a:rPr lang="en-US" altLang="en-US" sz="2400" dirty="0" err="1">
                <a:latin typeface="+mn-lt"/>
              </a:rPr>
              <a:t>nisl</a:t>
            </a:r>
            <a:r>
              <a:rPr lang="en-US" altLang="en-US" sz="2400" dirty="0">
                <a:latin typeface="+mn-lt"/>
              </a:rPr>
              <a:t> in </a:t>
            </a:r>
            <a:r>
              <a:rPr lang="en-US" altLang="en-US" sz="2400" dirty="0" err="1">
                <a:latin typeface="+mn-lt"/>
              </a:rPr>
              <a:t>euismod</a:t>
            </a:r>
            <a:r>
              <a:rPr lang="en-US" altLang="en-US" sz="2400" dirty="0">
                <a:latin typeface="+mn-lt"/>
              </a:rPr>
              <a:t> </a:t>
            </a:r>
            <a:r>
              <a:rPr lang="en-US" altLang="en-US" sz="2400" dirty="0" err="1">
                <a:latin typeface="+mn-lt"/>
              </a:rPr>
              <a:t>eleifend</a:t>
            </a:r>
            <a:r>
              <a:rPr lang="en-US" altLang="en-US" sz="2400" dirty="0">
                <a:latin typeface="+mn-lt"/>
              </a:rPr>
              <a:t>, </a:t>
            </a:r>
            <a:r>
              <a:rPr lang="en-US" altLang="en-US" sz="2400" dirty="0" err="1">
                <a:latin typeface="+mn-lt"/>
              </a:rPr>
              <a:t>justo</a:t>
            </a:r>
            <a:r>
              <a:rPr lang="en-US" altLang="en-US" sz="2400" dirty="0">
                <a:latin typeface="+mn-lt"/>
              </a:rPr>
              <a:t> </a:t>
            </a:r>
            <a:r>
              <a:rPr lang="en-US" altLang="en-US" sz="2400" dirty="0" err="1">
                <a:latin typeface="+mn-lt"/>
              </a:rPr>
              <a:t>diam</a:t>
            </a:r>
            <a:r>
              <a:rPr lang="en-US" altLang="en-US" sz="2400" dirty="0">
                <a:latin typeface="+mn-lt"/>
              </a:rPr>
              <a:t> </a:t>
            </a:r>
            <a:r>
              <a:rPr lang="en-US" altLang="en-US" sz="2400" dirty="0" err="1">
                <a:latin typeface="+mn-lt"/>
              </a:rPr>
              <a:t>bibendum</a:t>
            </a:r>
            <a:r>
              <a:rPr lang="en-US" altLang="en-US" sz="2400" dirty="0">
                <a:latin typeface="+mn-lt"/>
              </a:rPr>
              <a:t> dui, </a:t>
            </a:r>
            <a:r>
              <a:rPr lang="en-US" altLang="en-US" sz="2400" dirty="0" err="1">
                <a:latin typeface="+mn-lt"/>
              </a:rPr>
              <a:t>sed</a:t>
            </a:r>
            <a:r>
              <a:rPr lang="en-US" altLang="en-US" sz="2400" dirty="0">
                <a:latin typeface="+mn-lt"/>
              </a:rPr>
              <a:t> </a:t>
            </a:r>
            <a:r>
              <a:rPr lang="en-US" altLang="en-US" sz="2400" dirty="0" err="1">
                <a:latin typeface="+mn-lt"/>
              </a:rPr>
              <a:t>congue</a:t>
            </a:r>
            <a:r>
              <a:rPr lang="en-US" altLang="en-US" sz="2400" dirty="0">
                <a:latin typeface="+mn-lt"/>
              </a:rPr>
              <a:t> </a:t>
            </a:r>
            <a:r>
              <a:rPr lang="en-US" altLang="en-US" sz="2400" dirty="0" err="1">
                <a:latin typeface="+mn-lt"/>
              </a:rPr>
              <a:t>diam</a:t>
            </a:r>
            <a:r>
              <a:rPr lang="en-US" altLang="en-US" sz="2400" dirty="0">
                <a:latin typeface="+mn-lt"/>
              </a:rPr>
              <a:t> </a:t>
            </a:r>
            <a:r>
              <a:rPr lang="en-US" altLang="en-US" sz="2400" dirty="0" err="1">
                <a:latin typeface="+mn-lt"/>
              </a:rPr>
              <a:t>enim</a:t>
            </a:r>
            <a:r>
              <a:rPr lang="en-US" altLang="en-US" sz="2400" dirty="0">
                <a:latin typeface="+mn-lt"/>
              </a:rPr>
              <a:t> sit </a:t>
            </a:r>
            <a:r>
              <a:rPr lang="en-US" altLang="en-US" sz="2400" dirty="0" err="1">
                <a:latin typeface="+mn-lt"/>
              </a:rPr>
              <a:t>amet</a:t>
            </a:r>
            <a:r>
              <a:rPr lang="en-US" altLang="en-US" sz="2400" dirty="0">
                <a:latin typeface="+mn-lt"/>
              </a:rPr>
              <a:t> </a:t>
            </a:r>
            <a:r>
              <a:rPr lang="en-US" altLang="en-US" sz="2400" dirty="0" err="1">
                <a:latin typeface="+mn-lt"/>
              </a:rPr>
              <a:t>turpis</a:t>
            </a:r>
            <a:r>
              <a:rPr lang="en-US" altLang="en-US" sz="2400" dirty="0">
                <a:latin typeface="+mn-lt"/>
              </a:rPr>
              <a:t>. </a:t>
            </a:r>
            <a:r>
              <a:rPr lang="en-US" altLang="en-US" sz="2400" dirty="0" err="1">
                <a:latin typeface="+mn-lt"/>
              </a:rPr>
              <a:t>Suspendisse</a:t>
            </a:r>
            <a:r>
              <a:rPr lang="en-US" altLang="en-US" sz="2400" dirty="0">
                <a:latin typeface="+mn-lt"/>
              </a:rPr>
              <a:t> </a:t>
            </a:r>
            <a:r>
              <a:rPr lang="en-US" altLang="en-US" sz="2400" dirty="0" err="1">
                <a:latin typeface="+mn-lt"/>
              </a:rPr>
              <a:t>rhoncus</a:t>
            </a:r>
            <a:r>
              <a:rPr lang="en-US" altLang="en-US" sz="2400" dirty="0">
                <a:latin typeface="+mn-lt"/>
              </a:rPr>
              <a:t> </a:t>
            </a:r>
            <a:r>
              <a:rPr lang="en-US" altLang="en-US" sz="2400" dirty="0" err="1">
                <a:latin typeface="+mn-lt"/>
              </a:rPr>
              <a:t>felis</a:t>
            </a:r>
            <a:r>
              <a:rPr lang="en-US" altLang="en-US" sz="2400" dirty="0">
                <a:latin typeface="+mn-lt"/>
              </a:rPr>
              <a:t> </a:t>
            </a:r>
            <a:r>
              <a:rPr lang="en-US" altLang="en-US" sz="2400" dirty="0" err="1">
                <a:latin typeface="+mn-lt"/>
              </a:rPr>
              <a:t>nec</a:t>
            </a:r>
            <a:r>
              <a:rPr lang="en-US" altLang="en-US" sz="2400" dirty="0">
                <a:latin typeface="+mn-lt"/>
              </a:rPr>
              <a:t> lacus </a:t>
            </a:r>
            <a:r>
              <a:rPr lang="en-US" altLang="en-US" sz="2400" dirty="0" err="1">
                <a:latin typeface="+mn-lt"/>
              </a:rPr>
              <a:t>blandit</a:t>
            </a:r>
            <a:r>
              <a:rPr lang="en-US" altLang="en-US" sz="2400" dirty="0">
                <a:latin typeface="+mn-lt"/>
              </a:rPr>
              <a:t> </a:t>
            </a:r>
            <a:r>
              <a:rPr lang="en-US" altLang="en-US" sz="2400" dirty="0" err="1">
                <a:latin typeface="+mn-lt"/>
              </a:rPr>
              <a:t>mollis</a:t>
            </a:r>
            <a:r>
              <a:rPr lang="en-US" altLang="en-US" sz="2400" dirty="0">
                <a:latin typeface="+mn-lt"/>
              </a:rPr>
              <a:t>. </a:t>
            </a:r>
            <a:r>
              <a:rPr lang="en-US" altLang="en-US" sz="2400" dirty="0" err="1">
                <a:latin typeface="+mn-lt"/>
              </a:rPr>
              <a:t>Pellentesque</a:t>
            </a:r>
            <a:r>
              <a:rPr lang="en-US" altLang="en-US" sz="2400" dirty="0">
                <a:latin typeface="+mn-lt"/>
              </a:rPr>
              <a:t> </a:t>
            </a:r>
            <a:r>
              <a:rPr lang="en-US" altLang="en-US" sz="2400" dirty="0" err="1">
                <a:latin typeface="+mn-lt"/>
              </a:rPr>
              <a:t>lectus</a:t>
            </a:r>
            <a:r>
              <a:rPr lang="en-US" altLang="en-US" sz="2400" dirty="0">
                <a:latin typeface="+mn-lt"/>
              </a:rPr>
              <a:t> </a:t>
            </a:r>
            <a:r>
              <a:rPr lang="en-US" altLang="en-US" sz="2400" dirty="0" err="1">
                <a:latin typeface="+mn-lt"/>
              </a:rPr>
              <a:t>est</a:t>
            </a:r>
            <a:r>
              <a:rPr lang="en-US" altLang="en-US" sz="2400" dirty="0">
                <a:latin typeface="+mn-lt"/>
              </a:rPr>
              <a:t>, </a:t>
            </a:r>
            <a:r>
              <a:rPr lang="en-US" altLang="en-US" sz="2400" dirty="0" err="1">
                <a:latin typeface="+mn-lt"/>
              </a:rPr>
              <a:t>accumsan</a:t>
            </a:r>
            <a:r>
              <a:rPr lang="en-US" altLang="en-US" sz="2400" dirty="0">
                <a:latin typeface="+mn-lt"/>
              </a:rPr>
              <a:t> ac </a:t>
            </a:r>
            <a:r>
              <a:rPr lang="en-US" altLang="en-US" sz="2400" dirty="0" err="1">
                <a:latin typeface="+mn-lt"/>
              </a:rPr>
              <a:t>pellentesque</a:t>
            </a:r>
            <a:r>
              <a:rPr lang="en-US" altLang="en-US" sz="2400" dirty="0">
                <a:latin typeface="+mn-lt"/>
              </a:rPr>
              <a:t> </a:t>
            </a:r>
            <a:r>
              <a:rPr lang="en-US" altLang="en-US" sz="2400" dirty="0" err="1">
                <a:latin typeface="+mn-lt"/>
              </a:rPr>
              <a:t>aliquam</a:t>
            </a:r>
            <a:r>
              <a:rPr lang="en-US" altLang="en-US" sz="2400" dirty="0">
                <a:latin typeface="+mn-lt"/>
              </a:rPr>
              <a:t>, </a:t>
            </a:r>
            <a:r>
              <a:rPr lang="en-US" altLang="en-US" sz="2400" dirty="0" err="1">
                <a:latin typeface="+mn-lt"/>
              </a:rPr>
              <a:t>bibendum</a:t>
            </a:r>
            <a:r>
              <a:rPr lang="en-US" altLang="en-US" sz="2400" dirty="0">
                <a:latin typeface="+mn-lt"/>
              </a:rPr>
              <a:t> </a:t>
            </a:r>
            <a:r>
              <a:rPr lang="en-US" altLang="en-US" sz="2400" dirty="0" err="1">
                <a:latin typeface="+mn-lt"/>
              </a:rPr>
              <a:t>quis</a:t>
            </a:r>
            <a:r>
              <a:rPr lang="en-US" altLang="en-US" sz="2400" dirty="0">
                <a:latin typeface="+mn-lt"/>
              </a:rPr>
              <a:t> </a:t>
            </a:r>
            <a:r>
              <a:rPr lang="en-US" altLang="en-US" sz="2400" dirty="0" err="1">
                <a:latin typeface="+mn-lt"/>
              </a:rPr>
              <a:t>metus</a:t>
            </a:r>
            <a:r>
              <a:rPr lang="en-US" altLang="en-US" sz="2400" dirty="0">
                <a:latin typeface="+mn-lt"/>
              </a:rPr>
              <a:t>. Nunc </a:t>
            </a:r>
            <a:r>
              <a:rPr lang="en-US" altLang="en-US" sz="2400" dirty="0" err="1">
                <a:latin typeface="+mn-lt"/>
              </a:rPr>
              <a:t>interdum</a:t>
            </a:r>
            <a:r>
              <a:rPr lang="en-US" altLang="en-US" sz="2400" dirty="0">
                <a:latin typeface="+mn-lt"/>
              </a:rPr>
              <a:t> </a:t>
            </a:r>
            <a:r>
              <a:rPr lang="en-US" altLang="en-US" sz="2400" dirty="0" err="1">
                <a:latin typeface="+mn-lt"/>
              </a:rPr>
              <a:t>laoreet</a:t>
            </a:r>
            <a:r>
              <a:rPr lang="en-US" altLang="en-US" sz="2400" dirty="0">
                <a:latin typeface="+mn-lt"/>
              </a:rPr>
              <a:t> </a:t>
            </a:r>
            <a:r>
              <a:rPr lang="en-US" altLang="en-US" sz="2400" dirty="0" err="1">
                <a:latin typeface="+mn-lt"/>
              </a:rPr>
              <a:t>odio</a:t>
            </a:r>
            <a:r>
              <a:rPr lang="en-US" altLang="en-US" sz="2400" dirty="0">
                <a:latin typeface="+mn-lt"/>
              </a:rPr>
              <a:t>, </a:t>
            </a:r>
            <a:r>
              <a:rPr lang="en-US" altLang="en-US" sz="2400" dirty="0" err="1">
                <a:latin typeface="+mn-lt"/>
              </a:rPr>
              <a:t>eu</a:t>
            </a:r>
            <a:r>
              <a:rPr lang="en-US" altLang="en-US" sz="2400" dirty="0">
                <a:latin typeface="+mn-lt"/>
              </a:rPr>
              <a:t> </a:t>
            </a:r>
            <a:r>
              <a:rPr lang="en-US" altLang="en-US" sz="2400" dirty="0" err="1">
                <a:latin typeface="+mn-lt"/>
              </a:rPr>
              <a:t>feugiat</a:t>
            </a:r>
            <a:r>
              <a:rPr lang="en-US" altLang="en-US" sz="2400" dirty="0">
                <a:latin typeface="+mn-lt"/>
              </a:rPr>
              <a:t> </a:t>
            </a:r>
            <a:r>
              <a:rPr lang="en-US" altLang="en-US" sz="2400" dirty="0" err="1">
                <a:latin typeface="+mn-lt"/>
              </a:rPr>
              <a:t>velit</a:t>
            </a:r>
            <a:r>
              <a:rPr lang="en-US" altLang="en-US" sz="2400" dirty="0">
                <a:latin typeface="+mn-lt"/>
              </a:rPr>
              <a:t> </a:t>
            </a:r>
            <a:r>
              <a:rPr lang="en-US" altLang="en-US" sz="2400" dirty="0" err="1">
                <a:latin typeface="+mn-lt"/>
              </a:rPr>
              <a:t>feugiat</a:t>
            </a:r>
            <a:r>
              <a:rPr lang="en-US" altLang="en-US" sz="2400" dirty="0">
                <a:latin typeface="+mn-lt"/>
              </a:rPr>
              <a:t> </a:t>
            </a:r>
            <a:r>
              <a:rPr lang="en-US" altLang="en-US" sz="2400" dirty="0" err="1">
                <a:latin typeface="+mn-lt"/>
              </a:rPr>
              <a:t>sodales</a:t>
            </a:r>
            <a:r>
              <a:rPr lang="en-US" altLang="en-US" sz="2400" dirty="0">
                <a:latin typeface="+mn-lt"/>
              </a:rPr>
              <a:t>. </a:t>
            </a:r>
            <a:r>
              <a:rPr lang="en-US" altLang="en-US" sz="2400" dirty="0" err="1">
                <a:latin typeface="+mn-lt"/>
              </a:rPr>
              <a:t>Sed</a:t>
            </a:r>
            <a:r>
              <a:rPr lang="en-US" altLang="en-US" sz="2400" dirty="0">
                <a:latin typeface="+mn-lt"/>
              </a:rPr>
              <a:t> </a:t>
            </a:r>
            <a:r>
              <a:rPr lang="en-US" altLang="en-US" sz="2400" dirty="0" err="1">
                <a:latin typeface="+mn-lt"/>
              </a:rPr>
              <a:t>suscipit</a:t>
            </a:r>
            <a:r>
              <a:rPr lang="en-US" altLang="en-US" sz="2400" dirty="0">
                <a:latin typeface="+mn-lt"/>
              </a:rPr>
              <a:t> </a:t>
            </a:r>
            <a:r>
              <a:rPr lang="en-US" altLang="en-US" sz="2400" dirty="0" err="1">
                <a:latin typeface="+mn-lt"/>
              </a:rPr>
              <a:t>neque</a:t>
            </a:r>
            <a:r>
              <a:rPr lang="en-US" altLang="en-US" sz="2400" dirty="0">
                <a:latin typeface="+mn-lt"/>
              </a:rPr>
              <a:t> id dui </a:t>
            </a:r>
            <a:r>
              <a:rPr lang="en-US" altLang="en-US" sz="2400" dirty="0" err="1">
                <a:latin typeface="+mn-lt"/>
              </a:rPr>
              <a:t>dapibus</a:t>
            </a:r>
            <a:r>
              <a:rPr lang="en-US" altLang="en-US" sz="2400" dirty="0">
                <a:latin typeface="+mn-lt"/>
              </a:rPr>
              <a:t> non </a:t>
            </a:r>
            <a:r>
              <a:rPr lang="en-US" altLang="en-US" sz="2400" dirty="0" err="1">
                <a:latin typeface="+mn-lt"/>
              </a:rPr>
              <a:t>facilisis</a:t>
            </a:r>
            <a:r>
              <a:rPr lang="en-US" altLang="en-US" sz="2400" dirty="0">
                <a:latin typeface="+mn-lt"/>
              </a:rPr>
              <a:t> </a:t>
            </a:r>
            <a:r>
              <a:rPr lang="en-US" altLang="en-US" sz="2400" dirty="0" err="1">
                <a:latin typeface="+mn-lt"/>
              </a:rPr>
              <a:t>elit</a:t>
            </a:r>
            <a:r>
              <a:rPr lang="en-US" altLang="en-US" sz="2400" dirty="0">
                <a:latin typeface="+mn-lt"/>
              </a:rPr>
              <a:t> </a:t>
            </a:r>
            <a:r>
              <a:rPr lang="en-US" altLang="en-US" sz="2400" dirty="0" err="1">
                <a:latin typeface="+mn-lt"/>
              </a:rPr>
              <a:t>ultrices</a:t>
            </a:r>
            <a:r>
              <a:rPr lang="en-US" altLang="en-US" sz="2400" dirty="0">
                <a:latin typeface="+mn-lt"/>
              </a:rPr>
              <a:t>. </a:t>
            </a:r>
          </a:p>
        </p:txBody>
      </p:sp>
      <p:pic>
        <p:nvPicPr>
          <p:cNvPr id="15386" name="Picture 3">
            <a:extLst>
              <a:ext uri="{FF2B5EF4-FFF2-40B4-BE49-F238E27FC236}">
                <a16:creationId xmlns:a16="http://schemas.microsoft.com/office/drawing/2014/main" id="{43E157C0-66AC-491F-9AC7-3340996055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19463" y="32078613"/>
            <a:ext cx="5472112"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1" name="Straight Connector 60">
            <a:extLst>
              <a:ext uri="{FF2B5EF4-FFF2-40B4-BE49-F238E27FC236}">
                <a16:creationId xmlns:a16="http://schemas.microsoft.com/office/drawing/2014/main" id="{834C9160-5CA0-4725-A53E-BB6CE1561A45}"/>
              </a:ext>
            </a:extLst>
          </p:cNvPr>
          <p:cNvCxnSpPr>
            <a:cxnSpLocks noChangeShapeType="1"/>
          </p:cNvCxnSpPr>
          <p:nvPr/>
        </p:nvCxnSpPr>
        <p:spPr bwMode="auto">
          <a:xfrm>
            <a:off x="16019463" y="33245425"/>
            <a:ext cx="13687425"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5388" name="TextBox 48">
            <a:extLst>
              <a:ext uri="{FF2B5EF4-FFF2-40B4-BE49-F238E27FC236}">
                <a16:creationId xmlns:a16="http://schemas.microsoft.com/office/drawing/2014/main" id="{420FF20A-0EAA-4568-83C6-82919B10758D}"/>
              </a:ext>
            </a:extLst>
          </p:cNvPr>
          <p:cNvSpPr txBox="1">
            <a:spLocks noChangeArrowheads="1"/>
          </p:cNvSpPr>
          <p:nvPr/>
        </p:nvSpPr>
        <p:spPr bwMode="auto">
          <a:xfrm>
            <a:off x="16316325" y="32250063"/>
            <a:ext cx="4842002"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REFERENCES</a:t>
            </a:r>
          </a:p>
        </p:txBody>
      </p:sp>
      <p:pic>
        <p:nvPicPr>
          <p:cNvPr id="15389" name="Picture 3">
            <a:extLst>
              <a:ext uri="{FF2B5EF4-FFF2-40B4-BE49-F238E27FC236}">
                <a16:creationId xmlns:a16="http://schemas.microsoft.com/office/drawing/2014/main" id="{ADE426B6-FC5E-4450-86FC-26288958D5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16288" y="37360225"/>
            <a:ext cx="8212137"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390" name="TextBox 68">
            <a:extLst>
              <a:ext uri="{FF2B5EF4-FFF2-40B4-BE49-F238E27FC236}">
                <a16:creationId xmlns:a16="http://schemas.microsoft.com/office/drawing/2014/main" id="{0841FDE2-562C-47D0-A700-C4000A0B196C}"/>
              </a:ext>
            </a:extLst>
          </p:cNvPr>
          <p:cNvSpPr txBox="1">
            <a:spLocks noChangeArrowheads="1"/>
          </p:cNvSpPr>
          <p:nvPr/>
        </p:nvSpPr>
        <p:spPr bwMode="auto">
          <a:xfrm>
            <a:off x="16219488" y="37515800"/>
            <a:ext cx="1356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ACKNOWLEDGMENTS</a:t>
            </a:r>
          </a:p>
        </p:txBody>
      </p:sp>
      <p:pic>
        <p:nvPicPr>
          <p:cNvPr id="15391" name="Picture 3">
            <a:extLst>
              <a:ext uri="{FF2B5EF4-FFF2-40B4-BE49-F238E27FC236}">
                <a16:creationId xmlns:a16="http://schemas.microsoft.com/office/drawing/2014/main" id="{71911F5F-B5A4-4F18-A876-2D4B66B9450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2675" y="33231138"/>
            <a:ext cx="5995988"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9" name="Straight Connector 68">
            <a:extLst>
              <a:ext uri="{FF2B5EF4-FFF2-40B4-BE49-F238E27FC236}">
                <a16:creationId xmlns:a16="http://schemas.microsoft.com/office/drawing/2014/main" id="{637D63E6-470A-4086-B891-565429913A63}"/>
              </a:ext>
            </a:extLst>
          </p:cNvPr>
          <p:cNvCxnSpPr>
            <a:cxnSpLocks noChangeShapeType="1"/>
          </p:cNvCxnSpPr>
          <p:nvPr/>
        </p:nvCxnSpPr>
        <p:spPr bwMode="auto">
          <a:xfrm>
            <a:off x="1082675" y="34402713"/>
            <a:ext cx="13977938"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5393" name="TextBox 64">
            <a:extLst>
              <a:ext uri="{FF2B5EF4-FFF2-40B4-BE49-F238E27FC236}">
                <a16:creationId xmlns:a16="http://schemas.microsoft.com/office/drawing/2014/main" id="{FD1CD542-7E95-45CA-ABCD-F3EF1CC86FA4}"/>
              </a:ext>
            </a:extLst>
          </p:cNvPr>
          <p:cNvSpPr txBox="1">
            <a:spLocks noChangeArrowheads="1"/>
          </p:cNvSpPr>
          <p:nvPr/>
        </p:nvSpPr>
        <p:spPr bwMode="auto">
          <a:xfrm>
            <a:off x="1296988" y="33385125"/>
            <a:ext cx="135636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CONCLUSIONS</a:t>
            </a:r>
          </a:p>
        </p:txBody>
      </p:sp>
      <p:sp>
        <p:nvSpPr>
          <p:cNvPr id="15394" name="Rectangle 12">
            <a:extLst>
              <a:ext uri="{FF2B5EF4-FFF2-40B4-BE49-F238E27FC236}">
                <a16:creationId xmlns:a16="http://schemas.microsoft.com/office/drawing/2014/main" id="{890160E8-DCED-46B3-9AB3-ED18A0A8FF81}"/>
              </a:ext>
            </a:extLst>
          </p:cNvPr>
          <p:cNvSpPr>
            <a:spLocks noChangeArrowheads="1"/>
          </p:cNvSpPr>
          <p:nvPr/>
        </p:nvSpPr>
        <p:spPr bwMode="auto">
          <a:xfrm>
            <a:off x="10282238" y="42673588"/>
            <a:ext cx="10055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GB" altLang="en-US"/>
              <a:t>ICFO · The Institute of Photonic Sciences | Av. Carl Friedrich Gauss, 3· Castelldefels · Barcelona</a:t>
            </a:r>
          </a:p>
        </p:txBody>
      </p:sp>
      <p:cxnSp>
        <p:nvCxnSpPr>
          <p:cNvPr id="49" name="Straight Connector 68">
            <a:extLst>
              <a:ext uri="{FF2B5EF4-FFF2-40B4-BE49-F238E27FC236}">
                <a16:creationId xmlns:a16="http://schemas.microsoft.com/office/drawing/2014/main" id="{03ADF5CF-41FC-4CE2-91AE-6C2D602D4177}"/>
              </a:ext>
            </a:extLst>
          </p:cNvPr>
          <p:cNvCxnSpPr>
            <a:cxnSpLocks noChangeShapeType="1"/>
          </p:cNvCxnSpPr>
          <p:nvPr/>
        </p:nvCxnSpPr>
        <p:spPr bwMode="auto">
          <a:xfrm>
            <a:off x="16016288" y="38531800"/>
            <a:ext cx="14260512"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nvGrpSpPr>
          <p:cNvPr id="12" name="Grupo 11">
            <a:extLst>
              <a:ext uri="{FF2B5EF4-FFF2-40B4-BE49-F238E27FC236}">
                <a16:creationId xmlns:a16="http://schemas.microsoft.com/office/drawing/2014/main" id="{D0BA3BFB-15C3-304D-B9D0-6811B85531CF}"/>
              </a:ext>
            </a:extLst>
          </p:cNvPr>
          <p:cNvGrpSpPr/>
          <p:nvPr/>
        </p:nvGrpSpPr>
        <p:grpSpPr>
          <a:xfrm>
            <a:off x="681038" y="40503475"/>
            <a:ext cx="11248762" cy="1673031"/>
            <a:chOff x="681038" y="40503475"/>
            <a:chExt cx="11248762" cy="1673031"/>
          </a:xfrm>
        </p:grpSpPr>
        <p:pic>
          <p:nvPicPr>
            <p:cNvPr id="15396" name="Imagen 59">
              <a:extLst>
                <a:ext uri="{FF2B5EF4-FFF2-40B4-BE49-F238E27FC236}">
                  <a16:creationId xmlns:a16="http://schemas.microsoft.com/office/drawing/2014/main" id="{3B3B50B6-5C5A-4A43-99AD-4A975CF35906}"/>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58441" y="41093419"/>
              <a:ext cx="2645558" cy="89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97" name="Imagen 60">
              <a:extLst>
                <a:ext uri="{FF2B5EF4-FFF2-40B4-BE49-F238E27FC236}">
                  <a16:creationId xmlns:a16="http://schemas.microsoft.com/office/drawing/2014/main" id="{9601AA25-AB51-4D87-9123-60A29B76DB1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3412299" y="41126368"/>
              <a:ext cx="3285437" cy="105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98" name="Imagen 61">
              <a:extLst>
                <a:ext uri="{FF2B5EF4-FFF2-40B4-BE49-F238E27FC236}">
                  <a16:creationId xmlns:a16="http://schemas.microsoft.com/office/drawing/2014/main" id="{ED500D54-F326-45BE-84FF-7BA50B85EEF3}"/>
                </a:ext>
              </a:extLst>
            </p:cNvPr>
            <p:cNvPicPr>
              <a:picLocks noChangeAspect="1"/>
            </p:cNvPicPr>
            <p:nvPr/>
          </p:nvPicPr>
          <p:blipFill>
            <a:blip r:embed="rId10">
              <a:extLst>
                <a:ext uri="{28A0092B-C50C-407E-A947-70E740481C1C}">
                  <a14:useLocalDpi xmlns:a14="http://schemas.microsoft.com/office/drawing/2010/main" val="0"/>
                </a:ext>
              </a:extLst>
            </a:blip>
            <a:srcRect t="21899" b="22447"/>
            <a:stretch>
              <a:fillRect/>
            </a:stretch>
          </p:blipFill>
          <p:spPr bwMode="auto">
            <a:xfrm>
              <a:off x="6818600" y="41166449"/>
              <a:ext cx="2145713" cy="863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99" name="Imagen 62">
              <a:extLst>
                <a:ext uri="{FF2B5EF4-FFF2-40B4-BE49-F238E27FC236}">
                  <a16:creationId xmlns:a16="http://schemas.microsoft.com/office/drawing/2014/main" id="{C17F1A64-95B7-42C7-9B82-D331549E8FDC}"/>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9122800" y="41128732"/>
              <a:ext cx="2693400" cy="869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00" name="CuadroTexto 63">
              <a:extLst>
                <a:ext uri="{FF2B5EF4-FFF2-40B4-BE49-F238E27FC236}">
                  <a16:creationId xmlns:a16="http://schemas.microsoft.com/office/drawing/2014/main" id="{65B0C6EA-38EB-4F0A-9F69-48F3507E90F5}"/>
                </a:ext>
              </a:extLst>
            </p:cNvPr>
            <p:cNvSpPr txBox="1">
              <a:spLocks noChangeArrowheads="1"/>
            </p:cNvSpPr>
            <p:nvPr/>
          </p:nvSpPr>
          <p:spPr bwMode="auto">
            <a:xfrm>
              <a:off x="681038" y="40503475"/>
              <a:ext cx="1455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altLang="es-ES" sz="2400" dirty="0" err="1">
                  <a:solidFill>
                    <a:srgbClr val="253786"/>
                  </a:solidFill>
                </a:rPr>
                <a:t>Trustees</a:t>
              </a:r>
              <a:r>
                <a:rPr lang="es-ES_tradnl" altLang="es-ES" sz="2400" dirty="0">
                  <a:solidFill>
                    <a:srgbClr val="253786"/>
                  </a:solidFill>
                </a:rPr>
                <a:t>:</a:t>
              </a:r>
            </a:p>
          </p:txBody>
        </p:sp>
        <p:cxnSp>
          <p:nvCxnSpPr>
            <p:cNvPr id="71" name="Straight Connector 68">
              <a:extLst>
                <a:ext uri="{FF2B5EF4-FFF2-40B4-BE49-F238E27FC236}">
                  <a16:creationId xmlns:a16="http://schemas.microsoft.com/office/drawing/2014/main" id="{6006AC95-8CA4-4D5E-85DD-83A7810D1A37}"/>
                </a:ext>
              </a:extLst>
            </p:cNvPr>
            <p:cNvCxnSpPr>
              <a:cxnSpLocks noChangeShapeType="1"/>
            </p:cNvCxnSpPr>
            <p:nvPr/>
          </p:nvCxnSpPr>
          <p:spPr bwMode="auto">
            <a:xfrm>
              <a:off x="765776" y="40969219"/>
              <a:ext cx="11164024" cy="22831"/>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sp>
        <p:nvSpPr>
          <p:cNvPr id="15405" name="CuadroTexto 73">
            <a:extLst>
              <a:ext uri="{FF2B5EF4-FFF2-40B4-BE49-F238E27FC236}">
                <a16:creationId xmlns:a16="http://schemas.microsoft.com/office/drawing/2014/main" id="{0D132F17-C162-4F70-BB84-8A435F2C8656}"/>
              </a:ext>
            </a:extLst>
          </p:cNvPr>
          <p:cNvSpPr txBox="1">
            <a:spLocks noChangeArrowheads="1"/>
          </p:cNvSpPr>
          <p:nvPr/>
        </p:nvSpPr>
        <p:spPr bwMode="auto">
          <a:xfrm>
            <a:off x="15415850" y="40503374"/>
            <a:ext cx="17414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altLang="es-ES" sz="2400" dirty="0" err="1">
                <a:solidFill>
                  <a:srgbClr val="253786"/>
                </a:solidFill>
              </a:rPr>
              <a:t>Member</a:t>
            </a:r>
            <a:r>
              <a:rPr lang="es-ES_tradnl" altLang="es-ES" sz="2400" dirty="0">
                <a:solidFill>
                  <a:srgbClr val="253786"/>
                </a:solidFill>
              </a:rPr>
              <a:t> of:</a:t>
            </a:r>
          </a:p>
        </p:txBody>
      </p:sp>
      <p:pic>
        <p:nvPicPr>
          <p:cNvPr id="15406" name="Imagen 75">
            <a:extLst>
              <a:ext uri="{FF2B5EF4-FFF2-40B4-BE49-F238E27FC236}">
                <a16:creationId xmlns:a16="http://schemas.microsoft.com/office/drawing/2014/main" id="{2CDA0972-1656-4389-91C1-9BB69A7F4702}"/>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15482524" y="41125703"/>
            <a:ext cx="2606159" cy="80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0" name="Straight Connector 68">
            <a:extLst>
              <a:ext uri="{FF2B5EF4-FFF2-40B4-BE49-F238E27FC236}">
                <a16:creationId xmlns:a16="http://schemas.microsoft.com/office/drawing/2014/main" id="{EC196197-2880-4725-AC30-0850717BBD9E}"/>
              </a:ext>
            </a:extLst>
          </p:cNvPr>
          <p:cNvCxnSpPr>
            <a:cxnSpLocks noChangeShapeType="1"/>
          </p:cNvCxnSpPr>
          <p:nvPr/>
        </p:nvCxnSpPr>
        <p:spPr bwMode="auto">
          <a:xfrm flipV="1">
            <a:off x="15482525" y="40946287"/>
            <a:ext cx="2859993" cy="1"/>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9" name="CuadroTexto 73">
            <a:extLst>
              <a:ext uri="{FF2B5EF4-FFF2-40B4-BE49-F238E27FC236}">
                <a16:creationId xmlns:a16="http://schemas.microsoft.com/office/drawing/2014/main" id="{188FB67D-88B1-43A9-AB11-81782B07AC61}"/>
              </a:ext>
            </a:extLst>
          </p:cNvPr>
          <p:cNvSpPr txBox="1">
            <a:spLocks noChangeArrowheads="1"/>
          </p:cNvSpPr>
          <p:nvPr/>
        </p:nvSpPr>
        <p:spPr bwMode="auto">
          <a:xfrm>
            <a:off x="12297939" y="40549138"/>
            <a:ext cx="29513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r>
              <a:rPr lang="es-ES_tradnl" altLang="es-ES" sz="2400" dirty="0">
                <a:solidFill>
                  <a:srgbClr val="253786"/>
                </a:solidFill>
                <a:latin typeface="Arial"/>
                <a:ea typeface="ＭＳ Ｐゴシック"/>
                <a:cs typeface="Arial"/>
              </a:rPr>
              <a:t>CERCA Centre:</a:t>
            </a:r>
            <a:endParaRPr lang="es-ES_tradnl" altLang="es-ES" sz="2400" dirty="0">
              <a:solidFill>
                <a:srgbClr val="253786"/>
              </a:solidFill>
              <a:cs typeface="Arial"/>
            </a:endParaRPr>
          </a:p>
        </p:txBody>
      </p:sp>
      <p:cxnSp>
        <p:nvCxnSpPr>
          <p:cNvPr id="20" name="Straight Connector 68">
            <a:extLst>
              <a:ext uri="{FF2B5EF4-FFF2-40B4-BE49-F238E27FC236}">
                <a16:creationId xmlns:a16="http://schemas.microsoft.com/office/drawing/2014/main" id="{F6103286-FD36-469A-86E1-BECE6E8714A9}"/>
              </a:ext>
            </a:extLst>
          </p:cNvPr>
          <p:cNvCxnSpPr>
            <a:cxnSpLocks noChangeShapeType="1"/>
          </p:cNvCxnSpPr>
          <p:nvPr/>
        </p:nvCxnSpPr>
        <p:spPr bwMode="auto">
          <a:xfrm>
            <a:off x="12455907" y="40969230"/>
            <a:ext cx="2445199"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nvGrpSpPr>
          <p:cNvPr id="7" name="Grupo 6">
            <a:extLst>
              <a:ext uri="{FF2B5EF4-FFF2-40B4-BE49-F238E27FC236}">
                <a16:creationId xmlns:a16="http://schemas.microsoft.com/office/drawing/2014/main" id="{EC649226-9717-7A46-BB11-F5D60D3B97F6}"/>
              </a:ext>
            </a:extLst>
          </p:cNvPr>
          <p:cNvGrpSpPr/>
          <p:nvPr/>
        </p:nvGrpSpPr>
        <p:grpSpPr>
          <a:xfrm>
            <a:off x="18971468" y="40408534"/>
            <a:ext cx="11593288" cy="1682441"/>
            <a:chOff x="18971468" y="40408534"/>
            <a:chExt cx="11593288" cy="1682441"/>
          </a:xfrm>
        </p:grpSpPr>
        <p:pic>
          <p:nvPicPr>
            <p:cNvPr id="11" name="Imagen 8" descr="Imagen que contiene Forma&#10;&#10;Descripción generada automáticamente">
              <a:extLst>
                <a:ext uri="{FF2B5EF4-FFF2-40B4-BE49-F238E27FC236}">
                  <a16:creationId xmlns:a16="http://schemas.microsoft.com/office/drawing/2014/main" id="{01E5448D-BF29-46EC-B082-3FFCB75CDB95}"/>
                </a:ext>
              </a:extLst>
            </p:cNvPr>
            <p:cNvPicPr>
              <a:picLocks noChangeAspect="1"/>
            </p:cNvPicPr>
            <p:nvPr/>
          </p:nvPicPr>
          <p:blipFill>
            <a:blip r:embed="rId13"/>
            <a:stretch>
              <a:fillRect/>
            </a:stretch>
          </p:blipFill>
          <p:spPr>
            <a:xfrm>
              <a:off x="18992284" y="41081587"/>
              <a:ext cx="2166043" cy="1009388"/>
            </a:xfrm>
            <a:prstGeom prst="rect">
              <a:avLst/>
            </a:prstGeom>
          </p:spPr>
        </p:pic>
        <p:pic>
          <p:nvPicPr>
            <p:cNvPr id="15410" name="Imagen 67">
              <a:extLst>
                <a:ext uri="{FF2B5EF4-FFF2-40B4-BE49-F238E27FC236}">
                  <a16:creationId xmlns:a16="http://schemas.microsoft.com/office/drawing/2014/main" id="{0E4CA465-8D22-4783-9130-E398D6AB0DF7}"/>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4660100" y="41110599"/>
              <a:ext cx="995362"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2" name="Imagen 69">
              <a:extLst>
                <a:ext uri="{FF2B5EF4-FFF2-40B4-BE49-F238E27FC236}">
                  <a16:creationId xmlns:a16="http://schemas.microsoft.com/office/drawing/2014/main" id="{EBE2B67A-81E8-407C-9D6F-6C623061AB1B}"/>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26028252" y="41118319"/>
              <a:ext cx="172720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6" name="Straight Connector 68">
              <a:extLst>
                <a:ext uri="{FF2B5EF4-FFF2-40B4-BE49-F238E27FC236}">
                  <a16:creationId xmlns:a16="http://schemas.microsoft.com/office/drawing/2014/main" id="{E936842A-80FF-4407-9A8C-A4581562422F}"/>
                </a:ext>
              </a:extLst>
            </p:cNvPr>
            <p:cNvCxnSpPr>
              <a:cxnSpLocks noChangeShapeType="1"/>
            </p:cNvCxnSpPr>
            <p:nvPr/>
          </p:nvCxnSpPr>
          <p:spPr bwMode="auto">
            <a:xfrm flipV="1">
              <a:off x="18992284" y="40870498"/>
              <a:ext cx="11572472" cy="75789"/>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5404" name="CuadroTexto 72">
              <a:extLst>
                <a:ext uri="{FF2B5EF4-FFF2-40B4-BE49-F238E27FC236}">
                  <a16:creationId xmlns:a16="http://schemas.microsoft.com/office/drawing/2014/main" id="{CBA90707-78CC-4706-AE45-1DD4E0E7922E}"/>
                </a:ext>
              </a:extLst>
            </p:cNvPr>
            <p:cNvSpPr txBox="1">
              <a:spLocks noChangeArrowheads="1"/>
            </p:cNvSpPr>
            <p:nvPr/>
          </p:nvSpPr>
          <p:spPr bwMode="auto">
            <a:xfrm>
              <a:off x="18971468" y="40408534"/>
              <a:ext cx="2101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altLang="es-ES" sz="2400" dirty="0" err="1">
                  <a:solidFill>
                    <a:srgbClr val="253786"/>
                  </a:solidFill>
                </a:rPr>
                <a:t>Supported</a:t>
              </a:r>
              <a:r>
                <a:rPr lang="es-ES_tradnl" altLang="es-ES" sz="2400" dirty="0">
                  <a:solidFill>
                    <a:srgbClr val="253786"/>
                  </a:solidFill>
                </a:rPr>
                <a:t> </a:t>
              </a:r>
              <a:r>
                <a:rPr lang="es-ES_tradnl" altLang="es-ES" sz="2400" dirty="0" err="1">
                  <a:solidFill>
                    <a:srgbClr val="253786"/>
                  </a:solidFill>
                </a:rPr>
                <a:t>by</a:t>
              </a:r>
              <a:r>
                <a:rPr lang="es-ES_tradnl" altLang="es-ES" sz="2400" dirty="0">
                  <a:solidFill>
                    <a:srgbClr val="253786"/>
                  </a:solidFill>
                </a:rPr>
                <a:t>:</a:t>
              </a:r>
            </a:p>
          </p:txBody>
        </p:sp>
        <p:pic>
          <p:nvPicPr>
            <p:cNvPr id="15409" name="Imagen 66">
              <a:extLst>
                <a:ext uri="{FF2B5EF4-FFF2-40B4-BE49-F238E27FC236}">
                  <a16:creationId xmlns:a16="http://schemas.microsoft.com/office/drawing/2014/main" id="{C061AE93-B585-4781-9414-50A208172DCD}"/>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21443320" y="41115630"/>
              <a:ext cx="25400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219B55B0-4237-C143-8123-5AA1C6E090C1}"/>
                </a:ext>
              </a:extLst>
            </p:cNvPr>
            <p:cNvPicPr>
              <a:picLocks noChangeAspect="1"/>
            </p:cNvPicPr>
            <p:nvPr/>
          </p:nvPicPr>
          <p:blipFill>
            <a:blip r:embed="rId17"/>
            <a:stretch>
              <a:fillRect/>
            </a:stretch>
          </p:blipFill>
          <p:spPr>
            <a:xfrm>
              <a:off x="28216628" y="40991248"/>
              <a:ext cx="2348128" cy="980783"/>
            </a:xfrm>
            <a:prstGeom prst="rect">
              <a:avLst/>
            </a:prstGeom>
          </p:spPr>
        </p:pic>
      </p:grpSp>
      <p:pic>
        <p:nvPicPr>
          <p:cNvPr id="3" name="Imagen 2">
            <a:extLst>
              <a:ext uri="{FF2B5EF4-FFF2-40B4-BE49-F238E27FC236}">
                <a16:creationId xmlns:a16="http://schemas.microsoft.com/office/drawing/2014/main" id="{49324202-83A7-684E-215A-9B72D5B93639}"/>
              </a:ext>
            </a:extLst>
          </p:cNvPr>
          <p:cNvPicPr>
            <a:picLocks noChangeAspect="1"/>
          </p:cNvPicPr>
          <p:nvPr/>
        </p:nvPicPr>
        <p:blipFill>
          <a:blip r:embed="rId18"/>
          <a:stretch>
            <a:fillRect/>
          </a:stretch>
        </p:blipFill>
        <p:spPr>
          <a:xfrm>
            <a:off x="12346732" y="41185466"/>
            <a:ext cx="2252379" cy="882481"/>
          </a:xfrm>
          <a:prstGeom prst="rect">
            <a:avLst/>
          </a:prstGeom>
        </p:spPr>
      </p:pic>
    </p:spTree>
    <p:extLst>
      <p:ext uri="{BB962C8B-B14F-4D97-AF65-F5344CB8AC3E}">
        <p14:creationId xmlns:p14="http://schemas.microsoft.com/office/powerpoint/2010/main" val="3710118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277">
            <a:extLst>
              <a:ext uri="{FF2B5EF4-FFF2-40B4-BE49-F238E27FC236}">
                <a16:creationId xmlns:a16="http://schemas.microsoft.com/office/drawing/2014/main" id="{F364C7EA-7CE5-41D7-A3E5-56D5AFCF9346}"/>
              </a:ext>
            </a:extLst>
          </p:cNvPr>
          <p:cNvSpPr txBox="1">
            <a:spLocks noChangeArrowheads="1"/>
          </p:cNvSpPr>
          <p:nvPr/>
        </p:nvSpPr>
        <p:spPr bwMode="auto">
          <a:xfrm>
            <a:off x="1476375" y="11466513"/>
            <a:ext cx="28800425"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50000"/>
              </a:spcBef>
              <a:buFontTx/>
              <a:buNone/>
              <a:defRPr/>
            </a:pPr>
            <a:r>
              <a:rPr lang="es-ES" altLang="en-US" sz="5000" b="1" dirty="0">
                <a:latin typeface="Arial Black" charset="0"/>
                <a:ea typeface="Arial Black" charset="0"/>
                <a:cs typeface="Arial Black" charset="0"/>
              </a:rPr>
              <a:t>INTRODUCTION OR ABSTRACT</a:t>
            </a:r>
            <a:br>
              <a:rPr lang="es-ES" altLang="en-US" sz="4400" dirty="0">
                <a:solidFill>
                  <a:srgbClr val="27296F"/>
                </a:solidFill>
                <a:latin typeface="Swiss 721 Black BT" charset="0"/>
              </a:rPr>
            </a:br>
            <a:r>
              <a:rPr lang="en-US" altLang="en-US" sz="3200" dirty="0">
                <a:latin typeface="+mn-lt"/>
              </a:rPr>
              <a:t>Lorem ipsum dolor sit </a:t>
            </a:r>
            <a:r>
              <a:rPr lang="en-US" altLang="en-US" sz="3200" dirty="0" err="1">
                <a:latin typeface="+mn-lt"/>
              </a:rPr>
              <a:t>amet</a:t>
            </a:r>
            <a:r>
              <a:rPr lang="en-US" altLang="en-US" sz="3200" dirty="0">
                <a:latin typeface="+mn-lt"/>
              </a:rPr>
              <a:t>, </a:t>
            </a:r>
            <a:r>
              <a:rPr lang="en-US" altLang="en-US" sz="3200" dirty="0" err="1">
                <a:latin typeface="+mn-lt"/>
              </a:rPr>
              <a:t>consectetur</a:t>
            </a:r>
            <a:r>
              <a:rPr lang="en-US" altLang="en-US" sz="3200" dirty="0">
                <a:latin typeface="+mn-lt"/>
              </a:rPr>
              <a:t> </a:t>
            </a:r>
            <a:r>
              <a:rPr lang="en-US" altLang="en-US" sz="3200" dirty="0" err="1">
                <a:latin typeface="+mn-lt"/>
              </a:rPr>
              <a:t>adipiscing</a:t>
            </a:r>
            <a:r>
              <a:rPr lang="en-US" altLang="en-US" sz="3200" dirty="0">
                <a:latin typeface="+mn-lt"/>
              </a:rPr>
              <a:t> </a:t>
            </a:r>
            <a:r>
              <a:rPr lang="en-US" altLang="en-US" sz="3200" dirty="0" err="1">
                <a:latin typeface="+mn-lt"/>
              </a:rPr>
              <a:t>elit</a:t>
            </a:r>
            <a:r>
              <a:rPr lang="en-US" altLang="en-US" sz="3200" dirty="0">
                <a:latin typeface="+mn-lt"/>
              </a:rPr>
              <a:t>. </a:t>
            </a:r>
            <a:r>
              <a:rPr lang="en-US" altLang="en-US" sz="3200" dirty="0" err="1">
                <a:latin typeface="+mn-lt"/>
              </a:rPr>
              <a:t>Etiam</a:t>
            </a:r>
            <a:r>
              <a:rPr lang="en-US" altLang="en-US" sz="3200" dirty="0">
                <a:latin typeface="+mn-lt"/>
              </a:rPr>
              <a:t> </a:t>
            </a:r>
            <a:r>
              <a:rPr lang="en-US" altLang="en-US" sz="3200" dirty="0" err="1">
                <a:latin typeface="+mn-lt"/>
              </a:rPr>
              <a:t>venenatis</a:t>
            </a:r>
            <a:r>
              <a:rPr lang="en-US" altLang="en-US" sz="3200" dirty="0">
                <a:latin typeface="+mn-lt"/>
              </a:rPr>
              <a:t> convallis </a:t>
            </a:r>
            <a:r>
              <a:rPr lang="en-US" altLang="en-US" sz="3200" dirty="0" err="1">
                <a:latin typeface="+mn-lt"/>
              </a:rPr>
              <a:t>laoreet</a:t>
            </a:r>
            <a:r>
              <a:rPr lang="en-US" altLang="en-US" sz="3200" dirty="0">
                <a:latin typeface="+mn-lt"/>
              </a:rPr>
              <a:t>. </a:t>
            </a:r>
            <a:r>
              <a:rPr lang="en-US" altLang="en-US" sz="3200" dirty="0" err="1">
                <a:latin typeface="+mn-lt"/>
              </a:rPr>
              <a:t>Proin</a:t>
            </a:r>
            <a:r>
              <a:rPr lang="en-US" altLang="en-US" sz="3200" dirty="0">
                <a:latin typeface="+mn-lt"/>
              </a:rPr>
              <a:t> semper </a:t>
            </a:r>
            <a:r>
              <a:rPr lang="en-US" altLang="en-US" sz="3200" dirty="0" err="1">
                <a:latin typeface="+mn-lt"/>
              </a:rPr>
              <a:t>augue</a:t>
            </a:r>
            <a:r>
              <a:rPr lang="en-US" altLang="en-US" sz="3200" dirty="0">
                <a:latin typeface="+mn-lt"/>
              </a:rPr>
              <a:t> </a:t>
            </a:r>
            <a:r>
              <a:rPr lang="en-US" altLang="en-US" sz="3200" dirty="0" err="1">
                <a:latin typeface="+mn-lt"/>
              </a:rPr>
              <a:t>faucibus</a:t>
            </a:r>
            <a:r>
              <a:rPr lang="en-US" altLang="en-US" sz="3200" dirty="0">
                <a:latin typeface="+mn-lt"/>
              </a:rPr>
              <a:t> </a:t>
            </a:r>
            <a:r>
              <a:rPr lang="en-US" altLang="en-US" sz="3200" dirty="0" err="1">
                <a:latin typeface="+mn-lt"/>
              </a:rPr>
              <a:t>arcu</a:t>
            </a:r>
            <a:r>
              <a:rPr lang="en-US" altLang="en-US" sz="3200" dirty="0">
                <a:latin typeface="+mn-lt"/>
              </a:rPr>
              <a:t> </a:t>
            </a:r>
            <a:r>
              <a:rPr lang="en-US" altLang="en-US" sz="3200" dirty="0" err="1">
                <a:latin typeface="+mn-lt"/>
              </a:rPr>
              <a:t>sollicitudin</a:t>
            </a:r>
            <a:r>
              <a:rPr lang="en-US" altLang="en-US" sz="3200" dirty="0">
                <a:latin typeface="+mn-lt"/>
              </a:rPr>
              <a:t> </a:t>
            </a:r>
            <a:r>
              <a:rPr lang="en-US" altLang="en-US" sz="3200" dirty="0" err="1">
                <a:latin typeface="+mn-lt"/>
              </a:rPr>
              <a:t>laoreet</a:t>
            </a:r>
            <a:r>
              <a:rPr lang="en-US" altLang="en-US" sz="3200" dirty="0">
                <a:latin typeface="+mn-lt"/>
              </a:rPr>
              <a:t>. In et mi </a:t>
            </a:r>
            <a:r>
              <a:rPr lang="en-US" altLang="en-US" sz="3200" dirty="0" err="1">
                <a:latin typeface="+mn-lt"/>
              </a:rPr>
              <a:t>viverra</a:t>
            </a:r>
            <a:r>
              <a:rPr lang="en-US" altLang="en-US" sz="3200" dirty="0">
                <a:latin typeface="+mn-lt"/>
              </a:rPr>
              <a:t> </a:t>
            </a:r>
            <a:r>
              <a:rPr lang="en-US" altLang="en-US" sz="3200" dirty="0" err="1">
                <a:latin typeface="+mn-lt"/>
              </a:rPr>
              <a:t>nulla</a:t>
            </a:r>
            <a:r>
              <a:rPr lang="en-US" altLang="en-US" sz="3200" dirty="0">
                <a:latin typeface="+mn-lt"/>
              </a:rPr>
              <a:t> </a:t>
            </a:r>
            <a:r>
              <a:rPr lang="en-US" altLang="en-US" sz="3200" dirty="0" err="1">
                <a:latin typeface="+mn-lt"/>
              </a:rPr>
              <a:t>suscipit</a:t>
            </a:r>
            <a:r>
              <a:rPr lang="en-US" altLang="en-US" sz="3200" dirty="0">
                <a:latin typeface="+mn-lt"/>
              </a:rPr>
              <a:t> </a:t>
            </a:r>
            <a:r>
              <a:rPr lang="en-US" altLang="en-US" sz="3200" dirty="0" err="1">
                <a:latin typeface="+mn-lt"/>
              </a:rPr>
              <a:t>euismod</a:t>
            </a:r>
            <a:r>
              <a:rPr lang="en-US" altLang="en-US" sz="3200" dirty="0">
                <a:latin typeface="+mn-lt"/>
              </a:rPr>
              <a:t>. </a:t>
            </a:r>
            <a:r>
              <a:rPr lang="en-US" altLang="en-US" sz="3200" dirty="0" err="1">
                <a:latin typeface="+mn-lt"/>
              </a:rPr>
              <a:t>Quisque</a:t>
            </a:r>
            <a:r>
              <a:rPr lang="en-US" altLang="en-US" sz="3200" dirty="0">
                <a:latin typeface="+mn-lt"/>
              </a:rPr>
              <a:t> at </a:t>
            </a:r>
            <a:r>
              <a:rPr lang="en-US" altLang="en-US" sz="3200" dirty="0" err="1">
                <a:latin typeface="+mn-lt"/>
              </a:rPr>
              <a:t>erat</a:t>
            </a:r>
            <a:r>
              <a:rPr lang="en-US" altLang="en-US" sz="3200" dirty="0">
                <a:latin typeface="+mn-lt"/>
              </a:rPr>
              <a:t> </a:t>
            </a:r>
            <a:r>
              <a:rPr lang="en-US" altLang="en-US" sz="3200" dirty="0" err="1">
                <a:latin typeface="+mn-lt"/>
              </a:rPr>
              <a:t>leo</a:t>
            </a:r>
            <a:r>
              <a:rPr lang="en-US" altLang="en-US" sz="3200" dirty="0">
                <a:latin typeface="+mn-lt"/>
              </a:rPr>
              <a:t>. </a:t>
            </a:r>
            <a:r>
              <a:rPr lang="en-US" altLang="en-US" sz="3200" dirty="0" err="1">
                <a:latin typeface="+mn-lt"/>
              </a:rPr>
              <a:t>Nullam</a:t>
            </a:r>
            <a:r>
              <a:rPr lang="en-US" altLang="en-US" sz="3200" dirty="0">
                <a:latin typeface="+mn-lt"/>
              </a:rPr>
              <a:t> </a:t>
            </a:r>
            <a:r>
              <a:rPr lang="en-US" altLang="en-US" sz="3200" dirty="0" err="1">
                <a:latin typeface="+mn-lt"/>
              </a:rPr>
              <a:t>mollis</a:t>
            </a:r>
            <a:r>
              <a:rPr lang="en-US" altLang="en-US" sz="3200" dirty="0">
                <a:latin typeface="+mn-lt"/>
              </a:rPr>
              <a:t> </a:t>
            </a:r>
            <a:r>
              <a:rPr lang="en-US" altLang="en-US" sz="3200" dirty="0" err="1">
                <a:latin typeface="+mn-lt"/>
              </a:rPr>
              <a:t>tortor</a:t>
            </a:r>
            <a:r>
              <a:rPr lang="en-US" altLang="en-US" sz="3200" dirty="0">
                <a:latin typeface="+mn-lt"/>
              </a:rPr>
              <a:t> in </a:t>
            </a:r>
            <a:r>
              <a:rPr lang="en-US" altLang="en-US" sz="3200" dirty="0" err="1">
                <a:latin typeface="+mn-lt"/>
              </a:rPr>
              <a:t>arcu</a:t>
            </a:r>
            <a:r>
              <a:rPr lang="en-US" altLang="en-US" sz="3200" dirty="0">
                <a:latin typeface="+mn-lt"/>
              </a:rPr>
              <a:t> </a:t>
            </a:r>
            <a:r>
              <a:rPr lang="en-US" altLang="en-US" sz="3200" dirty="0" err="1">
                <a:latin typeface="+mn-lt"/>
              </a:rPr>
              <a:t>suscipit</a:t>
            </a:r>
            <a:r>
              <a:rPr lang="en-US" altLang="en-US" sz="3200" dirty="0">
                <a:latin typeface="+mn-lt"/>
              </a:rPr>
              <a:t> </a:t>
            </a:r>
            <a:r>
              <a:rPr lang="en-US" altLang="en-US" sz="3200" dirty="0" err="1">
                <a:latin typeface="+mn-lt"/>
              </a:rPr>
              <a:t>nec</a:t>
            </a:r>
            <a:r>
              <a:rPr lang="en-US" altLang="en-US" sz="3200" dirty="0">
                <a:latin typeface="+mn-lt"/>
              </a:rPr>
              <a:t> </a:t>
            </a:r>
            <a:r>
              <a:rPr lang="en-US" altLang="en-US" sz="3200" dirty="0" err="1">
                <a:latin typeface="+mn-lt"/>
              </a:rPr>
              <a:t>venenatis</a:t>
            </a:r>
            <a:r>
              <a:rPr lang="en-US" altLang="en-US" sz="3200" dirty="0">
                <a:latin typeface="+mn-lt"/>
              </a:rPr>
              <a:t> </a:t>
            </a:r>
            <a:r>
              <a:rPr lang="en-US" altLang="en-US" sz="3200" dirty="0" err="1">
                <a:latin typeface="+mn-lt"/>
              </a:rPr>
              <a:t>tellus</a:t>
            </a:r>
            <a:r>
              <a:rPr lang="en-US" altLang="en-US" sz="3200" dirty="0">
                <a:latin typeface="+mn-lt"/>
              </a:rPr>
              <a:t> gravida. Nunc in </a:t>
            </a:r>
            <a:r>
              <a:rPr lang="en-US" altLang="en-US" sz="3200" dirty="0" err="1">
                <a:latin typeface="+mn-lt"/>
              </a:rPr>
              <a:t>justo</a:t>
            </a:r>
            <a:r>
              <a:rPr lang="en-US" altLang="en-US" sz="3200" dirty="0">
                <a:latin typeface="+mn-lt"/>
              </a:rPr>
              <a:t> quam, et </a:t>
            </a:r>
            <a:r>
              <a:rPr lang="en-US" altLang="en-US" sz="3200" dirty="0" err="1">
                <a:latin typeface="+mn-lt"/>
              </a:rPr>
              <a:t>lacinia</a:t>
            </a:r>
            <a:r>
              <a:rPr lang="en-US" altLang="en-US" sz="3200" dirty="0">
                <a:latin typeface="+mn-lt"/>
              </a:rPr>
              <a:t> lacus. </a:t>
            </a:r>
            <a:r>
              <a:rPr lang="en-US" altLang="en-US" sz="3200" dirty="0" err="1">
                <a:latin typeface="+mn-lt"/>
              </a:rPr>
              <a:t>Sed</a:t>
            </a:r>
            <a:r>
              <a:rPr lang="en-US" altLang="en-US" sz="3200" dirty="0">
                <a:latin typeface="+mn-lt"/>
              </a:rPr>
              <a:t> </a:t>
            </a:r>
            <a:r>
              <a:rPr lang="en-US" altLang="en-US" sz="3200" dirty="0" err="1">
                <a:latin typeface="+mn-lt"/>
              </a:rPr>
              <a:t>rhoncus</a:t>
            </a:r>
            <a:r>
              <a:rPr lang="en-US" altLang="en-US" sz="3200" dirty="0">
                <a:latin typeface="+mn-lt"/>
              </a:rPr>
              <a:t>, </a:t>
            </a:r>
            <a:r>
              <a:rPr lang="en-US" altLang="en-US" sz="3200" dirty="0" err="1">
                <a:latin typeface="+mn-lt"/>
              </a:rPr>
              <a:t>odio</a:t>
            </a:r>
            <a:r>
              <a:rPr lang="en-US" altLang="en-US" sz="3200" dirty="0">
                <a:latin typeface="+mn-lt"/>
              </a:rPr>
              <a:t> </a:t>
            </a:r>
            <a:r>
              <a:rPr lang="en-US" altLang="en-US" sz="3200" dirty="0" err="1">
                <a:latin typeface="+mn-lt"/>
              </a:rPr>
              <a:t>eu</a:t>
            </a:r>
            <a:r>
              <a:rPr lang="en-US" altLang="en-US" sz="3200" dirty="0">
                <a:latin typeface="+mn-lt"/>
              </a:rPr>
              <a:t> </a:t>
            </a:r>
            <a:r>
              <a:rPr lang="en-US" altLang="en-US" sz="3200" dirty="0" err="1">
                <a:latin typeface="+mn-lt"/>
              </a:rPr>
              <a:t>condimentum</a:t>
            </a:r>
            <a:r>
              <a:rPr lang="en-US" altLang="en-US" sz="3200" dirty="0">
                <a:latin typeface="+mn-lt"/>
              </a:rPr>
              <a:t> </a:t>
            </a:r>
            <a:r>
              <a:rPr lang="en-US" altLang="en-US" sz="3200" dirty="0" err="1">
                <a:latin typeface="+mn-lt"/>
              </a:rPr>
              <a:t>mattis</a:t>
            </a:r>
            <a:r>
              <a:rPr lang="en-US" altLang="en-US" sz="3200" dirty="0">
                <a:latin typeface="+mn-lt"/>
              </a:rPr>
              <a:t>, </a:t>
            </a:r>
            <a:r>
              <a:rPr lang="en-US" altLang="en-US" sz="3200" dirty="0" err="1">
                <a:latin typeface="+mn-lt"/>
              </a:rPr>
              <a:t>nunc</a:t>
            </a:r>
            <a:r>
              <a:rPr lang="en-US" altLang="en-US" sz="3200" dirty="0">
                <a:latin typeface="+mn-lt"/>
              </a:rPr>
              <a:t> </a:t>
            </a:r>
            <a:r>
              <a:rPr lang="en-US" altLang="en-US" sz="3200" dirty="0" err="1">
                <a:latin typeface="+mn-lt"/>
              </a:rPr>
              <a:t>massa</a:t>
            </a:r>
            <a:r>
              <a:rPr lang="en-US" altLang="en-US" sz="3200" dirty="0">
                <a:latin typeface="+mn-lt"/>
              </a:rPr>
              <a:t> gravida </a:t>
            </a:r>
            <a:r>
              <a:rPr lang="en-US" altLang="en-US" sz="3200" dirty="0" err="1">
                <a:latin typeface="+mn-lt"/>
              </a:rPr>
              <a:t>neque</a:t>
            </a:r>
            <a:r>
              <a:rPr lang="en-US" altLang="en-US" sz="3200" dirty="0">
                <a:latin typeface="+mn-lt"/>
              </a:rPr>
              <a:t>, </a:t>
            </a:r>
            <a:r>
              <a:rPr lang="en-US" altLang="en-US" sz="3200" dirty="0" err="1">
                <a:latin typeface="+mn-lt"/>
              </a:rPr>
              <a:t>sollicitudin</a:t>
            </a:r>
            <a:r>
              <a:rPr lang="en-US" altLang="en-US" sz="3200" dirty="0">
                <a:latin typeface="+mn-lt"/>
              </a:rPr>
              <a:t> </a:t>
            </a:r>
            <a:r>
              <a:rPr lang="en-US" altLang="en-US" sz="3200" dirty="0" err="1">
                <a:latin typeface="+mn-lt"/>
              </a:rPr>
              <a:t>auctor</a:t>
            </a:r>
            <a:r>
              <a:rPr lang="en-US" altLang="en-US" sz="3200" dirty="0">
                <a:latin typeface="+mn-lt"/>
              </a:rPr>
              <a:t> </a:t>
            </a:r>
            <a:r>
              <a:rPr lang="en-US" altLang="en-US" sz="3200" dirty="0" err="1">
                <a:latin typeface="+mn-lt"/>
              </a:rPr>
              <a:t>metus</a:t>
            </a:r>
            <a:r>
              <a:rPr lang="en-US" altLang="en-US" sz="3200" dirty="0">
                <a:latin typeface="+mn-lt"/>
              </a:rPr>
              <a:t> </a:t>
            </a:r>
            <a:r>
              <a:rPr lang="en-US" altLang="en-US" sz="3200" dirty="0" err="1">
                <a:latin typeface="+mn-lt"/>
              </a:rPr>
              <a:t>odio</a:t>
            </a:r>
            <a:r>
              <a:rPr lang="en-US" altLang="en-US" sz="3200" dirty="0">
                <a:latin typeface="+mn-lt"/>
              </a:rPr>
              <a:t> in </a:t>
            </a:r>
            <a:r>
              <a:rPr lang="en-US" altLang="en-US" sz="3200" dirty="0" err="1">
                <a:latin typeface="+mn-lt"/>
              </a:rPr>
              <a:t>erat</a:t>
            </a:r>
            <a:r>
              <a:rPr lang="en-US" altLang="en-US" sz="3200" dirty="0">
                <a:latin typeface="+mn-lt"/>
              </a:rPr>
              <a:t>. </a:t>
            </a:r>
            <a:r>
              <a:rPr lang="en-US" altLang="en-US" sz="3200" dirty="0" err="1">
                <a:latin typeface="+mn-lt"/>
              </a:rPr>
              <a:t>Suspendisse</a:t>
            </a:r>
            <a:r>
              <a:rPr lang="en-US" altLang="en-US" sz="3200" dirty="0">
                <a:latin typeface="+mn-lt"/>
              </a:rPr>
              <a:t> vitae </a:t>
            </a:r>
            <a:r>
              <a:rPr lang="en-US" altLang="en-US" sz="3200" dirty="0" err="1">
                <a:latin typeface="+mn-lt"/>
              </a:rPr>
              <a:t>velit</a:t>
            </a:r>
            <a:r>
              <a:rPr lang="en-US" altLang="en-US" sz="3200" dirty="0">
                <a:latin typeface="+mn-lt"/>
              </a:rPr>
              <a:t> </a:t>
            </a:r>
            <a:r>
              <a:rPr lang="en-US" altLang="en-US" sz="3200" dirty="0" err="1">
                <a:latin typeface="+mn-lt"/>
              </a:rPr>
              <a:t>eros</a:t>
            </a:r>
            <a:r>
              <a:rPr lang="en-US" altLang="en-US" sz="3200" dirty="0">
                <a:latin typeface="+mn-lt"/>
              </a:rPr>
              <a:t>, </a:t>
            </a:r>
            <a:r>
              <a:rPr lang="en-US" altLang="en-US" sz="3200" dirty="0" err="1">
                <a:latin typeface="+mn-lt"/>
              </a:rPr>
              <a:t>vel</a:t>
            </a:r>
            <a:r>
              <a:rPr lang="en-US" altLang="en-US" sz="3200" dirty="0">
                <a:latin typeface="+mn-lt"/>
              </a:rPr>
              <a:t> </a:t>
            </a:r>
            <a:r>
              <a:rPr lang="en-US" altLang="en-US" sz="3200" dirty="0" err="1">
                <a:latin typeface="+mn-lt"/>
              </a:rPr>
              <a:t>vehicula</a:t>
            </a:r>
            <a:r>
              <a:rPr lang="en-US" altLang="en-US" sz="3200" dirty="0">
                <a:latin typeface="+mn-lt"/>
              </a:rPr>
              <a:t> quam. </a:t>
            </a:r>
            <a:r>
              <a:rPr lang="en-US" altLang="en-US" sz="3200" dirty="0" err="1">
                <a:latin typeface="+mn-lt"/>
              </a:rPr>
              <a:t>Phasellus</a:t>
            </a:r>
            <a:r>
              <a:rPr lang="en-US" altLang="en-US" sz="3200" dirty="0">
                <a:latin typeface="+mn-lt"/>
              </a:rPr>
              <a:t> lorem </a:t>
            </a:r>
            <a:r>
              <a:rPr lang="en-US" altLang="en-US" sz="3200" dirty="0" err="1">
                <a:latin typeface="+mn-lt"/>
              </a:rPr>
              <a:t>purus</a:t>
            </a:r>
            <a:r>
              <a:rPr lang="en-US" altLang="en-US" sz="3200" dirty="0">
                <a:latin typeface="+mn-lt"/>
              </a:rPr>
              <a:t>, </a:t>
            </a:r>
            <a:r>
              <a:rPr lang="en-US" altLang="en-US" sz="3200" dirty="0" err="1">
                <a:latin typeface="+mn-lt"/>
              </a:rPr>
              <a:t>pellentesque</a:t>
            </a:r>
            <a:r>
              <a:rPr lang="en-US" altLang="en-US" sz="3200" dirty="0">
                <a:latin typeface="+mn-lt"/>
              </a:rPr>
              <a:t> </a:t>
            </a:r>
            <a:r>
              <a:rPr lang="en-US" altLang="en-US" sz="3200" dirty="0" err="1">
                <a:latin typeface="+mn-lt"/>
              </a:rPr>
              <a:t>eget</a:t>
            </a:r>
            <a:r>
              <a:rPr lang="en-US" altLang="en-US" sz="3200" dirty="0">
                <a:latin typeface="+mn-lt"/>
              </a:rPr>
              <a:t> pharetra </a:t>
            </a:r>
            <a:r>
              <a:rPr lang="en-US" altLang="en-US" sz="3200" dirty="0" err="1">
                <a:latin typeface="+mn-lt"/>
              </a:rPr>
              <a:t>eget</a:t>
            </a:r>
            <a:r>
              <a:rPr lang="en-US" altLang="en-US" sz="3200" dirty="0">
                <a:latin typeface="+mn-lt"/>
              </a:rPr>
              <a:t>, </a:t>
            </a:r>
            <a:r>
              <a:rPr lang="en-US" altLang="en-US" sz="3200" dirty="0" err="1">
                <a:latin typeface="+mn-lt"/>
              </a:rPr>
              <a:t>pulvinar</a:t>
            </a:r>
            <a:r>
              <a:rPr lang="en-US" altLang="en-US" sz="3200" dirty="0">
                <a:latin typeface="+mn-lt"/>
              </a:rPr>
              <a:t> a </a:t>
            </a:r>
            <a:r>
              <a:rPr lang="en-US" altLang="en-US" sz="3200" dirty="0" err="1">
                <a:latin typeface="+mn-lt"/>
              </a:rPr>
              <a:t>tellus</a:t>
            </a:r>
            <a:r>
              <a:rPr lang="en-US" altLang="en-US" sz="3200" dirty="0">
                <a:latin typeface="+mn-lt"/>
              </a:rPr>
              <a:t>.</a:t>
            </a:r>
            <a:endParaRPr lang="en-US" altLang="en-US" sz="3200" dirty="0">
              <a:solidFill>
                <a:srgbClr val="595959"/>
              </a:solidFill>
              <a:latin typeface="+mn-lt"/>
            </a:endParaRPr>
          </a:p>
          <a:p>
            <a:pPr eaLnBrk="1" hangingPunct="1">
              <a:spcBef>
                <a:spcPct val="50000"/>
              </a:spcBef>
              <a:buFontTx/>
              <a:buNone/>
              <a:defRPr/>
            </a:pPr>
            <a:endParaRPr lang="en-US" altLang="en-US" sz="3200" dirty="0">
              <a:solidFill>
                <a:srgbClr val="27296F"/>
              </a:solidFill>
              <a:latin typeface="Swiss 721 BT" charset="0"/>
            </a:endParaRPr>
          </a:p>
        </p:txBody>
      </p:sp>
      <p:sp>
        <p:nvSpPr>
          <p:cNvPr id="16386" name="Text Box 277">
            <a:extLst>
              <a:ext uri="{FF2B5EF4-FFF2-40B4-BE49-F238E27FC236}">
                <a16:creationId xmlns:a16="http://schemas.microsoft.com/office/drawing/2014/main" id="{F2431E82-8DF3-40F3-9EA0-C99DC4609803}"/>
              </a:ext>
            </a:extLst>
          </p:cNvPr>
          <p:cNvSpPr txBox="1">
            <a:spLocks noChangeArrowheads="1"/>
          </p:cNvSpPr>
          <p:nvPr/>
        </p:nvSpPr>
        <p:spPr bwMode="auto">
          <a:xfrm>
            <a:off x="8229600" y="16405225"/>
            <a:ext cx="220472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3600" b="1" dirty="0" err="1">
                <a:latin typeface="Arial Black" charset="0"/>
                <a:ea typeface="Arial Black" charset="0"/>
                <a:cs typeface="Arial Black" charset="0"/>
              </a:rPr>
              <a:t>Cus</a:t>
            </a:r>
            <a:r>
              <a:rPr lang="es-ES" altLang="en-US" sz="3600" b="1" dirty="0">
                <a:latin typeface="Arial Black" charset="0"/>
                <a:ea typeface="Arial Black" charset="0"/>
                <a:cs typeface="Arial Black" charset="0"/>
              </a:rPr>
              <a:t> </a:t>
            </a:r>
            <a:r>
              <a:rPr lang="es-ES" altLang="en-US" sz="3600" b="1" dirty="0" err="1">
                <a:latin typeface="Arial Black" charset="0"/>
                <a:ea typeface="Arial Black" charset="0"/>
                <a:cs typeface="Arial Black" charset="0"/>
              </a:rPr>
              <a:t>excestia</a:t>
            </a:r>
            <a:r>
              <a:rPr lang="es-ES" altLang="en-US" sz="3600" b="1" dirty="0">
                <a:latin typeface="Arial Black" charset="0"/>
                <a:ea typeface="Arial Black" charset="0"/>
                <a:cs typeface="Arial Black" charset="0"/>
              </a:rPr>
              <a:t> cum</a:t>
            </a:r>
          </a:p>
          <a:p>
            <a:pPr algn="just" eaLnBrk="1" hangingPunct="1">
              <a:spcBef>
                <a:spcPct val="50000"/>
              </a:spcBef>
              <a:buFontTx/>
              <a:buNone/>
              <a:defRPr/>
            </a:pPr>
            <a:r>
              <a:rPr lang="es-ES" altLang="en-US" sz="3600" dirty="0" err="1">
                <a:latin typeface="+mn-lt"/>
              </a:rPr>
              <a:t>temped</a:t>
            </a:r>
            <a:r>
              <a:rPr lang="es-ES" altLang="en-US" sz="3600" dirty="0">
                <a:latin typeface="+mn-lt"/>
              </a:rPr>
              <a:t> </a:t>
            </a:r>
            <a:r>
              <a:rPr lang="es-ES" altLang="en-US" sz="3600" dirty="0" err="1">
                <a:latin typeface="+mn-lt"/>
              </a:rPr>
              <a:t>eosessin</a:t>
            </a:r>
            <a:r>
              <a:rPr lang="es-ES" altLang="en-US" sz="3600" dirty="0">
                <a:latin typeface="+mn-lt"/>
              </a:rPr>
              <a:t> </a:t>
            </a:r>
            <a:r>
              <a:rPr lang="es-ES" altLang="en-US" sz="3600" dirty="0" err="1">
                <a:latin typeface="+mn-lt"/>
              </a:rPr>
              <a:t>comnimi</a:t>
            </a:r>
            <a:r>
              <a:rPr lang="es-ES" altLang="en-US" sz="3600" dirty="0">
                <a:latin typeface="+mn-lt"/>
              </a:rPr>
              <a:t>, </a:t>
            </a:r>
            <a:r>
              <a:rPr lang="es-ES" altLang="en-US" sz="3600" dirty="0" err="1">
                <a:latin typeface="+mn-lt"/>
              </a:rPr>
              <a:t>velic</a:t>
            </a:r>
            <a:r>
              <a:rPr lang="es-ES" altLang="en-US" sz="3600" dirty="0">
                <a:latin typeface="+mn-lt"/>
              </a:rPr>
              <a:t> </a:t>
            </a:r>
            <a:r>
              <a:rPr lang="es-ES" altLang="en-US" sz="3600" dirty="0" err="1">
                <a:latin typeface="+mn-lt"/>
              </a:rPr>
              <a:t>tecto</a:t>
            </a:r>
            <a:r>
              <a:rPr lang="es-ES" altLang="en-US" sz="3600" dirty="0">
                <a:latin typeface="+mn-lt"/>
              </a:rPr>
              <a:t> </a:t>
            </a:r>
            <a:r>
              <a:rPr lang="es-ES" altLang="en-US" sz="3600" dirty="0" err="1">
                <a:latin typeface="+mn-lt"/>
              </a:rPr>
              <a:t>ommodit</a:t>
            </a:r>
            <a:r>
              <a:rPr lang="es-ES" altLang="en-US" sz="3600" dirty="0">
                <a:latin typeface="+mn-lt"/>
              </a:rPr>
              <a:t> </a:t>
            </a:r>
            <a:r>
              <a:rPr lang="es-ES" altLang="en-US" sz="3600" dirty="0" err="1">
                <a:latin typeface="+mn-lt"/>
              </a:rPr>
              <a:t>inctate</a:t>
            </a:r>
            <a:r>
              <a:rPr lang="es-ES" altLang="en-US" sz="3600" dirty="0">
                <a:latin typeface="+mn-lt"/>
              </a:rPr>
              <a:t> </a:t>
            </a:r>
            <a:r>
              <a:rPr lang="es-ES" altLang="en-US" sz="3600" dirty="0" err="1">
                <a:latin typeface="+mn-lt"/>
              </a:rPr>
              <a:t>nihita</a:t>
            </a:r>
            <a:r>
              <a:rPr lang="es-ES" altLang="en-US" sz="3600" dirty="0">
                <a:latin typeface="+mn-lt"/>
              </a:rPr>
              <a:t> </a:t>
            </a:r>
            <a:r>
              <a:rPr lang="es-ES" altLang="en-US" sz="3600" dirty="0" err="1">
                <a:latin typeface="+mn-lt"/>
              </a:rPr>
              <a:t>apediorit</a:t>
            </a:r>
            <a:r>
              <a:rPr lang="es-ES" altLang="en-US" sz="3600" dirty="0">
                <a:latin typeface="+mn-lt"/>
              </a:rPr>
              <a:t>, culpa el et </a:t>
            </a:r>
            <a:r>
              <a:rPr lang="es-ES" altLang="en-US" sz="3600" dirty="0" err="1">
                <a:latin typeface="+mn-lt"/>
              </a:rPr>
              <a:t>perchil</a:t>
            </a:r>
            <a:r>
              <a:rPr lang="es-ES" altLang="en-US" sz="3600" dirty="0">
                <a:latin typeface="+mn-lt"/>
              </a:rPr>
              <a:t> </a:t>
            </a:r>
            <a:r>
              <a:rPr lang="es-ES" altLang="en-US" sz="3600" dirty="0" err="1">
                <a:latin typeface="+mn-lt"/>
              </a:rPr>
              <a:t>ipiscil</a:t>
            </a:r>
            <a:r>
              <a:rPr lang="es-ES" altLang="en-US" sz="3600" dirty="0">
                <a:latin typeface="+mn-lt"/>
              </a:rPr>
              <a:t> </a:t>
            </a:r>
            <a:r>
              <a:rPr lang="es-ES" altLang="en-US" sz="3600" dirty="0" err="1">
                <a:latin typeface="+mn-lt"/>
              </a:rPr>
              <a:t>luptati</a:t>
            </a:r>
            <a:r>
              <a:rPr lang="es-ES" altLang="en-US" sz="3600" dirty="0">
                <a:latin typeface="+mn-lt"/>
              </a:rPr>
              <a:t> </a:t>
            </a:r>
            <a:r>
              <a:rPr lang="es-ES" altLang="en-US" sz="3600" dirty="0" err="1">
                <a:latin typeface="+mn-lt"/>
              </a:rPr>
              <a:t>nctiam</a:t>
            </a:r>
            <a:r>
              <a:rPr lang="es-ES" altLang="en-US" sz="3600" dirty="0">
                <a:latin typeface="+mn-lt"/>
              </a:rPr>
              <a:t>, </a:t>
            </a:r>
            <a:r>
              <a:rPr lang="es-ES" altLang="en-US" sz="3600" dirty="0" err="1">
                <a:latin typeface="+mn-lt"/>
              </a:rPr>
              <a:t>simaximo</a:t>
            </a:r>
            <a:r>
              <a:rPr lang="es-ES" altLang="en-US" sz="3600" dirty="0">
                <a:latin typeface="+mn-lt"/>
              </a:rPr>
              <a:t> </a:t>
            </a:r>
            <a:r>
              <a:rPr lang="es-ES" altLang="en-US" sz="3600" dirty="0" err="1">
                <a:latin typeface="+mn-lt"/>
              </a:rPr>
              <a:t>odis</a:t>
            </a:r>
            <a:r>
              <a:rPr lang="es-ES" altLang="en-US" sz="3600" dirty="0">
                <a:latin typeface="+mn-lt"/>
              </a:rPr>
              <a:t> </a:t>
            </a:r>
            <a:r>
              <a:rPr lang="es-ES" altLang="en-US" sz="3600" dirty="0" err="1">
                <a:latin typeface="+mn-lt"/>
              </a:rPr>
              <a:t>aped</a:t>
            </a:r>
            <a:r>
              <a:rPr lang="es-ES" altLang="en-US" sz="3600" dirty="0">
                <a:latin typeface="+mn-lt"/>
              </a:rPr>
              <a:t> </a:t>
            </a:r>
            <a:r>
              <a:rPr lang="es-ES" altLang="en-US" sz="3600" dirty="0" err="1">
                <a:latin typeface="+mn-lt"/>
              </a:rPr>
              <a:t>quam</a:t>
            </a:r>
            <a:r>
              <a:rPr lang="es-ES" altLang="en-US" sz="3600" dirty="0">
                <a:latin typeface="+mn-lt"/>
              </a:rPr>
              <a:t> in </a:t>
            </a:r>
            <a:r>
              <a:rPr lang="es-ES" altLang="en-US" sz="3600" dirty="0" err="1">
                <a:latin typeface="+mn-lt"/>
              </a:rPr>
              <a:t>harum</a:t>
            </a:r>
            <a:r>
              <a:rPr lang="es-ES" altLang="en-US" sz="3600" dirty="0">
                <a:latin typeface="+mn-lt"/>
              </a:rPr>
              <a:t> re </a:t>
            </a:r>
            <a:r>
              <a:rPr lang="es-ES" altLang="en-US" sz="3600" dirty="0" err="1">
                <a:latin typeface="+mn-lt"/>
              </a:rPr>
              <a:t>eventiae</a:t>
            </a:r>
            <a:r>
              <a:rPr lang="es-ES" altLang="en-US" sz="3600" dirty="0">
                <a:latin typeface="+mn-lt"/>
              </a:rPr>
              <a:t> </a:t>
            </a:r>
            <a:r>
              <a:rPr lang="es-ES" altLang="en-US" sz="3600" dirty="0" err="1">
                <a:latin typeface="+mn-lt"/>
              </a:rPr>
              <a:t>vernatusam</a:t>
            </a:r>
            <a:r>
              <a:rPr lang="es-ES" altLang="en-US" sz="3600" dirty="0">
                <a:latin typeface="+mn-lt"/>
              </a:rPr>
              <a:t>, optas </a:t>
            </a:r>
            <a:r>
              <a:rPr lang="es-ES" altLang="en-US" sz="3600" dirty="0" err="1">
                <a:latin typeface="+mn-lt"/>
              </a:rPr>
              <a:t>arumentemped</a:t>
            </a:r>
            <a:r>
              <a:rPr lang="es-ES" altLang="en-US" sz="3600" dirty="0">
                <a:latin typeface="+mn-lt"/>
              </a:rPr>
              <a:t> </a:t>
            </a:r>
            <a:r>
              <a:rPr lang="es-ES" altLang="en-US" sz="3600" dirty="0" err="1">
                <a:latin typeface="+mn-lt"/>
              </a:rPr>
              <a:t>eosessin</a:t>
            </a:r>
            <a:r>
              <a:rPr lang="es-ES" altLang="en-US" sz="3600" dirty="0">
                <a:latin typeface="+mn-lt"/>
              </a:rPr>
              <a:t> </a:t>
            </a:r>
            <a:r>
              <a:rPr lang="es-ES" altLang="en-US" sz="3600" dirty="0" err="1">
                <a:latin typeface="+mn-lt"/>
              </a:rPr>
              <a:t>comnimi</a:t>
            </a:r>
            <a:r>
              <a:rPr lang="es-ES" altLang="en-US" sz="3600" dirty="0">
                <a:latin typeface="+mn-lt"/>
              </a:rPr>
              <a:t>, </a:t>
            </a:r>
            <a:r>
              <a:rPr lang="es-ES" altLang="en-US" sz="3600" dirty="0" err="1">
                <a:latin typeface="+mn-lt"/>
              </a:rPr>
              <a:t>velic</a:t>
            </a:r>
            <a:r>
              <a:rPr lang="es-ES" altLang="en-US" sz="3600" dirty="0">
                <a:latin typeface="+mn-lt"/>
              </a:rPr>
              <a:t> </a:t>
            </a:r>
            <a:r>
              <a:rPr lang="es-ES" altLang="en-US" sz="3600" dirty="0" err="1">
                <a:latin typeface="+mn-lt"/>
              </a:rPr>
              <a:t>tecto</a:t>
            </a:r>
            <a:r>
              <a:rPr lang="es-ES" altLang="en-US" sz="3600" dirty="0">
                <a:latin typeface="+mn-lt"/>
              </a:rPr>
              <a:t> </a:t>
            </a:r>
            <a:r>
              <a:rPr lang="es-ES" altLang="en-US" sz="3600" dirty="0" err="1">
                <a:latin typeface="+mn-lt"/>
              </a:rPr>
              <a:t>ommodit</a:t>
            </a:r>
            <a:r>
              <a:rPr lang="es-ES" altLang="en-US" sz="3600" dirty="0">
                <a:latin typeface="+mn-lt"/>
              </a:rPr>
              <a:t> </a:t>
            </a:r>
            <a:r>
              <a:rPr lang="es-ES" altLang="en-US" sz="3600" dirty="0" err="1">
                <a:latin typeface="+mn-lt"/>
              </a:rPr>
              <a:t>inctate</a:t>
            </a:r>
            <a:r>
              <a:rPr lang="es-ES" altLang="en-US" sz="3600" dirty="0">
                <a:latin typeface="+mn-lt"/>
              </a:rPr>
              <a:t> </a:t>
            </a:r>
            <a:r>
              <a:rPr lang="es-ES" altLang="en-US" sz="3600" dirty="0" err="1">
                <a:latin typeface="+mn-lt"/>
              </a:rPr>
              <a:t>nihita</a:t>
            </a:r>
            <a:r>
              <a:rPr lang="es-ES" altLang="en-US" sz="3600" dirty="0">
                <a:latin typeface="+mn-lt"/>
              </a:rPr>
              <a:t> </a:t>
            </a:r>
            <a:r>
              <a:rPr lang="es-ES" altLang="en-US" sz="3600" dirty="0" err="1">
                <a:latin typeface="+mn-lt"/>
              </a:rPr>
              <a:t>apediorit</a:t>
            </a:r>
            <a:r>
              <a:rPr lang="es-ES" altLang="en-US" sz="3600" dirty="0">
                <a:latin typeface="+mn-lt"/>
              </a:rPr>
              <a:t>, culpa el et </a:t>
            </a:r>
            <a:r>
              <a:rPr lang="es-ES" altLang="en-US" sz="3600" dirty="0" err="1">
                <a:latin typeface="+mn-lt"/>
              </a:rPr>
              <a:t>perchil</a:t>
            </a:r>
            <a:r>
              <a:rPr lang="es-ES" altLang="en-US" sz="3600" dirty="0">
                <a:latin typeface="+mn-lt"/>
              </a:rPr>
              <a:t> </a:t>
            </a:r>
            <a:r>
              <a:rPr lang="es-ES" altLang="en-US" sz="3600" dirty="0" err="1">
                <a:latin typeface="+mn-lt"/>
              </a:rPr>
              <a:t>ipiscil</a:t>
            </a:r>
            <a:r>
              <a:rPr lang="es-ES" altLang="en-US" sz="3600" dirty="0">
                <a:latin typeface="+mn-lt"/>
              </a:rPr>
              <a:t> </a:t>
            </a:r>
            <a:r>
              <a:rPr lang="es-ES" altLang="en-US" sz="3600" dirty="0" err="1">
                <a:latin typeface="+mn-lt"/>
              </a:rPr>
              <a:t>luptati</a:t>
            </a:r>
            <a:r>
              <a:rPr lang="es-ES" altLang="en-US" sz="3600" dirty="0">
                <a:latin typeface="+mn-lt"/>
              </a:rPr>
              <a:t> </a:t>
            </a:r>
            <a:r>
              <a:rPr lang="es-ES" altLang="en-US" sz="3600" dirty="0" err="1">
                <a:latin typeface="+mn-lt"/>
              </a:rPr>
              <a:t>nctiam</a:t>
            </a:r>
            <a:r>
              <a:rPr lang="es-ES" altLang="en-US" sz="3600" dirty="0">
                <a:latin typeface="+mn-lt"/>
              </a:rPr>
              <a:t>, </a:t>
            </a:r>
            <a:r>
              <a:rPr lang="es-ES" altLang="en-US" sz="3600" dirty="0" err="1">
                <a:latin typeface="+mn-lt"/>
              </a:rPr>
              <a:t>simaximo</a:t>
            </a:r>
            <a:r>
              <a:rPr lang="es-ES" altLang="en-US" sz="3600" dirty="0">
                <a:latin typeface="+mn-lt"/>
              </a:rPr>
              <a:t> </a:t>
            </a:r>
            <a:r>
              <a:rPr lang="es-ES" altLang="en-US" sz="3600" dirty="0" err="1">
                <a:latin typeface="+mn-lt"/>
              </a:rPr>
              <a:t>odis</a:t>
            </a:r>
            <a:r>
              <a:rPr lang="es-ES" altLang="en-US" sz="3600" dirty="0">
                <a:latin typeface="+mn-lt"/>
              </a:rPr>
              <a:t> </a:t>
            </a:r>
            <a:r>
              <a:rPr lang="es-ES" altLang="en-US" sz="3600" dirty="0" err="1">
                <a:latin typeface="+mn-lt"/>
              </a:rPr>
              <a:t>aped</a:t>
            </a:r>
            <a:r>
              <a:rPr lang="es-ES" altLang="en-US" sz="3600" dirty="0">
                <a:latin typeface="+mn-lt"/>
              </a:rPr>
              <a:t> </a:t>
            </a:r>
            <a:r>
              <a:rPr lang="es-ES" altLang="en-US" sz="3600" dirty="0" err="1">
                <a:latin typeface="+mn-lt"/>
              </a:rPr>
              <a:t>quam</a:t>
            </a:r>
            <a:r>
              <a:rPr lang="es-ES" altLang="en-US" sz="3600" dirty="0">
                <a:latin typeface="+mn-lt"/>
              </a:rPr>
              <a:t> </a:t>
            </a:r>
            <a:r>
              <a:rPr lang="es-ES" altLang="en-US" sz="3600" dirty="0" err="1">
                <a:latin typeface="+mn-lt"/>
              </a:rPr>
              <a:t>inharum</a:t>
            </a:r>
            <a:r>
              <a:rPr lang="es-ES" altLang="en-US" sz="3600" dirty="0">
                <a:latin typeface="+mn-lt"/>
              </a:rPr>
              <a:t> re </a:t>
            </a:r>
            <a:r>
              <a:rPr lang="es-ES" altLang="en-US" sz="3600" dirty="0" err="1">
                <a:latin typeface="+mn-lt"/>
              </a:rPr>
              <a:t>eventiae</a:t>
            </a:r>
            <a:r>
              <a:rPr lang="es-ES" altLang="en-US" sz="3600" dirty="0">
                <a:latin typeface="+mn-lt"/>
              </a:rPr>
              <a:t> </a:t>
            </a:r>
            <a:r>
              <a:rPr lang="es-ES" altLang="en-US" sz="3600" dirty="0" err="1">
                <a:latin typeface="+mn-lt"/>
              </a:rPr>
              <a:t>vernatusam</a:t>
            </a:r>
            <a:r>
              <a:rPr lang="es-ES" altLang="en-US" sz="3600" dirty="0">
                <a:latin typeface="+mn-lt"/>
              </a:rPr>
              <a:t>, optas </a:t>
            </a:r>
            <a:r>
              <a:rPr lang="es-ES" altLang="en-US" sz="3600" dirty="0" err="1">
                <a:latin typeface="+mn-lt"/>
              </a:rPr>
              <a:t>arumentemped</a:t>
            </a:r>
            <a:r>
              <a:rPr lang="es-ES" altLang="en-US" sz="3600" dirty="0">
                <a:latin typeface="+mn-lt"/>
              </a:rPr>
              <a:t> </a:t>
            </a:r>
            <a:r>
              <a:rPr lang="es-ES" altLang="en-US" sz="3600" dirty="0" err="1">
                <a:latin typeface="+mn-lt"/>
              </a:rPr>
              <a:t>eosessin</a:t>
            </a:r>
            <a:r>
              <a:rPr lang="es-ES" altLang="en-US" sz="3600" dirty="0">
                <a:latin typeface="+mn-lt"/>
              </a:rPr>
              <a:t> </a:t>
            </a:r>
            <a:r>
              <a:rPr lang="es-ES" altLang="en-US" sz="3600" dirty="0" err="1">
                <a:latin typeface="+mn-lt"/>
              </a:rPr>
              <a:t>comnimi</a:t>
            </a:r>
            <a:r>
              <a:rPr lang="es-ES" altLang="en-US" sz="3600" dirty="0">
                <a:latin typeface="+mn-lt"/>
              </a:rPr>
              <a:t>, </a:t>
            </a:r>
            <a:r>
              <a:rPr lang="es-ES" altLang="en-US" sz="3600" dirty="0" err="1">
                <a:latin typeface="+mn-lt"/>
              </a:rPr>
              <a:t>velic</a:t>
            </a:r>
            <a:r>
              <a:rPr lang="es-ES" altLang="en-US" sz="3600" dirty="0">
                <a:latin typeface="+mn-lt"/>
              </a:rPr>
              <a:t> </a:t>
            </a:r>
            <a:r>
              <a:rPr lang="es-ES" altLang="en-US" sz="3600" dirty="0" err="1">
                <a:latin typeface="+mn-lt"/>
              </a:rPr>
              <a:t>tecto</a:t>
            </a:r>
            <a:r>
              <a:rPr lang="es-ES" altLang="en-US" sz="3600" dirty="0">
                <a:latin typeface="+mn-lt"/>
              </a:rPr>
              <a:t> </a:t>
            </a:r>
            <a:r>
              <a:rPr lang="es-ES" altLang="en-US" sz="3600" dirty="0" err="1">
                <a:latin typeface="+mn-lt"/>
              </a:rPr>
              <a:t>ommodit</a:t>
            </a:r>
            <a:r>
              <a:rPr lang="es-ES" altLang="en-US" sz="3600" dirty="0">
                <a:latin typeface="+mn-lt"/>
              </a:rPr>
              <a:t> </a:t>
            </a:r>
            <a:r>
              <a:rPr lang="es-ES" altLang="en-US" sz="3600" dirty="0" err="1">
                <a:latin typeface="+mn-lt"/>
              </a:rPr>
              <a:t>inctate</a:t>
            </a:r>
            <a:r>
              <a:rPr lang="es-ES" altLang="en-US" sz="3600" dirty="0">
                <a:latin typeface="+mn-lt"/>
              </a:rPr>
              <a:t> </a:t>
            </a:r>
            <a:r>
              <a:rPr lang="es-ES" altLang="en-US" sz="3600" dirty="0" err="1">
                <a:latin typeface="+mn-lt"/>
              </a:rPr>
              <a:t>nihita</a:t>
            </a:r>
            <a:r>
              <a:rPr lang="es-ES" altLang="en-US" sz="3600" dirty="0">
                <a:latin typeface="+mn-lt"/>
              </a:rPr>
              <a:t> </a:t>
            </a:r>
            <a:r>
              <a:rPr lang="es-ES" altLang="en-US" sz="3600" dirty="0" err="1">
                <a:latin typeface="+mn-lt"/>
              </a:rPr>
              <a:t>apediorit</a:t>
            </a:r>
            <a:r>
              <a:rPr lang="es-ES" altLang="en-US" sz="3600" dirty="0">
                <a:latin typeface="+mn-lt"/>
              </a:rPr>
              <a:t>, culpa el et </a:t>
            </a:r>
            <a:r>
              <a:rPr lang="es-ES" altLang="en-US" sz="3600" dirty="0" err="1">
                <a:latin typeface="+mn-lt"/>
              </a:rPr>
              <a:t>perchil</a:t>
            </a:r>
            <a:r>
              <a:rPr lang="es-ES" altLang="en-US" sz="3600" dirty="0">
                <a:latin typeface="+mn-lt"/>
              </a:rPr>
              <a:t> </a:t>
            </a:r>
            <a:r>
              <a:rPr lang="es-ES" altLang="en-US" sz="3600" dirty="0" err="1">
                <a:latin typeface="+mn-lt"/>
              </a:rPr>
              <a:t>ipiscil</a:t>
            </a:r>
            <a:r>
              <a:rPr lang="es-ES" altLang="en-US" sz="3600" dirty="0">
                <a:latin typeface="+mn-lt"/>
              </a:rPr>
              <a:t> </a:t>
            </a:r>
            <a:r>
              <a:rPr lang="es-ES" altLang="en-US" sz="3600" dirty="0" err="1">
                <a:latin typeface="+mn-lt"/>
              </a:rPr>
              <a:t>luptati</a:t>
            </a:r>
            <a:r>
              <a:rPr lang="es-ES" altLang="en-US" sz="3600" dirty="0">
                <a:latin typeface="+mn-lt"/>
              </a:rPr>
              <a:t> </a:t>
            </a:r>
            <a:r>
              <a:rPr lang="es-ES" altLang="en-US" sz="3600" dirty="0" err="1">
                <a:latin typeface="+mn-lt"/>
              </a:rPr>
              <a:t>nctiam</a:t>
            </a:r>
            <a:r>
              <a:rPr lang="es-ES" altLang="en-US" sz="3600" dirty="0">
                <a:latin typeface="+mn-lt"/>
              </a:rPr>
              <a:t>, </a:t>
            </a:r>
            <a:r>
              <a:rPr lang="es-ES" altLang="en-US" sz="3600" dirty="0" err="1">
                <a:latin typeface="+mn-lt"/>
              </a:rPr>
              <a:t>simaximo</a:t>
            </a:r>
            <a:r>
              <a:rPr lang="es-ES" altLang="en-US" sz="3600" dirty="0">
                <a:latin typeface="+mn-lt"/>
              </a:rPr>
              <a:t> </a:t>
            </a:r>
            <a:r>
              <a:rPr lang="es-ES" altLang="en-US" sz="3600" dirty="0" err="1">
                <a:latin typeface="+mn-lt"/>
              </a:rPr>
              <a:t>odis</a:t>
            </a:r>
            <a:r>
              <a:rPr lang="es-ES" altLang="en-US" sz="3600" dirty="0">
                <a:latin typeface="+mn-lt"/>
              </a:rPr>
              <a:t> </a:t>
            </a:r>
            <a:r>
              <a:rPr lang="es-ES" altLang="en-US" sz="3600" dirty="0" err="1">
                <a:latin typeface="+mn-lt"/>
              </a:rPr>
              <a:t>aped</a:t>
            </a:r>
            <a:r>
              <a:rPr lang="es-ES" altLang="en-US" sz="3600" dirty="0">
                <a:latin typeface="+mn-lt"/>
              </a:rPr>
              <a:t> </a:t>
            </a:r>
            <a:r>
              <a:rPr lang="es-ES" altLang="en-US" sz="3600" dirty="0" err="1">
                <a:latin typeface="+mn-lt"/>
              </a:rPr>
              <a:t>quam</a:t>
            </a:r>
            <a:r>
              <a:rPr lang="es-ES" altLang="en-US" sz="3600" dirty="0">
                <a:latin typeface="+mn-lt"/>
              </a:rPr>
              <a:t> in </a:t>
            </a:r>
            <a:r>
              <a:rPr lang="es-ES" altLang="en-US" sz="3600" dirty="0" err="1">
                <a:latin typeface="+mn-lt"/>
              </a:rPr>
              <a:t>harum</a:t>
            </a:r>
            <a:r>
              <a:rPr lang="es-ES" altLang="en-US" sz="3600" dirty="0">
                <a:latin typeface="+mn-lt"/>
              </a:rPr>
              <a:t> re </a:t>
            </a:r>
            <a:r>
              <a:rPr lang="es-ES" altLang="en-US" sz="3600" dirty="0" err="1">
                <a:latin typeface="+mn-lt"/>
              </a:rPr>
              <a:t>eventiae</a:t>
            </a:r>
            <a:r>
              <a:rPr lang="es-ES" altLang="en-US" sz="3600" dirty="0">
                <a:latin typeface="+mn-lt"/>
              </a:rPr>
              <a:t> </a:t>
            </a:r>
            <a:r>
              <a:rPr lang="es-ES" altLang="en-US" sz="3600" dirty="0" err="1">
                <a:latin typeface="+mn-lt"/>
              </a:rPr>
              <a:t>vernatusam</a:t>
            </a:r>
            <a:r>
              <a:rPr lang="es-ES" altLang="en-US" sz="3600" dirty="0">
                <a:latin typeface="+mn-lt"/>
              </a:rPr>
              <a:t>, optas </a:t>
            </a:r>
            <a:r>
              <a:rPr lang="es-ES" altLang="en-US" sz="3600" dirty="0" err="1">
                <a:latin typeface="+mn-lt"/>
              </a:rPr>
              <a:t>arumentemped</a:t>
            </a:r>
            <a:r>
              <a:rPr lang="es-ES" altLang="en-US" sz="3600" dirty="0">
                <a:latin typeface="+mn-lt"/>
              </a:rPr>
              <a:t> </a:t>
            </a:r>
            <a:r>
              <a:rPr lang="es-ES" altLang="en-US" sz="3600" dirty="0" err="1">
                <a:latin typeface="+mn-lt"/>
              </a:rPr>
              <a:t>eosessin</a:t>
            </a:r>
            <a:r>
              <a:rPr lang="es-ES" altLang="en-US" sz="3600" dirty="0">
                <a:latin typeface="+mn-lt"/>
              </a:rPr>
              <a:t> </a:t>
            </a:r>
            <a:r>
              <a:rPr lang="es-ES" altLang="en-US" sz="3600" dirty="0" err="1">
                <a:latin typeface="+mn-lt"/>
              </a:rPr>
              <a:t>comnimi</a:t>
            </a:r>
            <a:r>
              <a:rPr lang="es-ES" altLang="en-US" sz="3600" dirty="0">
                <a:latin typeface="+mn-lt"/>
              </a:rPr>
              <a:t>, </a:t>
            </a:r>
            <a:r>
              <a:rPr lang="es-ES" altLang="en-US" sz="3600" dirty="0" err="1">
                <a:latin typeface="+mn-lt"/>
              </a:rPr>
              <a:t>velic</a:t>
            </a:r>
            <a:r>
              <a:rPr lang="es-ES" altLang="en-US" sz="3600" dirty="0">
                <a:latin typeface="+mn-lt"/>
              </a:rPr>
              <a:t> </a:t>
            </a:r>
            <a:r>
              <a:rPr lang="es-ES" altLang="en-US" sz="3600" dirty="0" err="1">
                <a:latin typeface="+mn-lt"/>
              </a:rPr>
              <a:t>tecto</a:t>
            </a:r>
            <a:r>
              <a:rPr lang="es-ES" altLang="en-US" sz="3600" dirty="0">
                <a:latin typeface="+mn-lt"/>
              </a:rPr>
              <a:t> </a:t>
            </a:r>
            <a:r>
              <a:rPr lang="es-ES" altLang="en-US" sz="3600" dirty="0" err="1">
                <a:latin typeface="+mn-lt"/>
              </a:rPr>
              <a:t>ommodit</a:t>
            </a:r>
            <a:r>
              <a:rPr lang="es-ES" altLang="en-US" sz="3600" dirty="0">
                <a:latin typeface="+mn-lt"/>
              </a:rPr>
              <a:t> </a:t>
            </a:r>
            <a:r>
              <a:rPr lang="es-ES" altLang="en-US" sz="3600" dirty="0" err="1">
                <a:latin typeface="+mn-lt"/>
              </a:rPr>
              <a:t>inctate</a:t>
            </a:r>
            <a:r>
              <a:rPr lang="es-ES" altLang="en-US" sz="3600" dirty="0">
                <a:latin typeface="+mn-lt"/>
              </a:rPr>
              <a:t> </a:t>
            </a:r>
            <a:r>
              <a:rPr lang="es-ES" altLang="en-US" sz="3600" dirty="0" err="1">
                <a:latin typeface="+mn-lt"/>
              </a:rPr>
              <a:t>nihita</a:t>
            </a:r>
            <a:r>
              <a:rPr lang="es-ES" altLang="en-US" sz="3600" dirty="0">
                <a:latin typeface="+mn-lt"/>
              </a:rPr>
              <a:t> </a:t>
            </a:r>
            <a:r>
              <a:rPr lang="es-ES" altLang="en-US" sz="3600" dirty="0" err="1">
                <a:latin typeface="+mn-lt"/>
              </a:rPr>
              <a:t>apediorit</a:t>
            </a:r>
            <a:r>
              <a:rPr lang="es-ES" altLang="en-US" sz="3600" dirty="0">
                <a:latin typeface="+mn-lt"/>
              </a:rPr>
              <a:t>, culpa el et </a:t>
            </a:r>
            <a:r>
              <a:rPr lang="es-ES" altLang="en-US" sz="3600" dirty="0" err="1">
                <a:latin typeface="+mn-lt"/>
              </a:rPr>
              <a:t>perchil</a:t>
            </a:r>
            <a:r>
              <a:rPr lang="es-ES" altLang="en-US" sz="3600" dirty="0">
                <a:latin typeface="+mn-lt"/>
              </a:rPr>
              <a:t> </a:t>
            </a:r>
            <a:r>
              <a:rPr lang="es-ES" altLang="en-US" sz="3600" dirty="0" err="1">
                <a:latin typeface="+mn-lt"/>
              </a:rPr>
              <a:t>ipiscil</a:t>
            </a:r>
            <a:endParaRPr lang="en-US" altLang="en-US" sz="3600" dirty="0">
              <a:latin typeface="+mn-lt"/>
            </a:endParaRPr>
          </a:p>
        </p:txBody>
      </p:sp>
      <p:sp>
        <p:nvSpPr>
          <p:cNvPr id="16387" name="Text Box 277">
            <a:extLst>
              <a:ext uri="{FF2B5EF4-FFF2-40B4-BE49-F238E27FC236}">
                <a16:creationId xmlns:a16="http://schemas.microsoft.com/office/drawing/2014/main" id="{EAF752FC-8C59-48F7-9180-B94F09DADAF4}"/>
              </a:ext>
            </a:extLst>
          </p:cNvPr>
          <p:cNvSpPr txBox="1">
            <a:spLocks noChangeArrowheads="1"/>
          </p:cNvSpPr>
          <p:nvPr/>
        </p:nvSpPr>
        <p:spPr bwMode="auto">
          <a:xfrm>
            <a:off x="1471613" y="34210625"/>
            <a:ext cx="13565187" cy="306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4161750" indent="-24161750">
              <a:spcBef>
                <a:spcPct val="20000"/>
              </a:spcBef>
              <a:buChar char="•"/>
              <a:defRPr sz="14300">
                <a:solidFill>
                  <a:schemeClr val="tx1"/>
                </a:solidFill>
                <a:latin typeface="Arial" charset="0"/>
                <a:ea typeface="ＭＳ Ｐゴシック" charset="-128"/>
              </a:defRPr>
            </a:lvl1pPr>
            <a:lvl2pPr>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marL="0" lvl="1" indent="0" algn="just" eaLnBrk="1" hangingPunct="1">
              <a:spcBef>
                <a:spcPts val="2163"/>
              </a:spcBef>
              <a:buFontTx/>
              <a:buNone/>
              <a:defRPr/>
            </a:pPr>
            <a:r>
              <a:rPr lang="es-ES" altLang="en-US" sz="3600" dirty="0">
                <a:latin typeface="+mn-lt"/>
              </a:rPr>
              <a:t>- et </a:t>
            </a:r>
            <a:r>
              <a:rPr lang="es-ES" altLang="en-US" sz="3600" dirty="0" err="1">
                <a:latin typeface="+mn-lt"/>
              </a:rPr>
              <a:t>volupt</a:t>
            </a:r>
            <a:r>
              <a:rPr lang="es-ES" altLang="en-US" sz="3600" dirty="0">
                <a:latin typeface="+mn-lt"/>
              </a:rPr>
              <a:t> es </a:t>
            </a:r>
            <a:r>
              <a:rPr lang="es-ES" altLang="en-US" sz="3600" dirty="0" err="1">
                <a:latin typeface="+mn-lt"/>
              </a:rPr>
              <a:t>entusam</a:t>
            </a:r>
            <a:r>
              <a:rPr lang="es-ES" altLang="en-US" sz="3600" dirty="0">
                <a:latin typeface="+mn-lt"/>
              </a:rPr>
              <a:t> et</a:t>
            </a:r>
          </a:p>
          <a:p>
            <a:pPr marL="0" lvl="1" indent="0" algn="just" eaLnBrk="1" hangingPunct="1">
              <a:spcBef>
                <a:spcPts val="2163"/>
              </a:spcBef>
              <a:buFontTx/>
              <a:buNone/>
              <a:defRPr/>
            </a:pPr>
            <a:r>
              <a:rPr lang="es-ES" altLang="en-US" sz="3600" dirty="0">
                <a:latin typeface="+mn-lt"/>
              </a:rPr>
              <a:t>- et </a:t>
            </a:r>
            <a:r>
              <a:rPr lang="es-ES" altLang="en-US" sz="3600" dirty="0" err="1">
                <a:latin typeface="+mn-lt"/>
              </a:rPr>
              <a:t>volupt</a:t>
            </a:r>
            <a:r>
              <a:rPr lang="es-ES" altLang="en-US" sz="3600" dirty="0">
                <a:latin typeface="+mn-lt"/>
              </a:rPr>
              <a:t> </a:t>
            </a:r>
            <a:r>
              <a:rPr lang="es-ES" altLang="en-US" sz="3600" dirty="0" err="1">
                <a:latin typeface="+mn-lt"/>
              </a:rPr>
              <a:t>em</a:t>
            </a:r>
            <a:r>
              <a:rPr lang="es-ES" altLang="en-US" sz="3600" dirty="0">
                <a:latin typeface="+mn-lt"/>
              </a:rPr>
              <a:t> et</a:t>
            </a:r>
          </a:p>
          <a:p>
            <a:pPr marL="0" lvl="1" indent="0" algn="just" eaLnBrk="1" hangingPunct="1">
              <a:spcBef>
                <a:spcPts val="2163"/>
              </a:spcBef>
              <a:buFontTx/>
              <a:buNone/>
              <a:defRPr/>
            </a:pPr>
            <a:r>
              <a:rPr lang="es-ES" altLang="en-US" sz="3600" dirty="0">
                <a:latin typeface="+mn-lt"/>
              </a:rPr>
              <a:t>- </a:t>
            </a:r>
            <a:r>
              <a:rPr lang="es-ES" altLang="en-US" sz="3600" dirty="0" err="1">
                <a:latin typeface="+mn-lt"/>
              </a:rPr>
              <a:t>utaqui</a:t>
            </a:r>
            <a:r>
              <a:rPr lang="es-ES" altLang="en-US" sz="3600" dirty="0">
                <a:latin typeface="+mn-lt"/>
              </a:rPr>
              <a:t> </a:t>
            </a:r>
            <a:r>
              <a:rPr lang="es-ES" altLang="en-US" sz="3600" dirty="0" err="1">
                <a:latin typeface="+mn-lt"/>
              </a:rPr>
              <a:t>intra</a:t>
            </a:r>
            <a:r>
              <a:rPr lang="es-ES" altLang="en-US" sz="3600" dirty="0">
                <a:latin typeface="+mn-lt"/>
              </a:rPr>
              <a:t> </a:t>
            </a:r>
            <a:r>
              <a:rPr lang="es-ES" altLang="en-US" sz="3600" dirty="0" err="1">
                <a:latin typeface="+mn-lt"/>
              </a:rPr>
              <a:t>qu</a:t>
            </a:r>
            <a:r>
              <a:rPr lang="es-ES" altLang="en-US" sz="3600" dirty="0">
                <a:latin typeface="+mn-lt"/>
              </a:rPr>
              <a:t> ero</a:t>
            </a:r>
          </a:p>
          <a:p>
            <a:pPr marL="0" lvl="1" indent="0" algn="just" eaLnBrk="1" hangingPunct="1">
              <a:spcBef>
                <a:spcPts val="2163"/>
              </a:spcBef>
              <a:buFontTx/>
              <a:buNone/>
              <a:defRPr/>
            </a:pPr>
            <a:r>
              <a:rPr lang="es-ES" altLang="en-US" sz="3600" dirty="0">
                <a:latin typeface="+mn-lt"/>
              </a:rPr>
              <a:t>- et </a:t>
            </a:r>
            <a:r>
              <a:rPr lang="es-ES" altLang="en-US" sz="3600" dirty="0" err="1">
                <a:latin typeface="+mn-lt"/>
              </a:rPr>
              <a:t>volupt</a:t>
            </a:r>
            <a:r>
              <a:rPr lang="es-ES" altLang="en-US" sz="3600" dirty="0">
                <a:latin typeface="+mn-lt"/>
              </a:rPr>
              <a:t> es en</a:t>
            </a:r>
          </a:p>
        </p:txBody>
      </p:sp>
      <p:sp>
        <p:nvSpPr>
          <p:cNvPr id="16388" name="Text Box 277">
            <a:extLst>
              <a:ext uri="{FF2B5EF4-FFF2-40B4-BE49-F238E27FC236}">
                <a16:creationId xmlns:a16="http://schemas.microsoft.com/office/drawing/2014/main" id="{CD32B20C-AE6C-4848-988F-4ED18EF6B7E9}"/>
              </a:ext>
            </a:extLst>
          </p:cNvPr>
          <p:cNvSpPr txBox="1">
            <a:spLocks noChangeArrowheads="1"/>
          </p:cNvSpPr>
          <p:nvPr/>
        </p:nvSpPr>
        <p:spPr bwMode="auto">
          <a:xfrm>
            <a:off x="16206191" y="34143696"/>
            <a:ext cx="13565187"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3000" dirty="0">
                <a:latin typeface="+mn-lt"/>
              </a:rPr>
              <a:t>[1] </a:t>
            </a:r>
            <a:r>
              <a:rPr lang="es-ES" altLang="en-US" sz="3000" dirty="0" err="1">
                <a:latin typeface="+mn-lt"/>
              </a:rPr>
              <a:t>Qui</a:t>
            </a:r>
            <a:r>
              <a:rPr lang="es-ES" altLang="en-US" sz="3000" dirty="0">
                <a:latin typeface="+mn-lt"/>
              </a:rPr>
              <a:t> </a:t>
            </a:r>
            <a:r>
              <a:rPr lang="es-ES" altLang="en-US" sz="3000" dirty="0" err="1">
                <a:latin typeface="+mn-lt"/>
              </a:rPr>
              <a:t>denis</a:t>
            </a:r>
            <a:r>
              <a:rPr lang="es-ES" altLang="en-US" sz="3000" dirty="0">
                <a:latin typeface="+mn-lt"/>
              </a:rPr>
              <a:t> </a:t>
            </a:r>
            <a:r>
              <a:rPr lang="es-ES" altLang="en-US" sz="3000" dirty="0" err="1">
                <a:latin typeface="+mn-lt"/>
              </a:rPr>
              <a:t>incimaio</a:t>
            </a:r>
            <a:r>
              <a:rPr lang="es-ES" altLang="en-US" sz="3000" dirty="0">
                <a:latin typeface="+mn-lt"/>
              </a:rPr>
              <a:t> con </a:t>
            </a:r>
            <a:r>
              <a:rPr lang="es-ES" altLang="en-US" sz="3000" dirty="0" err="1">
                <a:latin typeface="+mn-lt"/>
              </a:rPr>
              <a:t>reserum</a:t>
            </a:r>
            <a:r>
              <a:rPr lang="es-ES" altLang="en-US" sz="3000" dirty="0">
                <a:latin typeface="+mn-lt"/>
              </a:rPr>
              <a:t> </a:t>
            </a:r>
            <a:r>
              <a:rPr lang="es-ES" altLang="en-US" sz="3000" dirty="0" err="1">
                <a:latin typeface="+mn-lt"/>
              </a:rPr>
              <a:t>quamet</a:t>
            </a:r>
            <a:r>
              <a:rPr lang="es-ES" altLang="en-US" sz="3000" dirty="0">
                <a:latin typeface="+mn-lt"/>
              </a:rPr>
              <a:t> </a:t>
            </a:r>
          </a:p>
          <a:p>
            <a:pPr algn="just" eaLnBrk="1" hangingPunct="1">
              <a:spcBef>
                <a:spcPct val="50000"/>
              </a:spcBef>
              <a:buFontTx/>
              <a:buNone/>
              <a:defRPr/>
            </a:pPr>
            <a:r>
              <a:rPr lang="es-ES" altLang="en-US" sz="3000" dirty="0">
                <a:latin typeface="+mn-lt"/>
              </a:rPr>
              <a:t>[2] </a:t>
            </a:r>
            <a:r>
              <a:rPr lang="es-ES" altLang="en-US" sz="3000" dirty="0" err="1">
                <a:latin typeface="+mn-lt"/>
              </a:rPr>
              <a:t>Qui</a:t>
            </a:r>
            <a:r>
              <a:rPr lang="es-ES" altLang="en-US" sz="3000" dirty="0">
                <a:latin typeface="+mn-lt"/>
              </a:rPr>
              <a:t> </a:t>
            </a:r>
            <a:r>
              <a:rPr lang="es-ES" altLang="en-US" sz="3000" dirty="0" err="1">
                <a:latin typeface="+mn-lt"/>
              </a:rPr>
              <a:t>sinullo</a:t>
            </a:r>
            <a:r>
              <a:rPr lang="es-ES" altLang="en-US" sz="3000" dirty="0">
                <a:latin typeface="+mn-lt"/>
              </a:rPr>
              <a:t> </a:t>
            </a:r>
            <a:r>
              <a:rPr lang="es-ES" altLang="en-US" sz="3000" dirty="0" err="1">
                <a:latin typeface="+mn-lt"/>
              </a:rPr>
              <a:t>ribuste</a:t>
            </a:r>
            <a:r>
              <a:rPr lang="es-ES" altLang="en-US" sz="3000" dirty="0">
                <a:latin typeface="+mn-lt"/>
              </a:rPr>
              <a:t> </a:t>
            </a:r>
            <a:r>
              <a:rPr lang="es-ES" altLang="en-US" sz="3000" dirty="0" err="1">
                <a:latin typeface="+mn-lt"/>
              </a:rPr>
              <a:t>mporeium</a:t>
            </a:r>
            <a:r>
              <a:rPr lang="es-ES" altLang="en-US" sz="3000" dirty="0">
                <a:latin typeface="+mn-lt"/>
              </a:rPr>
              <a:t> </a:t>
            </a:r>
            <a:r>
              <a:rPr lang="es-ES" altLang="en-US" sz="3000" dirty="0" err="1">
                <a:latin typeface="+mn-lt"/>
              </a:rPr>
              <a:t>ium</a:t>
            </a:r>
            <a:r>
              <a:rPr lang="es-ES" altLang="en-US" sz="3000" dirty="0">
                <a:latin typeface="+mn-lt"/>
              </a:rPr>
              <a:t> </a:t>
            </a:r>
            <a:r>
              <a:rPr lang="es-ES" altLang="en-US" sz="3000" dirty="0" err="1">
                <a:latin typeface="+mn-lt"/>
              </a:rPr>
              <a:t>ipitem</a:t>
            </a:r>
            <a:r>
              <a:rPr lang="es-ES" altLang="en-US" sz="3000" dirty="0">
                <a:latin typeface="+mn-lt"/>
              </a:rPr>
              <a:t> </a:t>
            </a:r>
            <a:r>
              <a:rPr lang="es-ES" altLang="en-US" sz="3000" dirty="0" err="1">
                <a:latin typeface="+mn-lt"/>
              </a:rPr>
              <a:t>rero</a:t>
            </a:r>
            <a:r>
              <a:rPr lang="es-ES" altLang="en-US" sz="3000" dirty="0">
                <a:latin typeface="+mn-lt"/>
              </a:rPr>
              <a:t> </a:t>
            </a:r>
            <a:r>
              <a:rPr lang="es-ES" altLang="en-US" sz="3000" dirty="0" err="1">
                <a:latin typeface="+mn-lt"/>
              </a:rPr>
              <a:t>miligente</a:t>
            </a:r>
            <a:r>
              <a:rPr lang="es-ES" altLang="en-US" sz="3000" dirty="0">
                <a:latin typeface="+mn-lt"/>
              </a:rPr>
              <a:t> </a:t>
            </a:r>
          </a:p>
          <a:p>
            <a:pPr algn="just" eaLnBrk="1" hangingPunct="1">
              <a:spcBef>
                <a:spcPct val="50000"/>
              </a:spcBef>
              <a:buFontTx/>
              <a:buNone/>
              <a:defRPr/>
            </a:pPr>
            <a:r>
              <a:rPr lang="es-ES" altLang="en-US" sz="3000" dirty="0">
                <a:latin typeface="+mn-lt"/>
              </a:rPr>
              <a:t>[3] </a:t>
            </a:r>
            <a:r>
              <a:rPr lang="es-ES" altLang="en-US" sz="3000" dirty="0" err="1">
                <a:latin typeface="+mn-lt"/>
              </a:rPr>
              <a:t>Solupta</a:t>
            </a:r>
            <a:r>
              <a:rPr lang="es-ES" altLang="en-US" sz="3000" dirty="0">
                <a:latin typeface="+mn-lt"/>
              </a:rPr>
              <a:t> </a:t>
            </a:r>
            <a:r>
              <a:rPr lang="es-ES" altLang="en-US" sz="3000" dirty="0" err="1">
                <a:latin typeface="+mn-lt"/>
              </a:rPr>
              <a:t>temodi</a:t>
            </a:r>
            <a:r>
              <a:rPr lang="es-ES" altLang="en-US" sz="3000" dirty="0">
                <a:latin typeface="+mn-lt"/>
              </a:rPr>
              <a:t> </a:t>
            </a:r>
            <a:r>
              <a:rPr lang="es-ES" altLang="en-US" sz="3000" dirty="0" err="1">
                <a:latin typeface="+mn-lt"/>
              </a:rPr>
              <a:t>assequistium</a:t>
            </a:r>
            <a:r>
              <a:rPr lang="es-ES" altLang="en-US" sz="3000" dirty="0">
                <a:latin typeface="+mn-lt"/>
              </a:rPr>
              <a:t> </a:t>
            </a:r>
            <a:r>
              <a:rPr lang="es-ES" altLang="en-US" sz="3000" dirty="0" err="1">
                <a:latin typeface="+mn-lt"/>
              </a:rPr>
              <a:t>quidenis</a:t>
            </a:r>
            <a:r>
              <a:rPr lang="es-ES" altLang="en-US" sz="3000" dirty="0">
                <a:latin typeface="+mn-lt"/>
              </a:rPr>
              <a:t> </a:t>
            </a:r>
            <a:r>
              <a:rPr lang="es-ES" altLang="en-US" sz="3000" dirty="0" err="1">
                <a:latin typeface="+mn-lt"/>
              </a:rPr>
              <a:t>sequide</a:t>
            </a:r>
            <a:r>
              <a:rPr lang="es-ES" altLang="en-US" sz="3000" dirty="0">
                <a:latin typeface="+mn-lt"/>
              </a:rPr>
              <a:t> </a:t>
            </a:r>
            <a:r>
              <a:rPr lang="es-ES" altLang="en-US" sz="3000" dirty="0" err="1">
                <a:latin typeface="+mn-lt"/>
              </a:rPr>
              <a:t>pore</a:t>
            </a:r>
            <a:r>
              <a:rPr lang="es-ES" altLang="en-US" sz="3000" dirty="0">
                <a:latin typeface="+mn-lt"/>
              </a:rPr>
              <a:t> </a:t>
            </a:r>
          </a:p>
        </p:txBody>
      </p:sp>
      <p:pic>
        <p:nvPicPr>
          <p:cNvPr id="17413" name="Picture 34" descr="ingenieria-en-la-red-the-graph.gif">
            <a:extLst>
              <a:ext uri="{FF2B5EF4-FFF2-40B4-BE49-F238E27FC236}">
                <a16:creationId xmlns:a16="http://schemas.microsoft.com/office/drawing/2014/main" id="{46E10010-D1BF-417A-8EC4-C559AF83D8E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5588" y="16116300"/>
            <a:ext cx="62134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72" descr="nikon ti-e6 luz_correc.tif">
            <a:extLst>
              <a:ext uri="{FF2B5EF4-FFF2-40B4-BE49-F238E27FC236}">
                <a16:creationId xmlns:a16="http://schemas.microsoft.com/office/drawing/2014/main" id="{A3B7F8FA-485F-46C1-A9A5-00198507875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95263" y="27158950"/>
            <a:ext cx="4681537" cy="362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73" descr="heater + new piece 01.tif">
            <a:extLst>
              <a:ext uri="{FF2B5EF4-FFF2-40B4-BE49-F238E27FC236}">
                <a16:creationId xmlns:a16="http://schemas.microsoft.com/office/drawing/2014/main" id="{78E04F3B-888D-4B88-B11A-C6685CEB66A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426363" y="27103388"/>
            <a:ext cx="4930775" cy="36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Text Box 277">
            <a:extLst>
              <a:ext uri="{FF2B5EF4-FFF2-40B4-BE49-F238E27FC236}">
                <a16:creationId xmlns:a16="http://schemas.microsoft.com/office/drawing/2014/main" id="{D8F2F182-A574-478B-A005-64864B9CCD7C}"/>
              </a:ext>
            </a:extLst>
          </p:cNvPr>
          <p:cNvSpPr txBox="1">
            <a:spLocks noChangeArrowheads="1"/>
          </p:cNvSpPr>
          <p:nvPr/>
        </p:nvSpPr>
        <p:spPr bwMode="auto">
          <a:xfrm>
            <a:off x="42786300" y="25126950"/>
            <a:ext cx="6478588" cy="406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50000"/>
              </a:spcBef>
              <a:spcAft>
                <a:spcPts val="2400"/>
              </a:spcAft>
              <a:buFontTx/>
              <a:buNone/>
            </a:pPr>
            <a:r>
              <a:rPr lang="es-ES" altLang="en-US" sz="2200" b="1">
                <a:solidFill>
                  <a:schemeClr val="bg1"/>
                </a:solidFill>
                <a:latin typeface="Swiss 721 BT" charset="0"/>
              </a:rPr>
              <a:t>Caption: </a:t>
            </a:r>
            <a:r>
              <a:rPr lang="es-ES" altLang="en-US" sz="2200">
                <a:solidFill>
                  <a:schemeClr val="bg1"/>
                </a:solidFill>
                <a:latin typeface="Swiss 721 BT" charset="0"/>
              </a:rPr>
              <a:t>Tas porecae es ad est entiis volupti cusam vellacc aborrore, to volupist officim usaperum fuga. Lorehenet as si venieni hicienimus, ad quia doluptatem necaecto vit eveliquunt venihil eum landus nonetipsandi duntem est, cullab ipit dolorum inctate dollatint  platum asint laborecatur res qui corestrum fuga. Erunto omnis es nos ere autem etus dolupta nonsequ amendi sam, sent pliae sedi audandi omnis ne none pre aped minvel mo moluptas et, vel ipsandi duntem est, cullab ipit dolorum inctate dollatint volupis earchic. Erunto omnis es nos ere autem etus dolupta.</a:t>
            </a:r>
            <a:endParaRPr lang="en-US" altLang="en-US" sz="2200">
              <a:solidFill>
                <a:schemeClr val="bg1"/>
              </a:solidFill>
              <a:latin typeface="Swiss 721 BT" charset="0"/>
            </a:endParaRPr>
          </a:p>
        </p:txBody>
      </p:sp>
      <p:sp>
        <p:nvSpPr>
          <p:cNvPr id="16393" name="Text Box 277">
            <a:extLst>
              <a:ext uri="{FF2B5EF4-FFF2-40B4-BE49-F238E27FC236}">
                <a16:creationId xmlns:a16="http://schemas.microsoft.com/office/drawing/2014/main" id="{C2547AF9-0E64-4F68-93CF-608825A52835}"/>
              </a:ext>
            </a:extLst>
          </p:cNvPr>
          <p:cNvSpPr txBox="1">
            <a:spLocks noChangeArrowheads="1"/>
          </p:cNvSpPr>
          <p:nvPr/>
        </p:nvSpPr>
        <p:spPr bwMode="auto">
          <a:xfrm>
            <a:off x="1393825" y="22488525"/>
            <a:ext cx="28882975"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spcAft>
                <a:spcPts val="2400"/>
              </a:spcAft>
              <a:buFontTx/>
              <a:buNone/>
              <a:defRPr/>
            </a:pPr>
            <a:r>
              <a:rPr lang="en-US" altLang="en-US" sz="3600" dirty="0" err="1">
                <a:latin typeface="+mn-lt"/>
              </a:rPr>
              <a:t>Nullam</a:t>
            </a:r>
            <a:r>
              <a:rPr lang="en-US" altLang="en-US" sz="3600" dirty="0">
                <a:latin typeface="+mn-lt"/>
              </a:rPr>
              <a:t> in </a:t>
            </a:r>
            <a:r>
              <a:rPr lang="en-US" altLang="en-US" sz="3600" dirty="0" err="1">
                <a:latin typeface="+mn-lt"/>
              </a:rPr>
              <a:t>urna</a:t>
            </a:r>
            <a:r>
              <a:rPr lang="en-US" altLang="en-US" sz="3600" dirty="0">
                <a:latin typeface="+mn-lt"/>
              </a:rPr>
              <a:t> </a:t>
            </a:r>
            <a:r>
              <a:rPr lang="en-US" altLang="en-US" sz="3600" dirty="0" err="1">
                <a:latin typeface="+mn-lt"/>
              </a:rPr>
              <a:t>lacinia</a:t>
            </a:r>
            <a:r>
              <a:rPr lang="en-US" altLang="en-US" sz="3600" dirty="0">
                <a:latin typeface="+mn-lt"/>
              </a:rPr>
              <a:t> </a:t>
            </a:r>
            <a:r>
              <a:rPr lang="en-US" altLang="en-US" sz="3600" dirty="0" err="1">
                <a:latin typeface="+mn-lt"/>
              </a:rPr>
              <a:t>orci</a:t>
            </a:r>
            <a:r>
              <a:rPr lang="en-US" altLang="en-US" sz="3600" dirty="0">
                <a:latin typeface="+mn-lt"/>
              </a:rPr>
              <a:t> </a:t>
            </a:r>
            <a:r>
              <a:rPr lang="en-US" altLang="en-US" sz="3600" dirty="0" err="1">
                <a:latin typeface="+mn-lt"/>
              </a:rPr>
              <a:t>consequat</a:t>
            </a:r>
            <a:r>
              <a:rPr lang="en-US" altLang="en-US" sz="3600" dirty="0">
                <a:latin typeface="+mn-lt"/>
              </a:rPr>
              <a:t> dictum. Nam </a:t>
            </a:r>
            <a:r>
              <a:rPr lang="en-US" altLang="en-US" sz="3600" dirty="0" err="1">
                <a:latin typeface="+mn-lt"/>
              </a:rPr>
              <a:t>scelerisque</a:t>
            </a:r>
            <a:r>
              <a:rPr lang="en-US" altLang="en-US" sz="3600" dirty="0">
                <a:latin typeface="+mn-lt"/>
              </a:rPr>
              <a:t>, </a:t>
            </a:r>
            <a:r>
              <a:rPr lang="en-US" altLang="en-US" sz="3600" dirty="0" err="1">
                <a:latin typeface="+mn-lt"/>
              </a:rPr>
              <a:t>nisl</a:t>
            </a:r>
            <a:r>
              <a:rPr lang="en-US" altLang="en-US" sz="3600" dirty="0">
                <a:latin typeface="+mn-lt"/>
              </a:rPr>
              <a:t> in </a:t>
            </a:r>
            <a:r>
              <a:rPr lang="en-US" altLang="en-US" sz="3600" dirty="0" err="1">
                <a:latin typeface="+mn-lt"/>
              </a:rPr>
              <a:t>euismod</a:t>
            </a:r>
            <a:r>
              <a:rPr lang="en-US" altLang="en-US" sz="3600" dirty="0">
                <a:latin typeface="+mn-lt"/>
              </a:rPr>
              <a:t> </a:t>
            </a:r>
            <a:r>
              <a:rPr lang="en-US" altLang="en-US" sz="3600" dirty="0" err="1">
                <a:latin typeface="+mn-lt"/>
              </a:rPr>
              <a:t>eleifend</a:t>
            </a:r>
            <a:r>
              <a:rPr lang="en-US" altLang="en-US" sz="3600" dirty="0">
                <a:latin typeface="+mn-lt"/>
              </a:rPr>
              <a:t>, </a:t>
            </a:r>
            <a:r>
              <a:rPr lang="en-US" altLang="en-US" sz="3600" dirty="0" err="1">
                <a:latin typeface="+mn-lt"/>
              </a:rPr>
              <a:t>justo</a:t>
            </a:r>
            <a:r>
              <a:rPr lang="en-US" altLang="en-US" sz="3600" dirty="0">
                <a:latin typeface="+mn-lt"/>
              </a:rPr>
              <a:t> </a:t>
            </a:r>
            <a:r>
              <a:rPr lang="en-US" altLang="en-US" sz="3600" dirty="0" err="1">
                <a:latin typeface="+mn-lt"/>
              </a:rPr>
              <a:t>diam</a:t>
            </a:r>
            <a:r>
              <a:rPr lang="en-US" altLang="en-US" sz="3600" dirty="0">
                <a:latin typeface="+mn-lt"/>
              </a:rPr>
              <a:t> </a:t>
            </a:r>
            <a:r>
              <a:rPr lang="en-US" altLang="en-US" sz="3600" dirty="0" err="1">
                <a:latin typeface="+mn-lt"/>
              </a:rPr>
              <a:t>bibendum</a:t>
            </a:r>
            <a:r>
              <a:rPr lang="en-US" altLang="en-US" sz="3600" dirty="0">
                <a:latin typeface="+mn-lt"/>
              </a:rPr>
              <a:t> dui, </a:t>
            </a:r>
            <a:r>
              <a:rPr lang="en-US" altLang="en-US" sz="3600" dirty="0" err="1">
                <a:latin typeface="+mn-lt"/>
              </a:rPr>
              <a:t>sed</a:t>
            </a:r>
            <a:r>
              <a:rPr lang="en-US" altLang="en-US" sz="3600" dirty="0">
                <a:latin typeface="+mn-lt"/>
              </a:rPr>
              <a:t> </a:t>
            </a:r>
            <a:r>
              <a:rPr lang="en-US" altLang="en-US" sz="3600" dirty="0" err="1">
                <a:latin typeface="+mn-lt"/>
              </a:rPr>
              <a:t>congue</a:t>
            </a:r>
            <a:r>
              <a:rPr lang="en-US" altLang="en-US" sz="3600" dirty="0">
                <a:latin typeface="+mn-lt"/>
              </a:rPr>
              <a:t> </a:t>
            </a:r>
            <a:r>
              <a:rPr lang="en-US" altLang="en-US" sz="3600" dirty="0" err="1">
                <a:latin typeface="+mn-lt"/>
              </a:rPr>
              <a:t>diam</a:t>
            </a:r>
            <a:r>
              <a:rPr lang="en-US" altLang="en-US" sz="3600" dirty="0">
                <a:latin typeface="+mn-lt"/>
              </a:rPr>
              <a:t> </a:t>
            </a:r>
            <a:r>
              <a:rPr lang="en-US" altLang="en-US" sz="3600" dirty="0" err="1">
                <a:latin typeface="+mn-lt"/>
              </a:rPr>
              <a:t>enim</a:t>
            </a:r>
            <a:r>
              <a:rPr lang="en-US" altLang="en-US" sz="3600" dirty="0">
                <a:latin typeface="+mn-lt"/>
              </a:rPr>
              <a:t> sit </a:t>
            </a:r>
            <a:r>
              <a:rPr lang="en-US" altLang="en-US" sz="3600" dirty="0" err="1">
                <a:latin typeface="+mn-lt"/>
              </a:rPr>
              <a:t>amet</a:t>
            </a:r>
            <a:r>
              <a:rPr lang="en-US" altLang="en-US" sz="3600" dirty="0">
                <a:latin typeface="+mn-lt"/>
              </a:rPr>
              <a:t> </a:t>
            </a:r>
            <a:r>
              <a:rPr lang="en-US" altLang="en-US" sz="3600" dirty="0" err="1">
                <a:latin typeface="+mn-lt"/>
              </a:rPr>
              <a:t>turpis</a:t>
            </a:r>
            <a:r>
              <a:rPr lang="en-US" altLang="en-US" sz="3600" dirty="0">
                <a:latin typeface="+mn-lt"/>
              </a:rPr>
              <a:t>. </a:t>
            </a:r>
            <a:r>
              <a:rPr lang="en-US" altLang="en-US" sz="3600" dirty="0" err="1">
                <a:latin typeface="+mn-lt"/>
              </a:rPr>
              <a:t>Suspendisse</a:t>
            </a:r>
            <a:r>
              <a:rPr lang="en-US" altLang="en-US" sz="3600" dirty="0">
                <a:latin typeface="+mn-lt"/>
              </a:rPr>
              <a:t> </a:t>
            </a:r>
            <a:r>
              <a:rPr lang="en-US" altLang="en-US" sz="3600" dirty="0" err="1">
                <a:latin typeface="+mn-lt"/>
              </a:rPr>
              <a:t>rhoncus</a:t>
            </a:r>
            <a:r>
              <a:rPr lang="en-US" altLang="en-US" sz="3600" dirty="0">
                <a:latin typeface="+mn-lt"/>
              </a:rPr>
              <a:t> </a:t>
            </a:r>
            <a:r>
              <a:rPr lang="en-US" altLang="en-US" sz="3600" dirty="0" err="1">
                <a:latin typeface="+mn-lt"/>
              </a:rPr>
              <a:t>felis</a:t>
            </a:r>
            <a:r>
              <a:rPr lang="en-US" altLang="en-US" sz="3600" dirty="0">
                <a:latin typeface="+mn-lt"/>
              </a:rPr>
              <a:t> </a:t>
            </a:r>
            <a:r>
              <a:rPr lang="en-US" altLang="en-US" sz="3600" dirty="0" err="1">
                <a:latin typeface="+mn-lt"/>
              </a:rPr>
              <a:t>nec</a:t>
            </a:r>
            <a:r>
              <a:rPr lang="en-US" altLang="en-US" sz="3600" dirty="0">
                <a:latin typeface="+mn-lt"/>
              </a:rPr>
              <a:t> lacus </a:t>
            </a:r>
            <a:r>
              <a:rPr lang="en-US" altLang="en-US" sz="3600" dirty="0" err="1">
                <a:latin typeface="+mn-lt"/>
              </a:rPr>
              <a:t>blandit</a:t>
            </a:r>
            <a:r>
              <a:rPr lang="en-US" altLang="en-US" sz="3600" dirty="0">
                <a:latin typeface="+mn-lt"/>
              </a:rPr>
              <a:t> </a:t>
            </a:r>
            <a:r>
              <a:rPr lang="en-US" altLang="en-US" sz="3600" dirty="0" err="1">
                <a:latin typeface="+mn-lt"/>
              </a:rPr>
              <a:t>mollis</a:t>
            </a:r>
            <a:r>
              <a:rPr lang="en-US" altLang="en-US" sz="3600" dirty="0">
                <a:latin typeface="+mn-lt"/>
              </a:rPr>
              <a:t>. </a:t>
            </a:r>
            <a:r>
              <a:rPr lang="en-US" altLang="en-US" sz="3600" dirty="0" err="1">
                <a:latin typeface="+mn-lt"/>
              </a:rPr>
              <a:t>Pellentesque</a:t>
            </a:r>
            <a:r>
              <a:rPr lang="en-US" altLang="en-US" sz="3600" dirty="0">
                <a:latin typeface="+mn-lt"/>
              </a:rPr>
              <a:t> </a:t>
            </a:r>
            <a:r>
              <a:rPr lang="en-US" altLang="en-US" sz="3600" dirty="0" err="1">
                <a:latin typeface="+mn-lt"/>
              </a:rPr>
              <a:t>lectus</a:t>
            </a:r>
            <a:r>
              <a:rPr lang="en-US" altLang="en-US" sz="3600" dirty="0">
                <a:latin typeface="+mn-lt"/>
              </a:rPr>
              <a:t> </a:t>
            </a:r>
            <a:r>
              <a:rPr lang="en-US" altLang="en-US" sz="3600" dirty="0" err="1">
                <a:latin typeface="+mn-lt"/>
              </a:rPr>
              <a:t>est</a:t>
            </a:r>
            <a:r>
              <a:rPr lang="en-US" altLang="en-US" sz="3600" dirty="0">
                <a:latin typeface="+mn-lt"/>
              </a:rPr>
              <a:t>, </a:t>
            </a:r>
            <a:r>
              <a:rPr lang="en-US" altLang="en-US" sz="3600" dirty="0" err="1">
                <a:latin typeface="+mn-lt"/>
              </a:rPr>
              <a:t>accumsan</a:t>
            </a:r>
            <a:r>
              <a:rPr lang="en-US" altLang="en-US" sz="3600" dirty="0">
                <a:latin typeface="+mn-lt"/>
              </a:rPr>
              <a:t> ac </a:t>
            </a:r>
            <a:r>
              <a:rPr lang="en-US" altLang="en-US" sz="3600" dirty="0" err="1">
                <a:latin typeface="+mn-lt"/>
              </a:rPr>
              <a:t>pellentesque</a:t>
            </a:r>
            <a:r>
              <a:rPr lang="en-US" altLang="en-US" sz="3600" dirty="0">
                <a:latin typeface="+mn-lt"/>
              </a:rPr>
              <a:t> </a:t>
            </a:r>
            <a:r>
              <a:rPr lang="en-US" altLang="en-US" sz="3600" dirty="0" err="1">
                <a:latin typeface="+mn-lt"/>
              </a:rPr>
              <a:t>aliquam</a:t>
            </a:r>
            <a:r>
              <a:rPr lang="en-US" altLang="en-US" sz="3600" dirty="0">
                <a:latin typeface="+mn-lt"/>
              </a:rPr>
              <a:t>, </a:t>
            </a:r>
            <a:r>
              <a:rPr lang="en-US" altLang="en-US" sz="3600" dirty="0" err="1">
                <a:latin typeface="+mn-lt"/>
              </a:rPr>
              <a:t>bibendum</a:t>
            </a:r>
            <a:r>
              <a:rPr lang="en-US" altLang="en-US" sz="3600" dirty="0">
                <a:latin typeface="+mn-lt"/>
              </a:rPr>
              <a:t> </a:t>
            </a:r>
            <a:r>
              <a:rPr lang="en-US" altLang="en-US" sz="3600" dirty="0" err="1">
                <a:latin typeface="+mn-lt"/>
              </a:rPr>
              <a:t>quis</a:t>
            </a:r>
            <a:r>
              <a:rPr lang="en-US" altLang="en-US" sz="3600" dirty="0">
                <a:latin typeface="+mn-lt"/>
              </a:rPr>
              <a:t> </a:t>
            </a:r>
            <a:r>
              <a:rPr lang="en-US" altLang="en-US" sz="3600" dirty="0" err="1">
                <a:latin typeface="+mn-lt"/>
              </a:rPr>
              <a:t>metus</a:t>
            </a:r>
            <a:r>
              <a:rPr lang="en-US" altLang="en-US" sz="3600" dirty="0">
                <a:latin typeface="+mn-lt"/>
              </a:rPr>
              <a:t>. Nunc </a:t>
            </a:r>
            <a:r>
              <a:rPr lang="en-US" altLang="en-US" sz="3600" dirty="0" err="1">
                <a:latin typeface="+mn-lt"/>
              </a:rPr>
              <a:t>interdum</a:t>
            </a:r>
            <a:r>
              <a:rPr lang="en-US" altLang="en-US" sz="3600" dirty="0">
                <a:latin typeface="+mn-lt"/>
              </a:rPr>
              <a:t> </a:t>
            </a:r>
            <a:r>
              <a:rPr lang="en-US" altLang="en-US" sz="3600" dirty="0" err="1">
                <a:latin typeface="+mn-lt"/>
              </a:rPr>
              <a:t>laoreet</a:t>
            </a:r>
            <a:r>
              <a:rPr lang="en-US" altLang="en-US" sz="3600" dirty="0">
                <a:latin typeface="+mn-lt"/>
              </a:rPr>
              <a:t> </a:t>
            </a:r>
            <a:r>
              <a:rPr lang="en-US" altLang="en-US" sz="3600" dirty="0" err="1">
                <a:latin typeface="+mn-lt"/>
              </a:rPr>
              <a:t>odio</a:t>
            </a:r>
            <a:r>
              <a:rPr lang="en-US" altLang="en-US" sz="3600" dirty="0">
                <a:latin typeface="+mn-lt"/>
              </a:rPr>
              <a:t>, </a:t>
            </a:r>
            <a:r>
              <a:rPr lang="en-US" altLang="en-US" sz="3600" dirty="0" err="1">
                <a:latin typeface="+mn-lt"/>
              </a:rPr>
              <a:t>eu</a:t>
            </a:r>
            <a:r>
              <a:rPr lang="en-US" altLang="en-US" sz="3600" dirty="0">
                <a:latin typeface="+mn-lt"/>
              </a:rPr>
              <a:t> </a:t>
            </a:r>
            <a:r>
              <a:rPr lang="en-US" altLang="en-US" sz="3600" dirty="0" err="1">
                <a:latin typeface="+mn-lt"/>
              </a:rPr>
              <a:t>feugiat</a:t>
            </a:r>
            <a:r>
              <a:rPr lang="en-US" altLang="en-US" sz="3600" dirty="0">
                <a:latin typeface="+mn-lt"/>
              </a:rPr>
              <a:t> </a:t>
            </a:r>
            <a:r>
              <a:rPr lang="en-US" altLang="en-US" sz="3600" dirty="0" err="1">
                <a:latin typeface="+mn-lt"/>
              </a:rPr>
              <a:t>velit</a:t>
            </a:r>
            <a:r>
              <a:rPr lang="en-US" altLang="en-US" sz="3600" dirty="0">
                <a:latin typeface="+mn-lt"/>
              </a:rPr>
              <a:t> </a:t>
            </a:r>
            <a:r>
              <a:rPr lang="en-US" altLang="en-US" sz="3600" dirty="0" err="1">
                <a:latin typeface="+mn-lt"/>
              </a:rPr>
              <a:t>feugiat</a:t>
            </a:r>
            <a:r>
              <a:rPr lang="en-US" altLang="en-US" sz="3600" dirty="0">
                <a:latin typeface="+mn-lt"/>
              </a:rPr>
              <a:t> </a:t>
            </a:r>
            <a:r>
              <a:rPr lang="en-US" altLang="en-US" sz="3600" dirty="0" err="1">
                <a:latin typeface="+mn-lt"/>
              </a:rPr>
              <a:t>sodales</a:t>
            </a:r>
            <a:r>
              <a:rPr lang="en-US" altLang="en-US" sz="3600" dirty="0">
                <a:latin typeface="+mn-lt"/>
              </a:rPr>
              <a:t>. </a:t>
            </a:r>
            <a:r>
              <a:rPr lang="en-US" altLang="en-US" sz="3600" dirty="0" err="1">
                <a:latin typeface="+mn-lt"/>
              </a:rPr>
              <a:t>Sed</a:t>
            </a:r>
            <a:r>
              <a:rPr lang="en-US" altLang="en-US" sz="3600" dirty="0">
                <a:latin typeface="+mn-lt"/>
              </a:rPr>
              <a:t> </a:t>
            </a:r>
            <a:r>
              <a:rPr lang="en-US" altLang="en-US" sz="3600" dirty="0" err="1">
                <a:latin typeface="+mn-lt"/>
              </a:rPr>
              <a:t>suscipit</a:t>
            </a:r>
            <a:r>
              <a:rPr lang="en-US" altLang="en-US" sz="3600" dirty="0">
                <a:latin typeface="+mn-lt"/>
              </a:rPr>
              <a:t> </a:t>
            </a:r>
            <a:r>
              <a:rPr lang="en-US" altLang="en-US" sz="3600" dirty="0" err="1">
                <a:latin typeface="+mn-lt"/>
              </a:rPr>
              <a:t>neque</a:t>
            </a:r>
            <a:r>
              <a:rPr lang="en-US" altLang="en-US" sz="3600" dirty="0">
                <a:latin typeface="+mn-lt"/>
              </a:rPr>
              <a:t> id dui </a:t>
            </a:r>
            <a:r>
              <a:rPr lang="en-US" altLang="en-US" sz="3600" dirty="0" err="1">
                <a:latin typeface="+mn-lt"/>
              </a:rPr>
              <a:t>dapibus</a:t>
            </a:r>
            <a:r>
              <a:rPr lang="en-US" altLang="en-US" sz="3600" dirty="0">
                <a:latin typeface="+mn-lt"/>
              </a:rPr>
              <a:t> non </a:t>
            </a:r>
            <a:r>
              <a:rPr lang="en-US" altLang="en-US" sz="3600" dirty="0" err="1">
                <a:latin typeface="+mn-lt"/>
              </a:rPr>
              <a:t>facilisis</a:t>
            </a:r>
            <a:r>
              <a:rPr lang="en-US" altLang="en-US" sz="3600" dirty="0">
                <a:latin typeface="+mn-lt"/>
              </a:rPr>
              <a:t> </a:t>
            </a:r>
            <a:r>
              <a:rPr lang="en-US" altLang="en-US" sz="3600" dirty="0" err="1">
                <a:latin typeface="+mn-lt"/>
              </a:rPr>
              <a:t>elit</a:t>
            </a:r>
            <a:r>
              <a:rPr lang="en-US" altLang="en-US" sz="3600" dirty="0">
                <a:latin typeface="+mn-lt"/>
              </a:rPr>
              <a:t> </a:t>
            </a:r>
            <a:r>
              <a:rPr lang="en-US" altLang="en-US" sz="3600" dirty="0" err="1">
                <a:latin typeface="+mn-lt"/>
              </a:rPr>
              <a:t>ultrices</a:t>
            </a:r>
            <a:r>
              <a:rPr lang="en-US" altLang="en-US" sz="2400" dirty="0">
                <a:latin typeface="+mn-lt"/>
              </a:rPr>
              <a:t>. </a:t>
            </a:r>
          </a:p>
        </p:txBody>
      </p:sp>
      <p:sp>
        <p:nvSpPr>
          <p:cNvPr id="17418" name="Text Box 277">
            <a:extLst>
              <a:ext uri="{FF2B5EF4-FFF2-40B4-BE49-F238E27FC236}">
                <a16:creationId xmlns:a16="http://schemas.microsoft.com/office/drawing/2014/main" id="{6BEEC591-047A-423D-8384-E691078DA70D}"/>
              </a:ext>
            </a:extLst>
          </p:cNvPr>
          <p:cNvSpPr txBox="1">
            <a:spLocks noChangeArrowheads="1"/>
          </p:cNvSpPr>
          <p:nvPr/>
        </p:nvSpPr>
        <p:spPr bwMode="auto">
          <a:xfrm>
            <a:off x="16230003" y="37860450"/>
            <a:ext cx="15065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50000"/>
              </a:spcBef>
              <a:buFontTx/>
              <a:buNone/>
            </a:pPr>
            <a:r>
              <a:rPr lang="es-ES" altLang="en-US" sz="3000">
                <a:latin typeface="Swiss 721 BT" charset="0"/>
              </a:rPr>
              <a:t>- utaqui intra qu ero fero tagli data got entusam es volupta el esertas</a:t>
            </a:r>
            <a:endParaRPr lang="es-ES" altLang="en-US" sz="3000">
              <a:latin typeface="Swiss 721 Light BT" charset="0"/>
            </a:endParaRPr>
          </a:p>
        </p:txBody>
      </p:sp>
      <p:sp>
        <p:nvSpPr>
          <p:cNvPr id="17419" name="Text Box 277">
            <a:extLst>
              <a:ext uri="{FF2B5EF4-FFF2-40B4-BE49-F238E27FC236}">
                <a16:creationId xmlns:a16="http://schemas.microsoft.com/office/drawing/2014/main" id="{5C3CC819-32FB-4999-8341-1625E4CCE570}"/>
              </a:ext>
            </a:extLst>
          </p:cNvPr>
          <p:cNvSpPr txBox="1">
            <a:spLocks noChangeArrowheads="1"/>
          </p:cNvSpPr>
          <p:nvPr/>
        </p:nvSpPr>
        <p:spPr bwMode="auto">
          <a:xfrm>
            <a:off x="8193088" y="21507450"/>
            <a:ext cx="135651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50000"/>
              </a:spcBef>
              <a:buFontTx/>
              <a:buNone/>
            </a:pPr>
            <a:r>
              <a:rPr lang="es-ES" altLang="en-US" sz="3600" b="1">
                <a:latin typeface="Arial Black" panose="020B0A04020102020204" pitchFamily="34" charset="0"/>
                <a:ea typeface="Arial Black" panose="020B0A04020102020204" pitchFamily="34" charset="0"/>
                <a:cs typeface="Arial Black" panose="020B0A04020102020204" pitchFamily="34" charset="0"/>
              </a:rPr>
              <a:t>PROIN AC CONVALLIS SAPIEN.</a:t>
            </a:r>
          </a:p>
        </p:txBody>
      </p:sp>
      <p:sp>
        <p:nvSpPr>
          <p:cNvPr id="2" name="Rectangle 1">
            <a:extLst>
              <a:ext uri="{FF2B5EF4-FFF2-40B4-BE49-F238E27FC236}">
                <a16:creationId xmlns:a16="http://schemas.microsoft.com/office/drawing/2014/main" id="{7A143BD6-0C46-4041-984D-A8AA7226C975}"/>
              </a:ext>
            </a:extLst>
          </p:cNvPr>
          <p:cNvSpPr>
            <a:spLocks noChangeArrowheads="1"/>
          </p:cNvSpPr>
          <p:nvPr/>
        </p:nvSpPr>
        <p:spPr bwMode="auto">
          <a:xfrm>
            <a:off x="1331913" y="2987675"/>
            <a:ext cx="28800425" cy="8120063"/>
          </a:xfrm>
          <a:prstGeom prst="rect">
            <a:avLst/>
          </a:prstGeom>
          <a:solidFill>
            <a:srgbClr val="253786"/>
          </a:solidFill>
          <a:ln w="9525">
            <a:solidFill>
              <a:schemeClr val="bg1"/>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n-GB" altLang="x-none">
              <a:solidFill>
                <a:srgbClr val="FFFFFF"/>
              </a:solidFill>
              <a:latin typeface="Arial" charset="0"/>
              <a:ea typeface="ＭＳ Ｐゴシック" charset="-128"/>
            </a:endParaRPr>
          </a:p>
        </p:txBody>
      </p:sp>
      <p:sp>
        <p:nvSpPr>
          <p:cNvPr id="2052" name="Text Box 274">
            <a:extLst>
              <a:ext uri="{FF2B5EF4-FFF2-40B4-BE49-F238E27FC236}">
                <a16:creationId xmlns:a16="http://schemas.microsoft.com/office/drawing/2014/main" id="{CDF73D8A-24CA-4A13-B7F7-90CA19FDA772}"/>
              </a:ext>
            </a:extLst>
          </p:cNvPr>
          <p:cNvSpPr txBox="1">
            <a:spLocks noChangeArrowheads="1"/>
          </p:cNvSpPr>
          <p:nvPr/>
        </p:nvSpPr>
        <p:spPr bwMode="auto">
          <a:xfrm>
            <a:off x="2144713" y="3978275"/>
            <a:ext cx="20915312"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ct val="20000"/>
              </a:spcBef>
              <a:buChar char="•"/>
              <a:defRPr sz="14300">
                <a:solidFill>
                  <a:schemeClr val="tx1"/>
                </a:solidFill>
                <a:latin typeface="Arial" charset="0"/>
                <a:ea typeface="ＭＳ Ｐゴシック" pitchFamily="34" charset="-128"/>
              </a:defRPr>
            </a:lvl1pPr>
            <a:lvl2pPr marL="37931725" indent="-37474525" eaLnBrk="0" hangingPunct="0">
              <a:spcBef>
                <a:spcPct val="20000"/>
              </a:spcBef>
              <a:buChar char="–"/>
              <a:defRPr sz="12500">
                <a:solidFill>
                  <a:schemeClr val="tx1"/>
                </a:solidFill>
                <a:latin typeface="Arial" charset="0"/>
                <a:ea typeface="ＭＳ Ｐゴシック" pitchFamily="34" charset="-128"/>
              </a:defRPr>
            </a:lvl2pPr>
            <a:lvl3pPr marL="5105400" indent="-1020763" eaLnBrk="0" hangingPunct="0">
              <a:spcBef>
                <a:spcPct val="20000"/>
              </a:spcBef>
              <a:buChar char="•"/>
              <a:defRPr sz="10700">
                <a:solidFill>
                  <a:schemeClr val="tx1"/>
                </a:solidFill>
                <a:latin typeface="Arial" charset="0"/>
                <a:ea typeface="ＭＳ Ｐゴシック" pitchFamily="34" charset="-128"/>
              </a:defRPr>
            </a:lvl3pPr>
            <a:lvl4pPr marL="7146925" indent="-1020763" eaLnBrk="0" hangingPunct="0">
              <a:spcBef>
                <a:spcPct val="20000"/>
              </a:spcBef>
              <a:buChar char="–"/>
              <a:defRPr sz="8900">
                <a:solidFill>
                  <a:schemeClr val="tx1"/>
                </a:solidFill>
                <a:latin typeface="Arial" charset="0"/>
                <a:ea typeface="ＭＳ Ｐゴシック" pitchFamily="34" charset="-128"/>
              </a:defRPr>
            </a:lvl4pPr>
            <a:lvl5pPr marL="9188450" indent="-1020763" eaLnBrk="0" hangingPunct="0">
              <a:spcBef>
                <a:spcPct val="20000"/>
              </a:spcBef>
              <a:buChar char="»"/>
              <a:defRPr sz="8900">
                <a:solidFill>
                  <a:schemeClr val="tx1"/>
                </a:solidFill>
                <a:latin typeface="Arial" charset="0"/>
                <a:ea typeface="ＭＳ Ｐゴシック" pitchFamily="34"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9pPr>
          </a:lstStyle>
          <a:p>
            <a:pPr eaLnBrk="1" hangingPunct="1">
              <a:spcBef>
                <a:spcPct val="50000"/>
              </a:spcBef>
              <a:buFontTx/>
              <a:buNone/>
              <a:defRPr/>
            </a:pPr>
            <a:r>
              <a:rPr lang="es-ES" altLang="en-US" sz="9500" b="1" dirty="0" err="1">
                <a:solidFill>
                  <a:schemeClr val="bg1"/>
                </a:solidFill>
                <a:latin typeface="+mj-lt"/>
              </a:rPr>
              <a:t>Title</a:t>
            </a:r>
            <a:r>
              <a:rPr lang="es-ES" altLang="en-US" sz="9500" b="1" dirty="0">
                <a:solidFill>
                  <a:schemeClr val="bg1"/>
                </a:solidFill>
                <a:latin typeface="+mj-lt"/>
              </a:rPr>
              <a:t> of </a:t>
            </a:r>
            <a:r>
              <a:rPr lang="es-ES" altLang="en-US" sz="9500" b="1" dirty="0" err="1">
                <a:solidFill>
                  <a:schemeClr val="bg1"/>
                </a:solidFill>
                <a:latin typeface="+mj-lt"/>
              </a:rPr>
              <a:t>project</a:t>
            </a:r>
            <a:r>
              <a:rPr lang="es-ES" altLang="en-US" sz="9500" b="1" dirty="0">
                <a:solidFill>
                  <a:schemeClr val="bg1"/>
                </a:solidFill>
                <a:latin typeface="+mj-lt"/>
              </a:rPr>
              <a:t> </a:t>
            </a:r>
            <a:r>
              <a:rPr lang="es-ES" altLang="en-US" sz="9500" b="1" dirty="0" err="1">
                <a:solidFill>
                  <a:schemeClr val="bg1"/>
                </a:solidFill>
                <a:latin typeface="+mj-lt"/>
              </a:rPr>
              <a:t>will</a:t>
            </a:r>
            <a:r>
              <a:rPr lang="es-ES" altLang="en-US" sz="9500" b="1" dirty="0">
                <a:solidFill>
                  <a:schemeClr val="bg1"/>
                </a:solidFill>
                <a:latin typeface="+mj-lt"/>
              </a:rPr>
              <a:t> </a:t>
            </a:r>
            <a:r>
              <a:rPr lang="es-ES" altLang="en-US" sz="9500" b="1" dirty="0" err="1">
                <a:solidFill>
                  <a:schemeClr val="bg1"/>
                </a:solidFill>
                <a:latin typeface="+mj-lt"/>
              </a:rPr>
              <a:t>go</a:t>
            </a:r>
            <a:r>
              <a:rPr lang="es-ES" altLang="en-US" sz="9500" b="1" dirty="0">
                <a:solidFill>
                  <a:schemeClr val="bg1"/>
                </a:solidFill>
                <a:latin typeface="+mj-lt"/>
              </a:rPr>
              <a:t> </a:t>
            </a:r>
            <a:r>
              <a:rPr lang="es-ES" altLang="en-US" sz="9500" b="1" dirty="0" err="1">
                <a:solidFill>
                  <a:schemeClr val="bg1"/>
                </a:solidFill>
                <a:latin typeface="+mj-lt"/>
              </a:rPr>
              <a:t>here</a:t>
            </a:r>
            <a:r>
              <a:rPr lang="es-ES" altLang="en-US" sz="9500" b="1" dirty="0">
                <a:solidFill>
                  <a:schemeClr val="bg1"/>
                </a:solidFill>
                <a:latin typeface="+mj-lt"/>
              </a:rPr>
              <a:t>, </a:t>
            </a:r>
            <a:r>
              <a:rPr lang="es-ES" altLang="en-US" sz="9500" b="1" dirty="0" err="1">
                <a:solidFill>
                  <a:schemeClr val="bg1"/>
                </a:solidFill>
                <a:latin typeface="+mj-lt"/>
              </a:rPr>
              <a:t>font</a:t>
            </a:r>
            <a:r>
              <a:rPr lang="es-ES" altLang="en-US" sz="9500" b="1" dirty="0">
                <a:solidFill>
                  <a:schemeClr val="bg1"/>
                </a:solidFill>
                <a:latin typeface="+mj-lt"/>
              </a:rPr>
              <a:t> Arial Black  in </a:t>
            </a:r>
            <a:r>
              <a:rPr lang="es-ES" altLang="en-US" sz="9500" b="1" dirty="0" err="1">
                <a:solidFill>
                  <a:schemeClr val="bg1"/>
                </a:solidFill>
                <a:latin typeface="+mj-lt"/>
              </a:rPr>
              <a:t>size</a:t>
            </a:r>
            <a:r>
              <a:rPr lang="es-ES" altLang="en-US" sz="9500" b="1" dirty="0">
                <a:solidFill>
                  <a:schemeClr val="bg1"/>
                </a:solidFill>
                <a:latin typeface="+mj-lt"/>
              </a:rPr>
              <a:t> 95</a:t>
            </a:r>
            <a:endParaRPr lang="en-US" altLang="en-US" sz="9500" b="1" dirty="0">
              <a:solidFill>
                <a:schemeClr val="bg1"/>
              </a:solidFill>
              <a:latin typeface="+mj-lt"/>
            </a:endParaRPr>
          </a:p>
        </p:txBody>
      </p:sp>
      <p:sp>
        <p:nvSpPr>
          <p:cNvPr id="17422" name="Text Box 275">
            <a:extLst>
              <a:ext uri="{FF2B5EF4-FFF2-40B4-BE49-F238E27FC236}">
                <a16:creationId xmlns:a16="http://schemas.microsoft.com/office/drawing/2014/main" id="{6E1DB9F8-C7FB-4FEA-8AB7-CE6F7359C91A}"/>
              </a:ext>
            </a:extLst>
          </p:cNvPr>
          <p:cNvSpPr txBox="1">
            <a:spLocks noChangeArrowheads="1"/>
          </p:cNvSpPr>
          <p:nvPr/>
        </p:nvSpPr>
        <p:spPr bwMode="auto">
          <a:xfrm>
            <a:off x="2144713" y="7407275"/>
            <a:ext cx="19696112"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4800" b="1">
                <a:solidFill>
                  <a:schemeClr val="bg1"/>
                </a:solidFill>
              </a:rPr>
              <a:t>Names of Authors will go here in dark grey using the font Arial in size 48 and justified to the left</a:t>
            </a:r>
          </a:p>
          <a:p>
            <a:pPr eaLnBrk="1" hangingPunct="1">
              <a:spcBef>
                <a:spcPct val="50000"/>
              </a:spcBef>
              <a:buFontTx/>
              <a:buNone/>
            </a:pPr>
            <a:endParaRPr lang="en-US" altLang="en-US" sz="3200">
              <a:solidFill>
                <a:srgbClr val="595959"/>
              </a:solidFill>
              <a:latin typeface="Swiss 721 BT" charset="0"/>
            </a:endParaRPr>
          </a:p>
          <a:p>
            <a:pPr eaLnBrk="1" hangingPunct="1">
              <a:spcBef>
                <a:spcPct val="50000"/>
              </a:spcBef>
              <a:buFontTx/>
              <a:buNone/>
            </a:pPr>
            <a:endParaRPr lang="en-US" altLang="en-US" sz="3200">
              <a:solidFill>
                <a:srgbClr val="595959"/>
              </a:solidFill>
              <a:latin typeface="Swiss 721 BT" charset="0"/>
            </a:endParaRPr>
          </a:p>
        </p:txBody>
      </p:sp>
      <p:sp>
        <p:nvSpPr>
          <p:cNvPr id="2078" name="Text Box 275">
            <a:extLst>
              <a:ext uri="{FF2B5EF4-FFF2-40B4-BE49-F238E27FC236}">
                <a16:creationId xmlns:a16="http://schemas.microsoft.com/office/drawing/2014/main" id="{40F42351-8C3C-4807-B894-FB29A06B107F}"/>
              </a:ext>
            </a:extLst>
          </p:cNvPr>
          <p:cNvSpPr txBox="1">
            <a:spLocks noChangeArrowheads="1"/>
          </p:cNvSpPr>
          <p:nvPr/>
        </p:nvSpPr>
        <p:spPr bwMode="auto">
          <a:xfrm>
            <a:off x="2173288" y="9061450"/>
            <a:ext cx="19696112"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ct val="20000"/>
              </a:spcBef>
              <a:buChar char="•"/>
              <a:defRPr sz="14300">
                <a:solidFill>
                  <a:schemeClr val="tx1"/>
                </a:solidFill>
                <a:latin typeface="Arial" charset="0"/>
                <a:ea typeface="ＭＳ Ｐゴシック" pitchFamily="34" charset="-128"/>
              </a:defRPr>
            </a:lvl1pPr>
            <a:lvl2pPr marL="37931725" indent="-37474525" eaLnBrk="0" hangingPunct="0">
              <a:spcBef>
                <a:spcPct val="20000"/>
              </a:spcBef>
              <a:buChar char="–"/>
              <a:defRPr sz="12500">
                <a:solidFill>
                  <a:schemeClr val="tx1"/>
                </a:solidFill>
                <a:latin typeface="Arial" charset="0"/>
                <a:ea typeface="ＭＳ Ｐゴシック" pitchFamily="34" charset="-128"/>
              </a:defRPr>
            </a:lvl2pPr>
            <a:lvl3pPr marL="5105400" indent="-1020763" eaLnBrk="0" hangingPunct="0">
              <a:spcBef>
                <a:spcPct val="20000"/>
              </a:spcBef>
              <a:buChar char="•"/>
              <a:defRPr sz="10700">
                <a:solidFill>
                  <a:schemeClr val="tx1"/>
                </a:solidFill>
                <a:latin typeface="Arial" charset="0"/>
                <a:ea typeface="ＭＳ Ｐゴシック" pitchFamily="34" charset="-128"/>
              </a:defRPr>
            </a:lvl3pPr>
            <a:lvl4pPr marL="7146925" indent="-1020763" eaLnBrk="0" hangingPunct="0">
              <a:spcBef>
                <a:spcPct val="20000"/>
              </a:spcBef>
              <a:buChar char="–"/>
              <a:defRPr sz="8900">
                <a:solidFill>
                  <a:schemeClr val="tx1"/>
                </a:solidFill>
                <a:latin typeface="Arial" charset="0"/>
                <a:ea typeface="ＭＳ Ｐゴシック" pitchFamily="34" charset="-128"/>
              </a:defRPr>
            </a:lvl4pPr>
            <a:lvl5pPr marL="9188450" indent="-1020763" eaLnBrk="0" hangingPunct="0">
              <a:spcBef>
                <a:spcPct val="20000"/>
              </a:spcBef>
              <a:buChar char="»"/>
              <a:defRPr sz="8900">
                <a:solidFill>
                  <a:schemeClr val="tx1"/>
                </a:solidFill>
                <a:latin typeface="Arial" charset="0"/>
                <a:ea typeface="ＭＳ Ｐゴシック" pitchFamily="34"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9pPr>
          </a:lstStyle>
          <a:p>
            <a:pPr eaLnBrk="1" hangingPunct="1">
              <a:spcBef>
                <a:spcPct val="50000"/>
              </a:spcBef>
              <a:buFontTx/>
              <a:buNone/>
              <a:defRPr/>
            </a:pPr>
            <a:r>
              <a:rPr lang="en-US" altLang="en-US" sz="3200" dirty="0">
                <a:solidFill>
                  <a:schemeClr val="bg1"/>
                </a:solidFill>
                <a:latin typeface="+mj-lt"/>
              </a:rPr>
              <a:t>Affiliation, departments/Groups</a:t>
            </a:r>
          </a:p>
          <a:p>
            <a:pPr eaLnBrk="1" hangingPunct="1">
              <a:spcBef>
                <a:spcPct val="50000"/>
              </a:spcBef>
              <a:buFontTx/>
              <a:buNone/>
              <a:defRPr/>
            </a:pPr>
            <a:r>
              <a:rPr lang="en-US" altLang="en-US" sz="3200" dirty="0">
                <a:solidFill>
                  <a:schemeClr val="bg1"/>
                </a:solidFill>
                <a:latin typeface="+mj-lt"/>
              </a:rPr>
              <a:t>Affiliation, departments/Groups</a:t>
            </a:r>
          </a:p>
          <a:p>
            <a:pPr eaLnBrk="1" hangingPunct="1">
              <a:spcBef>
                <a:spcPct val="50000"/>
              </a:spcBef>
              <a:buFontTx/>
              <a:buNone/>
              <a:defRPr/>
            </a:pPr>
            <a:endParaRPr lang="en-US" altLang="en-US" sz="3200" dirty="0">
              <a:solidFill>
                <a:srgbClr val="595959"/>
              </a:solidFill>
              <a:latin typeface="Swiss 721 BT" charset="0"/>
            </a:endParaRPr>
          </a:p>
          <a:p>
            <a:pPr eaLnBrk="1" hangingPunct="1">
              <a:spcBef>
                <a:spcPct val="50000"/>
              </a:spcBef>
              <a:buFontTx/>
              <a:buNone/>
              <a:defRPr/>
            </a:pPr>
            <a:endParaRPr lang="en-US" altLang="en-US" sz="3200" dirty="0">
              <a:solidFill>
                <a:srgbClr val="595959"/>
              </a:solidFill>
              <a:latin typeface="Swiss 721 BT" charset="0"/>
            </a:endParaRPr>
          </a:p>
        </p:txBody>
      </p:sp>
      <p:pic>
        <p:nvPicPr>
          <p:cNvPr id="17424" name="Picture 2">
            <a:extLst>
              <a:ext uri="{FF2B5EF4-FFF2-40B4-BE49-F238E27FC236}">
                <a16:creationId xmlns:a16="http://schemas.microsoft.com/office/drawing/2014/main" id="{5F54A387-C2DD-4899-ABB8-EB6907B2A2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1613" y="1187450"/>
            <a:ext cx="4033837" cy="116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Connector 3">
            <a:extLst>
              <a:ext uri="{FF2B5EF4-FFF2-40B4-BE49-F238E27FC236}">
                <a16:creationId xmlns:a16="http://schemas.microsoft.com/office/drawing/2014/main" id="{6447A113-1220-4682-8638-6708B1DE535E}"/>
              </a:ext>
            </a:extLst>
          </p:cNvPr>
          <p:cNvCxnSpPr>
            <a:cxnSpLocks noChangeShapeType="1"/>
          </p:cNvCxnSpPr>
          <p:nvPr/>
        </p:nvCxnSpPr>
        <p:spPr bwMode="auto">
          <a:xfrm>
            <a:off x="2144713" y="3762375"/>
            <a:ext cx="26331862" cy="0"/>
          </a:xfrm>
          <a:prstGeom prst="line">
            <a:avLst/>
          </a:prstGeom>
          <a:noFill/>
          <a:ln w="76200">
            <a:solidFill>
              <a:schemeClr val="bg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7426" name="Picture 3">
            <a:extLst>
              <a:ext uri="{FF2B5EF4-FFF2-40B4-BE49-F238E27FC236}">
                <a16:creationId xmlns:a16="http://schemas.microsoft.com/office/drawing/2014/main" id="{B002497A-43CC-4D21-8B94-3FBB85EEED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3825" y="14678025"/>
            <a:ext cx="5686425" cy="1171575"/>
          </a:xfrm>
          <a:prstGeom prst="rect">
            <a:avLst/>
          </a:prstGeom>
          <a:solidFill>
            <a:srgbClr val="26358B"/>
          </a:solidFill>
          <a:ln>
            <a:noFill/>
          </a:ln>
          <a:extLs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CCCA248E-8286-4A6A-85CC-A183842EB094}"/>
              </a:ext>
            </a:extLst>
          </p:cNvPr>
          <p:cNvCxnSpPr>
            <a:cxnSpLocks noChangeShapeType="1"/>
          </p:cNvCxnSpPr>
          <p:nvPr/>
        </p:nvCxnSpPr>
        <p:spPr bwMode="auto">
          <a:xfrm>
            <a:off x="1393825" y="15849600"/>
            <a:ext cx="13977938"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7428" name="Picture 3">
            <a:extLst>
              <a:ext uri="{FF2B5EF4-FFF2-40B4-BE49-F238E27FC236}">
                <a16:creationId xmlns:a16="http://schemas.microsoft.com/office/drawing/2014/main" id="{A6DA3377-F847-4CBB-B7DD-6D88A85BB6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093738" y="25093613"/>
            <a:ext cx="4183062" cy="1171575"/>
          </a:xfrm>
          <a:prstGeom prst="rect">
            <a:avLst/>
          </a:prstGeom>
          <a:solidFill>
            <a:srgbClr val="253786"/>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405" name="TextBox 48">
            <a:extLst>
              <a:ext uri="{FF2B5EF4-FFF2-40B4-BE49-F238E27FC236}">
                <a16:creationId xmlns:a16="http://schemas.microsoft.com/office/drawing/2014/main" id="{D4FC5009-D023-4C8F-BABA-3018EF1ED4A6}"/>
              </a:ext>
            </a:extLst>
          </p:cNvPr>
          <p:cNvSpPr txBox="1">
            <a:spLocks noChangeArrowheads="1"/>
          </p:cNvSpPr>
          <p:nvPr/>
        </p:nvSpPr>
        <p:spPr bwMode="auto">
          <a:xfrm>
            <a:off x="1617663" y="14820900"/>
            <a:ext cx="1356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BACKGROUND</a:t>
            </a:r>
          </a:p>
        </p:txBody>
      </p:sp>
      <p:sp>
        <p:nvSpPr>
          <p:cNvPr id="16406" name="TextBox 48">
            <a:extLst>
              <a:ext uri="{FF2B5EF4-FFF2-40B4-BE49-F238E27FC236}">
                <a16:creationId xmlns:a16="http://schemas.microsoft.com/office/drawing/2014/main" id="{A05890CE-12CE-4FA4-B8C9-2B6D024C0B9E}"/>
              </a:ext>
            </a:extLst>
          </p:cNvPr>
          <p:cNvSpPr txBox="1">
            <a:spLocks noChangeArrowheads="1"/>
          </p:cNvSpPr>
          <p:nvPr/>
        </p:nvSpPr>
        <p:spPr bwMode="auto">
          <a:xfrm>
            <a:off x="26390600" y="25265063"/>
            <a:ext cx="1356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RESULTS</a:t>
            </a:r>
          </a:p>
        </p:txBody>
      </p:sp>
      <p:sp>
        <p:nvSpPr>
          <p:cNvPr id="17431" name="Text Box 277">
            <a:extLst>
              <a:ext uri="{FF2B5EF4-FFF2-40B4-BE49-F238E27FC236}">
                <a16:creationId xmlns:a16="http://schemas.microsoft.com/office/drawing/2014/main" id="{FE5BAB4D-AE02-43BA-B8E0-307D29D3AB74}"/>
              </a:ext>
            </a:extLst>
          </p:cNvPr>
          <p:cNvSpPr txBox="1">
            <a:spLocks noChangeArrowheads="1"/>
          </p:cNvSpPr>
          <p:nvPr/>
        </p:nvSpPr>
        <p:spPr bwMode="auto">
          <a:xfrm>
            <a:off x="42643425" y="22847300"/>
            <a:ext cx="646430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50000"/>
              </a:spcBef>
              <a:spcAft>
                <a:spcPts val="2400"/>
              </a:spcAft>
              <a:buFontTx/>
              <a:buNone/>
            </a:pPr>
            <a:r>
              <a:rPr lang="en-US" altLang="en-US" sz="2400">
                <a:latin typeface="Swiss 721 BT" charset="0"/>
              </a:rPr>
              <a:t>Nullam in urna lacinia orci consequat dictum. Nam scelerisque, nisl in euismod eleifend, justo diam bibendum dui, sed congue diam enim sit amet turpis. Suspendisse rhoncus felis nec lacus blandit mollis. Pellentesque lectus est, accumsan ac pellentesque aliquam, bibendum quis metus. Nunc interdum laoreet odio, eu feugiat velit feugiat sodales. Sed suscipit neque id dui dapibus non facilisis elit ultrices. </a:t>
            </a:r>
          </a:p>
        </p:txBody>
      </p:sp>
      <p:pic>
        <p:nvPicPr>
          <p:cNvPr id="17432" name="Picture 3">
            <a:extLst>
              <a:ext uri="{FF2B5EF4-FFF2-40B4-BE49-F238E27FC236}">
                <a16:creationId xmlns:a16="http://schemas.microsoft.com/office/drawing/2014/main" id="{4F3AF715-7213-4E56-AA6D-8E3E878B18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96641" y="32606996"/>
            <a:ext cx="5472112"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409" name="TextBox 48">
            <a:extLst>
              <a:ext uri="{FF2B5EF4-FFF2-40B4-BE49-F238E27FC236}">
                <a16:creationId xmlns:a16="http://schemas.microsoft.com/office/drawing/2014/main" id="{D68B81AD-18CB-43FA-8784-AA3B343225DD}"/>
              </a:ext>
            </a:extLst>
          </p:cNvPr>
          <p:cNvSpPr txBox="1">
            <a:spLocks noChangeArrowheads="1"/>
          </p:cNvSpPr>
          <p:nvPr/>
        </p:nvSpPr>
        <p:spPr bwMode="auto">
          <a:xfrm>
            <a:off x="16339541" y="32826071"/>
            <a:ext cx="1356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REFERENCES</a:t>
            </a:r>
          </a:p>
        </p:txBody>
      </p:sp>
      <p:pic>
        <p:nvPicPr>
          <p:cNvPr id="17434" name="Picture 3">
            <a:extLst>
              <a:ext uri="{FF2B5EF4-FFF2-40B4-BE49-F238E27FC236}">
                <a16:creationId xmlns:a16="http://schemas.microsoft.com/office/drawing/2014/main" id="{4BA36BA2-1C15-479D-9AD9-B015E90160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93466" y="36476151"/>
            <a:ext cx="6875462"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411" name="TextBox 68">
            <a:extLst>
              <a:ext uri="{FF2B5EF4-FFF2-40B4-BE49-F238E27FC236}">
                <a16:creationId xmlns:a16="http://schemas.microsoft.com/office/drawing/2014/main" id="{9CB6C1CB-A4AE-48D1-9B47-D95A82AA1DD4}"/>
              </a:ext>
            </a:extLst>
          </p:cNvPr>
          <p:cNvSpPr txBox="1">
            <a:spLocks noChangeArrowheads="1"/>
          </p:cNvSpPr>
          <p:nvPr/>
        </p:nvSpPr>
        <p:spPr bwMode="auto">
          <a:xfrm>
            <a:off x="16258578" y="36731737"/>
            <a:ext cx="135636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4400" dirty="0">
                <a:solidFill>
                  <a:schemeClr val="bg1"/>
                </a:solidFill>
                <a:latin typeface="+mn-lt"/>
                <a:ea typeface="Swiss 721 BT" charset="0"/>
                <a:cs typeface="Swiss 721 BT" charset="0"/>
              </a:rPr>
              <a:t>ACKNOWLEDGMENTS</a:t>
            </a:r>
          </a:p>
        </p:txBody>
      </p:sp>
      <p:pic>
        <p:nvPicPr>
          <p:cNvPr id="17436" name="Picture 3">
            <a:extLst>
              <a:ext uri="{FF2B5EF4-FFF2-40B4-BE49-F238E27FC236}">
                <a16:creationId xmlns:a16="http://schemas.microsoft.com/office/drawing/2014/main" id="{BDC9E822-3A54-4F7B-AB4D-7A1FA906B8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675" y="32581850"/>
            <a:ext cx="5995988"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9" name="Straight Connector 68">
            <a:extLst>
              <a:ext uri="{FF2B5EF4-FFF2-40B4-BE49-F238E27FC236}">
                <a16:creationId xmlns:a16="http://schemas.microsoft.com/office/drawing/2014/main" id="{83F75910-1AEC-4282-A9FC-29FB8B4616B8}"/>
              </a:ext>
            </a:extLst>
          </p:cNvPr>
          <p:cNvCxnSpPr>
            <a:cxnSpLocks noChangeShapeType="1"/>
          </p:cNvCxnSpPr>
          <p:nvPr/>
        </p:nvCxnSpPr>
        <p:spPr bwMode="auto">
          <a:xfrm>
            <a:off x="1082675" y="33753425"/>
            <a:ext cx="13977938"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6414" name="TextBox 64">
            <a:extLst>
              <a:ext uri="{FF2B5EF4-FFF2-40B4-BE49-F238E27FC236}">
                <a16:creationId xmlns:a16="http://schemas.microsoft.com/office/drawing/2014/main" id="{09BFD79B-D0CE-4EA2-BFAA-535C547C632C}"/>
              </a:ext>
            </a:extLst>
          </p:cNvPr>
          <p:cNvSpPr txBox="1">
            <a:spLocks noChangeArrowheads="1"/>
          </p:cNvSpPr>
          <p:nvPr/>
        </p:nvSpPr>
        <p:spPr bwMode="auto">
          <a:xfrm>
            <a:off x="1296988" y="32735838"/>
            <a:ext cx="135636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CONCLUSIONS</a:t>
            </a:r>
          </a:p>
        </p:txBody>
      </p:sp>
      <p:sp>
        <p:nvSpPr>
          <p:cNvPr id="17439" name="Rectangle 12">
            <a:extLst>
              <a:ext uri="{FF2B5EF4-FFF2-40B4-BE49-F238E27FC236}">
                <a16:creationId xmlns:a16="http://schemas.microsoft.com/office/drawing/2014/main" id="{DF55F00E-66C1-4821-96BE-FFBEF7BFA3FE}"/>
              </a:ext>
            </a:extLst>
          </p:cNvPr>
          <p:cNvSpPr>
            <a:spLocks noChangeArrowheads="1"/>
          </p:cNvSpPr>
          <p:nvPr/>
        </p:nvSpPr>
        <p:spPr bwMode="auto">
          <a:xfrm>
            <a:off x="10282238" y="42654538"/>
            <a:ext cx="10055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GB" altLang="en-US"/>
              <a:t>ICFO · The Institute of Photonic Sciences | Av. Carl Friedrich Gauss, 3· Castelldefels · Barcelona</a:t>
            </a:r>
          </a:p>
        </p:txBody>
      </p:sp>
      <p:sp>
        <p:nvSpPr>
          <p:cNvPr id="16422" name="Text Box 277">
            <a:extLst>
              <a:ext uri="{FF2B5EF4-FFF2-40B4-BE49-F238E27FC236}">
                <a16:creationId xmlns:a16="http://schemas.microsoft.com/office/drawing/2014/main" id="{4C27133A-C10D-44D0-8ACB-627880CBF5A1}"/>
              </a:ext>
            </a:extLst>
          </p:cNvPr>
          <p:cNvSpPr txBox="1">
            <a:spLocks noChangeArrowheads="1"/>
          </p:cNvSpPr>
          <p:nvPr/>
        </p:nvSpPr>
        <p:spPr bwMode="auto">
          <a:xfrm>
            <a:off x="1104900" y="26749375"/>
            <a:ext cx="18515013"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3600" b="1" dirty="0">
                <a:latin typeface="Arial Black" charset="0"/>
                <a:ea typeface="Arial Black" charset="0"/>
                <a:cs typeface="Arial Black" charset="0"/>
              </a:rPr>
              <a:t>ECHIL IN TODI.</a:t>
            </a:r>
          </a:p>
          <a:p>
            <a:pPr algn="just" eaLnBrk="1" hangingPunct="1">
              <a:spcBef>
                <a:spcPct val="50000"/>
              </a:spcBef>
              <a:buFontTx/>
              <a:buNone/>
              <a:defRPr/>
            </a:pPr>
            <a:r>
              <a:rPr lang="es-ES" altLang="en-US" sz="3600" dirty="0" err="1">
                <a:latin typeface="+mn-lt"/>
              </a:rPr>
              <a:t>earumquam</a:t>
            </a:r>
            <a:r>
              <a:rPr lang="es-ES" altLang="en-US" sz="3600" dirty="0">
                <a:latin typeface="+mn-lt"/>
              </a:rPr>
              <a:t>, </a:t>
            </a:r>
            <a:r>
              <a:rPr lang="es-ES" altLang="en-US" sz="3600" dirty="0" err="1">
                <a:latin typeface="+mn-lt"/>
              </a:rPr>
              <a:t>unt</a:t>
            </a:r>
            <a:r>
              <a:rPr lang="es-ES" altLang="en-US" sz="3600" dirty="0">
                <a:latin typeface="+mn-lt"/>
              </a:rPr>
              <a:t>, nos </a:t>
            </a:r>
            <a:r>
              <a:rPr lang="es-ES" altLang="en-US" sz="3600" dirty="0" err="1">
                <a:latin typeface="+mn-lt"/>
              </a:rPr>
              <a:t>explitiam</a:t>
            </a:r>
            <a:r>
              <a:rPr lang="es-ES" altLang="en-US" sz="3600" dirty="0">
                <a:latin typeface="+mn-lt"/>
              </a:rPr>
              <a:t> </a:t>
            </a:r>
            <a:r>
              <a:rPr lang="es-ES" altLang="en-US" sz="3600" dirty="0" err="1">
                <a:latin typeface="+mn-lt"/>
              </a:rPr>
              <a:t>eate</a:t>
            </a:r>
            <a:r>
              <a:rPr lang="es-ES" altLang="en-US" sz="3600" dirty="0">
                <a:latin typeface="+mn-lt"/>
              </a:rPr>
              <a:t> </a:t>
            </a:r>
            <a:r>
              <a:rPr lang="es-ES" altLang="en-US" sz="3600" dirty="0" err="1">
                <a:latin typeface="+mn-lt"/>
              </a:rPr>
              <a:t>nam</a:t>
            </a:r>
            <a:r>
              <a:rPr lang="es-ES" altLang="en-US" sz="3600" dirty="0">
                <a:latin typeface="+mn-lt"/>
              </a:rPr>
              <a:t> </a:t>
            </a:r>
            <a:r>
              <a:rPr lang="es-ES" altLang="en-US" sz="3600" dirty="0" err="1">
                <a:latin typeface="+mn-lt"/>
              </a:rPr>
              <a:t>reped</a:t>
            </a:r>
            <a:r>
              <a:rPr lang="es-ES" altLang="en-US" sz="3600" dirty="0">
                <a:latin typeface="+mn-lt"/>
              </a:rPr>
              <a:t> </a:t>
            </a:r>
            <a:r>
              <a:rPr lang="es-ES" altLang="en-US" sz="3600" dirty="0" err="1">
                <a:latin typeface="+mn-lt"/>
              </a:rPr>
              <a:t>untibus</a:t>
            </a:r>
            <a:r>
              <a:rPr lang="es-ES" altLang="en-US" sz="3600" dirty="0">
                <a:latin typeface="+mn-lt"/>
              </a:rPr>
              <a:t> </a:t>
            </a:r>
            <a:r>
              <a:rPr lang="es-ES" altLang="en-US" sz="3600" dirty="0" err="1">
                <a:latin typeface="+mn-lt"/>
              </a:rPr>
              <a:t>quaspic</a:t>
            </a:r>
            <a:r>
              <a:rPr lang="es-ES" altLang="en-US" sz="3600" dirty="0">
                <a:latin typeface="+mn-lt"/>
              </a:rPr>
              <a:t> </a:t>
            </a:r>
            <a:r>
              <a:rPr lang="es-ES" altLang="en-US" sz="3600" dirty="0" err="1">
                <a:latin typeface="+mn-lt"/>
              </a:rPr>
              <a:t>idebit</a:t>
            </a:r>
            <a:r>
              <a:rPr lang="es-ES" altLang="en-US" sz="3600" dirty="0">
                <a:latin typeface="+mn-lt"/>
              </a:rPr>
              <a:t> </a:t>
            </a:r>
            <a:r>
              <a:rPr lang="es-ES" altLang="en-US" sz="3600" dirty="0" err="1">
                <a:latin typeface="+mn-lt"/>
              </a:rPr>
              <a:t>faccupis</a:t>
            </a:r>
            <a:r>
              <a:rPr lang="es-ES" altLang="en-US" sz="3600" dirty="0">
                <a:latin typeface="+mn-lt"/>
              </a:rPr>
              <a:t> et rem </a:t>
            </a:r>
            <a:r>
              <a:rPr lang="es-ES" altLang="en-US" sz="3600" dirty="0" err="1">
                <a:latin typeface="+mn-lt"/>
              </a:rPr>
              <a:t>core</a:t>
            </a:r>
            <a:r>
              <a:rPr lang="es-ES" altLang="en-US" sz="3600" dirty="0">
                <a:latin typeface="+mn-lt"/>
              </a:rPr>
              <a:t> </a:t>
            </a:r>
            <a:r>
              <a:rPr lang="es-ES" altLang="en-US" sz="3600" dirty="0" err="1">
                <a:latin typeface="+mn-lt"/>
              </a:rPr>
              <a:t>cor</a:t>
            </a:r>
            <a:r>
              <a:rPr lang="es-ES" altLang="en-US" sz="3600" dirty="0">
                <a:latin typeface="+mn-lt"/>
              </a:rPr>
              <a:t> </a:t>
            </a:r>
            <a:r>
              <a:rPr lang="es-ES" altLang="en-US" sz="3600" dirty="0" err="1">
                <a:latin typeface="+mn-lt"/>
              </a:rPr>
              <a:t>reperepe</a:t>
            </a:r>
            <a:r>
              <a:rPr lang="es-ES" altLang="en-US" sz="3600" dirty="0">
                <a:latin typeface="+mn-lt"/>
              </a:rPr>
              <a:t> </a:t>
            </a:r>
            <a:r>
              <a:rPr lang="es-ES" altLang="en-US" sz="3600" dirty="0" err="1">
                <a:latin typeface="+mn-lt"/>
              </a:rPr>
              <a:t>nosapis</a:t>
            </a:r>
            <a:r>
              <a:rPr lang="es-ES" altLang="en-US" sz="3600" dirty="0">
                <a:latin typeface="+mn-lt"/>
              </a:rPr>
              <a:t> </a:t>
            </a:r>
            <a:r>
              <a:rPr lang="es-ES" altLang="en-US" sz="3600" dirty="0" err="1">
                <a:latin typeface="+mn-lt"/>
              </a:rPr>
              <a:t>aut</a:t>
            </a:r>
            <a:r>
              <a:rPr lang="es-ES" altLang="en-US" sz="3600" dirty="0">
                <a:latin typeface="+mn-lt"/>
              </a:rPr>
              <a:t> </a:t>
            </a:r>
            <a:r>
              <a:rPr lang="es-ES" altLang="en-US" sz="3600" dirty="0" err="1">
                <a:latin typeface="+mn-lt"/>
              </a:rPr>
              <a:t>doloritiaspe</a:t>
            </a:r>
            <a:r>
              <a:rPr lang="es-ES" altLang="en-US" sz="3600" dirty="0">
                <a:latin typeface="+mn-lt"/>
              </a:rPr>
              <a:t> </a:t>
            </a:r>
            <a:r>
              <a:rPr lang="es-ES" altLang="en-US" sz="3600" dirty="0" err="1">
                <a:latin typeface="+mn-lt"/>
              </a:rPr>
              <a:t>nobit</a:t>
            </a:r>
            <a:r>
              <a:rPr lang="es-ES" altLang="en-US" sz="3600" dirty="0">
                <a:latin typeface="+mn-lt"/>
              </a:rPr>
              <a:t> </a:t>
            </a:r>
            <a:r>
              <a:rPr lang="es-ES" altLang="en-US" sz="3600" dirty="0" err="1">
                <a:latin typeface="+mn-lt"/>
              </a:rPr>
              <a:t>lat</a:t>
            </a:r>
            <a:r>
              <a:rPr lang="es-ES" altLang="en-US" sz="3600" dirty="0">
                <a:latin typeface="+mn-lt"/>
              </a:rPr>
              <a:t> </a:t>
            </a:r>
            <a:r>
              <a:rPr lang="es-ES" altLang="en-US" sz="3600" dirty="0" err="1">
                <a:latin typeface="+mn-lt"/>
              </a:rPr>
              <a:t>aut</a:t>
            </a:r>
            <a:r>
              <a:rPr lang="es-ES" altLang="en-US" sz="3600" dirty="0">
                <a:latin typeface="+mn-lt"/>
              </a:rPr>
              <a:t> am, </a:t>
            </a:r>
            <a:r>
              <a:rPr lang="es-ES" altLang="en-US" sz="3600" dirty="0" err="1">
                <a:latin typeface="+mn-lt"/>
              </a:rPr>
              <a:t>volorem</a:t>
            </a:r>
            <a:r>
              <a:rPr lang="es-ES" altLang="en-US" sz="3600" dirty="0">
                <a:latin typeface="+mn-lt"/>
              </a:rPr>
              <a:t> </a:t>
            </a:r>
            <a:r>
              <a:rPr lang="es-ES" altLang="en-US" sz="3600" dirty="0" err="1">
                <a:latin typeface="+mn-lt"/>
              </a:rPr>
              <a:t>eum</a:t>
            </a:r>
            <a:r>
              <a:rPr lang="es-ES" altLang="en-US" sz="3600" dirty="0">
                <a:latin typeface="+mn-lt"/>
              </a:rPr>
              <a:t> </a:t>
            </a:r>
            <a:r>
              <a:rPr lang="es-ES" altLang="en-US" sz="3600" dirty="0" err="1">
                <a:latin typeface="+mn-lt"/>
              </a:rPr>
              <a:t>inum</a:t>
            </a:r>
            <a:r>
              <a:rPr lang="es-ES" altLang="en-US" sz="3600" dirty="0">
                <a:latin typeface="+mn-lt"/>
              </a:rPr>
              <a:t> </a:t>
            </a:r>
            <a:r>
              <a:rPr lang="es-ES" altLang="en-US" sz="3600" dirty="0" err="1">
                <a:latin typeface="+mn-lt"/>
              </a:rPr>
              <a:t>alique</a:t>
            </a:r>
            <a:r>
              <a:rPr lang="es-ES" altLang="en-US" sz="3600" dirty="0">
                <a:latin typeface="+mn-lt"/>
              </a:rPr>
              <a:t> </a:t>
            </a:r>
            <a:r>
              <a:rPr lang="es-ES" altLang="en-US" sz="3600" dirty="0" err="1">
                <a:latin typeface="+mn-lt"/>
              </a:rPr>
              <a:t>volesci</a:t>
            </a:r>
            <a:r>
              <a:rPr lang="es-ES" altLang="en-US" sz="3600" dirty="0">
                <a:latin typeface="+mn-lt"/>
              </a:rPr>
              <a:t> </a:t>
            </a:r>
            <a:r>
              <a:rPr lang="es-ES" altLang="en-US" sz="3600" dirty="0" err="1">
                <a:latin typeface="+mn-lt"/>
              </a:rPr>
              <a:t>enimus</a:t>
            </a:r>
            <a:r>
              <a:rPr lang="es-ES" altLang="en-US" sz="3600" dirty="0">
                <a:latin typeface="+mn-lt"/>
              </a:rPr>
              <a:t> </a:t>
            </a:r>
            <a:r>
              <a:rPr lang="es-ES" altLang="en-US" sz="3600" dirty="0" err="1">
                <a:latin typeface="+mn-lt"/>
              </a:rPr>
              <a:t>eos</a:t>
            </a:r>
            <a:r>
              <a:rPr lang="es-ES" altLang="en-US" sz="3600" dirty="0">
                <a:latin typeface="+mn-lt"/>
              </a:rPr>
              <a:t> es </a:t>
            </a:r>
            <a:r>
              <a:rPr lang="es-ES" altLang="en-US" sz="3600" dirty="0" err="1">
                <a:latin typeface="+mn-lt"/>
              </a:rPr>
              <a:t>minisquasim</a:t>
            </a:r>
            <a:r>
              <a:rPr lang="es-ES" altLang="en-US" sz="3600" dirty="0">
                <a:latin typeface="+mn-lt"/>
              </a:rPr>
              <a:t> </a:t>
            </a:r>
            <a:r>
              <a:rPr lang="es-ES" altLang="en-US" sz="3600" dirty="0" err="1">
                <a:latin typeface="+mn-lt"/>
              </a:rPr>
              <a:t>fugit</a:t>
            </a:r>
            <a:r>
              <a:rPr lang="es-ES" altLang="en-US" sz="3600" dirty="0">
                <a:latin typeface="+mn-lt"/>
              </a:rPr>
              <a:t> </a:t>
            </a:r>
            <a:r>
              <a:rPr lang="es-ES" altLang="en-US" sz="3600" dirty="0" err="1">
                <a:latin typeface="+mn-lt"/>
              </a:rPr>
              <a:t>laboria</a:t>
            </a:r>
            <a:r>
              <a:rPr lang="es-ES" altLang="en-US" sz="3600" dirty="0">
                <a:latin typeface="+mn-lt"/>
              </a:rPr>
              <a:t> </a:t>
            </a:r>
            <a:r>
              <a:rPr lang="es-ES" altLang="en-US" sz="3600" dirty="0" err="1">
                <a:latin typeface="+mn-lt"/>
              </a:rPr>
              <a:t>simagnis</a:t>
            </a:r>
            <a:r>
              <a:rPr lang="es-ES" altLang="en-US" sz="3600" dirty="0">
                <a:latin typeface="+mn-lt"/>
              </a:rPr>
              <a:t> </a:t>
            </a:r>
            <a:r>
              <a:rPr lang="es-ES" altLang="en-US" sz="3600" dirty="0" err="1">
                <a:latin typeface="+mn-lt"/>
              </a:rPr>
              <a:t>aut</a:t>
            </a:r>
            <a:r>
              <a:rPr lang="es-ES" altLang="en-US" sz="3600" dirty="0">
                <a:latin typeface="+mn-lt"/>
              </a:rPr>
              <a:t> </a:t>
            </a:r>
            <a:r>
              <a:rPr lang="es-ES" altLang="en-US" sz="3600" dirty="0" err="1">
                <a:latin typeface="+mn-lt"/>
              </a:rPr>
              <a:t>voloristotas</a:t>
            </a:r>
            <a:r>
              <a:rPr lang="es-ES" altLang="en-US" sz="3600" dirty="0">
                <a:latin typeface="+mn-lt"/>
              </a:rPr>
              <a:t> </a:t>
            </a:r>
            <a:r>
              <a:rPr lang="es-ES" altLang="en-US" sz="3600" dirty="0" err="1">
                <a:latin typeface="+mn-lt"/>
              </a:rPr>
              <a:t>exerion</a:t>
            </a:r>
            <a:r>
              <a:rPr lang="es-ES" altLang="en-US" sz="3600" dirty="0">
                <a:latin typeface="+mn-lt"/>
              </a:rPr>
              <a:t> </a:t>
            </a:r>
            <a:r>
              <a:rPr lang="es-ES" altLang="en-US" sz="3600" dirty="0" err="1">
                <a:latin typeface="+mn-lt"/>
              </a:rPr>
              <a:t>porum</a:t>
            </a:r>
            <a:r>
              <a:rPr lang="es-ES" altLang="en-US" sz="3600" dirty="0">
                <a:latin typeface="+mn-lt"/>
              </a:rPr>
              <a:t> </a:t>
            </a:r>
            <a:r>
              <a:rPr lang="es-ES" altLang="en-US" sz="3600" dirty="0" err="1">
                <a:latin typeface="+mn-lt"/>
              </a:rPr>
              <a:t>vellant</a:t>
            </a:r>
            <a:r>
              <a:rPr lang="es-ES" altLang="en-US" sz="3600" dirty="0">
                <a:latin typeface="+mn-lt"/>
              </a:rPr>
              <a:t> </a:t>
            </a:r>
            <a:r>
              <a:rPr lang="es-ES" altLang="en-US" sz="3600" dirty="0" err="1">
                <a:latin typeface="+mn-lt"/>
              </a:rPr>
              <a:t>ulpa</a:t>
            </a:r>
            <a:r>
              <a:rPr lang="es-ES" altLang="en-US" sz="3600" dirty="0">
                <a:latin typeface="+mn-lt"/>
              </a:rPr>
              <a:t> </a:t>
            </a:r>
            <a:r>
              <a:rPr lang="es-ES" altLang="en-US" sz="3600" dirty="0" err="1">
                <a:latin typeface="+mn-lt"/>
              </a:rPr>
              <a:t>nes</a:t>
            </a:r>
            <a:r>
              <a:rPr lang="es-ES" altLang="en-US" sz="3600" dirty="0">
                <a:latin typeface="+mn-lt"/>
              </a:rPr>
              <a:t> </a:t>
            </a:r>
            <a:r>
              <a:rPr lang="es-ES" altLang="en-US" sz="3600" dirty="0" err="1">
                <a:latin typeface="+mn-lt"/>
              </a:rPr>
              <a:t>aut</a:t>
            </a:r>
            <a:r>
              <a:rPr lang="es-ES" altLang="en-US" sz="3600" dirty="0">
                <a:latin typeface="+mn-lt"/>
              </a:rPr>
              <a:t> re </a:t>
            </a:r>
            <a:r>
              <a:rPr lang="es-ES" altLang="en-US" sz="3600" dirty="0" err="1">
                <a:latin typeface="+mn-lt"/>
              </a:rPr>
              <a:t>prerum</a:t>
            </a:r>
            <a:r>
              <a:rPr lang="es-ES" altLang="en-US" sz="3600" dirty="0">
                <a:latin typeface="+mn-lt"/>
              </a:rPr>
              <a:t> </a:t>
            </a:r>
            <a:r>
              <a:rPr lang="es-ES" altLang="en-US" sz="3600" dirty="0" err="1">
                <a:latin typeface="+mn-lt"/>
              </a:rPr>
              <a:t>exerspistius</a:t>
            </a:r>
            <a:r>
              <a:rPr lang="es-ES" altLang="en-US" sz="3600" dirty="0">
                <a:latin typeface="+mn-lt"/>
              </a:rPr>
              <a:t> </a:t>
            </a:r>
            <a:r>
              <a:rPr lang="es-ES" altLang="en-US" sz="3600" dirty="0" err="1">
                <a:latin typeface="+mn-lt"/>
              </a:rPr>
              <a:t>sollend</a:t>
            </a:r>
            <a:r>
              <a:rPr lang="es-ES" altLang="en-US" sz="3600" dirty="0">
                <a:latin typeface="+mn-lt"/>
              </a:rPr>
              <a:t> </a:t>
            </a:r>
            <a:r>
              <a:rPr lang="es-ES" altLang="en-US" sz="3600" dirty="0" err="1">
                <a:latin typeface="+mn-lt"/>
              </a:rPr>
              <a:t>ellente</a:t>
            </a:r>
            <a:r>
              <a:rPr lang="es-ES" altLang="en-US" sz="3600" dirty="0">
                <a:latin typeface="+mn-lt"/>
              </a:rPr>
              <a:t> </a:t>
            </a:r>
            <a:r>
              <a:rPr lang="es-ES" altLang="en-US" sz="3600" dirty="0" err="1">
                <a:latin typeface="+mn-lt"/>
              </a:rPr>
              <a:t>moluptas</a:t>
            </a:r>
            <a:r>
              <a:rPr lang="es-ES" altLang="en-US" sz="3600" dirty="0">
                <a:latin typeface="+mn-lt"/>
              </a:rPr>
              <a:t> </a:t>
            </a:r>
            <a:r>
              <a:rPr lang="es-ES" altLang="en-US" sz="3600" dirty="0" err="1">
                <a:latin typeface="+mn-lt"/>
              </a:rPr>
              <a:t>ipsaereprat</a:t>
            </a:r>
            <a:r>
              <a:rPr lang="es-ES" altLang="en-US" sz="3600" dirty="0">
                <a:latin typeface="+mn-lt"/>
              </a:rPr>
              <a:t>.</a:t>
            </a:r>
          </a:p>
          <a:p>
            <a:pPr algn="just" eaLnBrk="1" hangingPunct="1">
              <a:spcBef>
                <a:spcPct val="50000"/>
              </a:spcBef>
              <a:buFontTx/>
              <a:buNone/>
              <a:defRPr/>
            </a:pPr>
            <a:r>
              <a:rPr lang="es-ES" altLang="en-US" sz="3600" dirty="0">
                <a:latin typeface="+mn-lt"/>
              </a:rPr>
              <a:t>Et </a:t>
            </a:r>
            <a:r>
              <a:rPr lang="es-ES" altLang="en-US" sz="3600" dirty="0" err="1">
                <a:latin typeface="+mn-lt"/>
              </a:rPr>
              <a:t>volupta</a:t>
            </a:r>
            <a:r>
              <a:rPr lang="es-ES" altLang="en-US" sz="3600" dirty="0">
                <a:latin typeface="+mn-lt"/>
              </a:rPr>
              <a:t> es </a:t>
            </a:r>
            <a:r>
              <a:rPr lang="es-ES" altLang="en-US" sz="3600" dirty="0" err="1">
                <a:latin typeface="+mn-lt"/>
              </a:rPr>
              <a:t>entiusam</a:t>
            </a:r>
            <a:r>
              <a:rPr lang="es-ES" altLang="en-US" sz="3600" dirty="0">
                <a:latin typeface="+mn-lt"/>
              </a:rPr>
              <a:t> </a:t>
            </a:r>
            <a:r>
              <a:rPr lang="es-ES" altLang="en-US" sz="3600" dirty="0" err="1">
                <a:latin typeface="+mn-lt"/>
              </a:rPr>
              <a:t>eserias</a:t>
            </a:r>
            <a:r>
              <a:rPr lang="es-ES" altLang="en-US" sz="3600" dirty="0">
                <a:latin typeface="+mn-lt"/>
              </a:rPr>
              <a:t> </a:t>
            </a:r>
            <a:r>
              <a:rPr lang="es-ES" altLang="en-US" sz="3600" dirty="0" err="1">
                <a:latin typeface="+mn-lt"/>
              </a:rPr>
              <a:t>dipidusda</a:t>
            </a:r>
            <a:r>
              <a:rPr lang="es-ES" altLang="en-US" sz="3600" dirty="0">
                <a:latin typeface="+mn-lt"/>
              </a:rPr>
              <a:t> </a:t>
            </a:r>
            <a:r>
              <a:rPr lang="es-ES" altLang="en-US" sz="3600" dirty="0" err="1">
                <a:latin typeface="+mn-lt"/>
              </a:rPr>
              <a:t>verferia</a:t>
            </a:r>
            <a:r>
              <a:rPr lang="es-ES" altLang="en-US" sz="3600" dirty="0">
                <a:latin typeface="+mn-lt"/>
              </a:rPr>
              <a:t> </a:t>
            </a:r>
            <a:r>
              <a:rPr lang="es-ES" altLang="en-US" sz="3600" dirty="0" err="1">
                <a:latin typeface="+mn-lt"/>
              </a:rPr>
              <a:t>nobis</a:t>
            </a:r>
            <a:r>
              <a:rPr lang="es-ES" altLang="en-US" sz="3600" dirty="0">
                <a:latin typeface="+mn-lt"/>
              </a:rPr>
              <a:t> </a:t>
            </a:r>
            <a:r>
              <a:rPr lang="es-ES" altLang="en-US" sz="3600" dirty="0" err="1">
                <a:latin typeface="+mn-lt"/>
              </a:rPr>
              <a:t>ilibus</a:t>
            </a:r>
            <a:r>
              <a:rPr lang="es-ES" altLang="en-US" sz="3600" dirty="0">
                <a:latin typeface="+mn-lt"/>
              </a:rPr>
              <a:t> </a:t>
            </a:r>
            <a:r>
              <a:rPr lang="es-ES" altLang="en-US" sz="3600" dirty="0" err="1">
                <a:latin typeface="+mn-lt"/>
              </a:rPr>
              <a:t>dus</a:t>
            </a:r>
            <a:r>
              <a:rPr lang="es-ES" altLang="en-US" sz="3600" dirty="0">
                <a:latin typeface="+mn-lt"/>
              </a:rPr>
              <a:t> </a:t>
            </a:r>
            <a:r>
              <a:rPr lang="es-ES" altLang="en-US" sz="3600" dirty="0" err="1">
                <a:latin typeface="+mn-lt"/>
              </a:rPr>
              <a:t>veliquat</a:t>
            </a:r>
            <a:r>
              <a:rPr lang="es-ES" altLang="en-US" sz="3600" dirty="0">
                <a:latin typeface="+mn-lt"/>
              </a:rPr>
              <a:t> </a:t>
            </a:r>
            <a:r>
              <a:rPr lang="es-ES" altLang="en-US" sz="3600" dirty="0" err="1">
                <a:latin typeface="+mn-lt"/>
              </a:rPr>
              <a:t>aut</a:t>
            </a:r>
            <a:r>
              <a:rPr lang="es-ES" altLang="en-US" sz="3600" dirty="0">
                <a:latin typeface="+mn-lt"/>
              </a:rPr>
              <a:t> </a:t>
            </a:r>
            <a:r>
              <a:rPr lang="es-ES" altLang="en-US" sz="3600" dirty="0" err="1">
                <a:latin typeface="+mn-lt"/>
              </a:rPr>
              <a:t>repuda</a:t>
            </a:r>
            <a:r>
              <a:rPr lang="es-ES" altLang="en-US" sz="3600" dirty="0">
                <a:latin typeface="+mn-lt"/>
              </a:rPr>
              <a:t> </a:t>
            </a:r>
            <a:r>
              <a:rPr lang="es-ES" altLang="en-US" sz="3600" dirty="0" err="1">
                <a:latin typeface="+mn-lt"/>
              </a:rPr>
              <a:t>voluptius</a:t>
            </a:r>
            <a:r>
              <a:rPr lang="es-ES" altLang="en-US" sz="3600" dirty="0">
                <a:latin typeface="+mn-lt"/>
              </a:rPr>
              <a:t> </a:t>
            </a:r>
            <a:r>
              <a:rPr lang="es-ES" altLang="en-US" sz="3600" dirty="0" err="1">
                <a:latin typeface="+mn-lt"/>
              </a:rPr>
              <a:t>moluptas</a:t>
            </a:r>
            <a:r>
              <a:rPr lang="es-ES" altLang="en-US" sz="3600" dirty="0">
                <a:latin typeface="+mn-lt"/>
              </a:rPr>
              <a:t> </a:t>
            </a:r>
            <a:r>
              <a:rPr lang="es-ES" altLang="en-US" sz="3600" dirty="0" err="1">
                <a:latin typeface="+mn-lt"/>
              </a:rPr>
              <a:t>ipsaereprat</a:t>
            </a:r>
            <a:r>
              <a:rPr lang="es-ES" altLang="en-US" sz="3600" dirty="0">
                <a:latin typeface="+mn-lt"/>
              </a:rPr>
              <a:t>.</a:t>
            </a:r>
          </a:p>
        </p:txBody>
      </p:sp>
      <p:sp>
        <p:nvSpPr>
          <p:cNvPr id="17441" name="CuadroTexto 7">
            <a:extLst>
              <a:ext uri="{FF2B5EF4-FFF2-40B4-BE49-F238E27FC236}">
                <a16:creationId xmlns:a16="http://schemas.microsoft.com/office/drawing/2014/main" id="{94E5B66A-FE2B-455C-A1EF-543CEF163E31}"/>
              </a:ext>
            </a:extLst>
          </p:cNvPr>
          <p:cNvSpPr txBox="1">
            <a:spLocks noChangeArrowheads="1"/>
          </p:cNvSpPr>
          <p:nvPr/>
        </p:nvSpPr>
        <p:spPr bwMode="auto">
          <a:xfrm>
            <a:off x="20426363" y="30997525"/>
            <a:ext cx="9869487"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s-ES_tradnl" altLang="es-ES"/>
              <a:t>TODI AT ECIL</a:t>
            </a:r>
          </a:p>
          <a:p>
            <a:pPr eaLnBrk="1" hangingPunct="1"/>
            <a:r>
              <a:rPr lang="es-ES_tradnl" altLang="es-ES"/>
              <a:t>Et et qui ant elite et anis aut ma experit aboaborio. Enis aut ma experit aboaborio. Et et qui ant elite et anis aut ma experit abborio. Et et qui ant elite anis aut ma experiboaborio. Et et qui ant elite et anis aut ma experit aboaborio. Et et qui ant elite et anis aut ma experit abo</a:t>
            </a:r>
          </a:p>
        </p:txBody>
      </p:sp>
      <p:cxnSp>
        <p:nvCxnSpPr>
          <p:cNvPr id="57" name="Conector recto 56">
            <a:extLst>
              <a:ext uri="{FF2B5EF4-FFF2-40B4-BE49-F238E27FC236}">
                <a16:creationId xmlns:a16="http://schemas.microsoft.com/office/drawing/2014/main" id="{E120F1C3-A179-4BCE-A6C8-541B3F1AAD5B}"/>
              </a:ext>
            </a:extLst>
          </p:cNvPr>
          <p:cNvCxnSpPr>
            <a:cxnSpLocks noChangeShapeType="1"/>
          </p:cNvCxnSpPr>
          <p:nvPr/>
        </p:nvCxnSpPr>
        <p:spPr bwMode="auto">
          <a:xfrm flipH="1">
            <a:off x="5108575" y="26227088"/>
            <a:ext cx="25146000" cy="11430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1" name="Straight Connector 68">
            <a:extLst>
              <a:ext uri="{FF2B5EF4-FFF2-40B4-BE49-F238E27FC236}">
                <a16:creationId xmlns:a16="http://schemas.microsoft.com/office/drawing/2014/main" id="{1DCE7F90-94B0-4BC6-8B24-069703C80B97}"/>
              </a:ext>
            </a:extLst>
          </p:cNvPr>
          <p:cNvCxnSpPr>
            <a:cxnSpLocks noChangeShapeType="1"/>
          </p:cNvCxnSpPr>
          <p:nvPr/>
        </p:nvCxnSpPr>
        <p:spPr bwMode="auto">
          <a:xfrm>
            <a:off x="15993466" y="33765871"/>
            <a:ext cx="13392150" cy="1270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5" name="Straight Connector 68">
            <a:extLst>
              <a:ext uri="{FF2B5EF4-FFF2-40B4-BE49-F238E27FC236}">
                <a16:creationId xmlns:a16="http://schemas.microsoft.com/office/drawing/2014/main" id="{2D30EFC0-680A-405D-962E-6C1223A2B36C}"/>
              </a:ext>
            </a:extLst>
          </p:cNvPr>
          <p:cNvCxnSpPr>
            <a:cxnSpLocks noChangeShapeType="1"/>
          </p:cNvCxnSpPr>
          <p:nvPr/>
        </p:nvCxnSpPr>
        <p:spPr bwMode="auto">
          <a:xfrm>
            <a:off x="15993466" y="37641376"/>
            <a:ext cx="13392150" cy="1270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7445" name="Imagen 59">
            <a:extLst>
              <a:ext uri="{FF2B5EF4-FFF2-40B4-BE49-F238E27FC236}">
                <a16:creationId xmlns:a16="http://schemas.microsoft.com/office/drawing/2014/main" id="{F6A93299-C82B-4702-B90B-A916A4469D9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63828" y="39358596"/>
            <a:ext cx="33988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46" name="Imagen 60">
            <a:extLst>
              <a:ext uri="{FF2B5EF4-FFF2-40B4-BE49-F238E27FC236}">
                <a16:creationId xmlns:a16="http://schemas.microsoft.com/office/drawing/2014/main" id="{5BA18480-A816-4829-8237-2C6957EA80B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574178" y="39254589"/>
            <a:ext cx="4335463"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47" name="Imagen 61">
            <a:extLst>
              <a:ext uri="{FF2B5EF4-FFF2-40B4-BE49-F238E27FC236}">
                <a16:creationId xmlns:a16="http://schemas.microsoft.com/office/drawing/2014/main" id="{C377C186-7807-49C0-A6B7-183163AA2203}"/>
              </a:ext>
            </a:extLst>
          </p:cNvPr>
          <p:cNvPicPr>
            <a:picLocks noChangeAspect="1"/>
          </p:cNvPicPr>
          <p:nvPr/>
        </p:nvPicPr>
        <p:blipFill>
          <a:blip r:embed="rId9">
            <a:extLst>
              <a:ext uri="{28A0092B-C50C-407E-A947-70E740481C1C}">
                <a14:useLocalDpi xmlns:a14="http://schemas.microsoft.com/office/drawing/2010/main" val="0"/>
              </a:ext>
            </a:extLst>
          </a:blip>
          <a:srcRect t="21899" b="22447"/>
          <a:stretch>
            <a:fillRect/>
          </a:stretch>
        </p:blipFill>
        <p:spPr bwMode="auto">
          <a:xfrm>
            <a:off x="19165198" y="39340314"/>
            <a:ext cx="283051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48" name="Imagen 62">
            <a:extLst>
              <a:ext uri="{FF2B5EF4-FFF2-40B4-BE49-F238E27FC236}">
                <a16:creationId xmlns:a16="http://schemas.microsoft.com/office/drawing/2014/main" id="{5777A4BC-4A97-49A9-972D-7EF07008AD28}"/>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26056583" y="39302599"/>
            <a:ext cx="3378200"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49" name="CuadroTexto 63">
            <a:extLst>
              <a:ext uri="{FF2B5EF4-FFF2-40B4-BE49-F238E27FC236}">
                <a16:creationId xmlns:a16="http://schemas.microsoft.com/office/drawing/2014/main" id="{A11482FA-B2A0-4457-996C-CD2FA4A85B8D}"/>
              </a:ext>
            </a:extLst>
          </p:cNvPr>
          <p:cNvSpPr txBox="1">
            <a:spLocks noChangeArrowheads="1"/>
          </p:cNvSpPr>
          <p:nvPr/>
        </p:nvSpPr>
        <p:spPr bwMode="auto">
          <a:xfrm>
            <a:off x="932078" y="38745821"/>
            <a:ext cx="1455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altLang="es-ES" sz="2400">
                <a:solidFill>
                  <a:srgbClr val="253786"/>
                </a:solidFill>
              </a:rPr>
              <a:t>Trustees:</a:t>
            </a:r>
          </a:p>
        </p:txBody>
      </p:sp>
      <p:cxnSp>
        <p:nvCxnSpPr>
          <p:cNvPr id="91" name="Straight Connector 68">
            <a:extLst>
              <a:ext uri="{FF2B5EF4-FFF2-40B4-BE49-F238E27FC236}">
                <a16:creationId xmlns:a16="http://schemas.microsoft.com/office/drawing/2014/main" id="{8FC74453-9529-49B5-9346-702B15E4AC9D}"/>
              </a:ext>
            </a:extLst>
          </p:cNvPr>
          <p:cNvCxnSpPr>
            <a:cxnSpLocks noChangeShapeType="1"/>
          </p:cNvCxnSpPr>
          <p:nvPr/>
        </p:nvCxnSpPr>
        <p:spPr bwMode="auto">
          <a:xfrm flipV="1">
            <a:off x="1016816" y="39143071"/>
            <a:ext cx="28420990" cy="45663"/>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nvGrpSpPr>
          <p:cNvPr id="12" name="Grupo 11">
            <a:extLst>
              <a:ext uri="{FF2B5EF4-FFF2-40B4-BE49-F238E27FC236}">
                <a16:creationId xmlns:a16="http://schemas.microsoft.com/office/drawing/2014/main" id="{0CC06BA7-5BC3-C146-ABF9-7D0DA19A6696}"/>
              </a:ext>
            </a:extLst>
          </p:cNvPr>
          <p:cNvGrpSpPr/>
          <p:nvPr/>
        </p:nvGrpSpPr>
        <p:grpSpPr>
          <a:xfrm>
            <a:off x="9776815" y="40868740"/>
            <a:ext cx="3036916" cy="1462705"/>
            <a:chOff x="16973394" y="40868740"/>
            <a:chExt cx="3036916" cy="1462705"/>
          </a:xfrm>
        </p:grpSpPr>
        <p:sp>
          <p:nvSpPr>
            <p:cNvPr id="63" name="CuadroTexto 73">
              <a:extLst>
                <a:ext uri="{FF2B5EF4-FFF2-40B4-BE49-F238E27FC236}">
                  <a16:creationId xmlns:a16="http://schemas.microsoft.com/office/drawing/2014/main" id="{253D4D54-FF1B-48AB-9664-144211102C1C}"/>
                </a:ext>
              </a:extLst>
            </p:cNvPr>
            <p:cNvSpPr txBox="1">
              <a:spLocks noChangeArrowheads="1"/>
            </p:cNvSpPr>
            <p:nvPr/>
          </p:nvSpPr>
          <p:spPr bwMode="auto">
            <a:xfrm>
              <a:off x="16973394" y="40868740"/>
              <a:ext cx="28599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r>
                <a:rPr lang="es-ES_tradnl" altLang="es-ES" sz="2400" dirty="0" err="1">
                  <a:solidFill>
                    <a:srgbClr val="253786"/>
                  </a:solidFill>
                  <a:latin typeface="Arial"/>
                  <a:ea typeface="ＭＳ Ｐゴシック"/>
                  <a:cs typeface="Arial"/>
                </a:rPr>
                <a:t>Distinctions</a:t>
              </a:r>
              <a:r>
                <a:rPr lang="es-ES_tradnl" altLang="es-ES" sz="2400" dirty="0">
                  <a:solidFill>
                    <a:srgbClr val="253786"/>
                  </a:solidFill>
                  <a:latin typeface="Arial"/>
                  <a:ea typeface="ＭＳ Ｐゴシック"/>
                  <a:cs typeface="Arial"/>
                </a:rPr>
                <a:t>:</a:t>
              </a:r>
              <a:endParaRPr lang="es-ES_tradnl" altLang="es-ES" sz="2400" dirty="0">
                <a:solidFill>
                  <a:srgbClr val="253786"/>
                </a:solidFill>
                <a:cs typeface="Arial"/>
              </a:endParaRPr>
            </a:p>
          </p:txBody>
        </p:sp>
        <p:cxnSp>
          <p:nvCxnSpPr>
            <p:cNvPr id="65" name="Straight Connector 68">
              <a:extLst>
                <a:ext uri="{FF2B5EF4-FFF2-40B4-BE49-F238E27FC236}">
                  <a16:creationId xmlns:a16="http://schemas.microsoft.com/office/drawing/2014/main" id="{9EE0C13D-5C1F-4979-BFB5-0DBF57E14E41}"/>
                </a:ext>
              </a:extLst>
            </p:cNvPr>
            <p:cNvCxnSpPr>
              <a:cxnSpLocks noChangeShapeType="1"/>
            </p:cNvCxnSpPr>
            <p:nvPr/>
          </p:nvCxnSpPr>
          <p:spPr bwMode="auto">
            <a:xfrm>
              <a:off x="17040098" y="41265990"/>
              <a:ext cx="2970212"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8" name="Imagen 8" descr="Imagen que contiene Forma&#10;&#10;Descripción generada automáticamente">
              <a:extLst>
                <a:ext uri="{FF2B5EF4-FFF2-40B4-BE49-F238E27FC236}">
                  <a16:creationId xmlns:a16="http://schemas.microsoft.com/office/drawing/2014/main" id="{1394A369-F16B-44E0-ADFD-669A52109B11}"/>
                </a:ext>
              </a:extLst>
            </p:cNvPr>
            <p:cNvPicPr>
              <a:picLocks noChangeAspect="1"/>
            </p:cNvPicPr>
            <p:nvPr/>
          </p:nvPicPr>
          <p:blipFill>
            <a:blip r:embed="rId11"/>
            <a:stretch>
              <a:fillRect/>
            </a:stretch>
          </p:blipFill>
          <p:spPr>
            <a:xfrm>
              <a:off x="17045891" y="41446953"/>
              <a:ext cx="1898029" cy="884492"/>
            </a:xfrm>
            <a:prstGeom prst="rect">
              <a:avLst/>
            </a:prstGeom>
          </p:spPr>
        </p:pic>
      </p:grpSp>
      <p:sp>
        <p:nvSpPr>
          <p:cNvPr id="56" name="CuadroTexto 73">
            <a:extLst>
              <a:ext uri="{FF2B5EF4-FFF2-40B4-BE49-F238E27FC236}">
                <a16:creationId xmlns:a16="http://schemas.microsoft.com/office/drawing/2014/main" id="{C31D7F4A-7FA0-4FE2-910F-F2BA84A1A36D}"/>
              </a:ext>
            </a:extLst>
          </p:cNvPr>
          <p:cNvSpPr txBox="1">
            <a:spLocks noChangeArrowheads="1"/>
          </p:cNvSpPr>
          <p:nvPr/>
        </p:nvSpPr>
        <p:spPr bwMode="auto">
          <a:xfrm>
            <a:off x="1004761" y="40868711"/>
            <a:ext cx="29513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r>
              <a:rPr lang="es-ES_tradnl" altLang="es-ES" sz="2400" dirty="0">
                <a:solidFill>
                  <a:srgbClr val="253786"/>
                </a:solidFill>
                <a:latin typeface="Arial"/>
                <a:ea typeface="ＭＳ Ｐゴシック"/>
                <a:cs typeface="Arial"/>
              </a:rPr>
              <a:t>CERCA Centre:</a:t>
            </a:r>
            <a:endParaRPr lang="es-ES_tradnl" altLang="es-ES" sz="2400" dirty="0">
              <a:solidFill>
                <a:srgbClr val="253786"/>
              </a:solidFill>
              <a:cs typeface="Arial"/>
            </a:endParaRPr>
          </a:p>
        </p:txBody>
      </p:sp>
      <p:cxnSp>
        <p:nvCxnSpPr>
          <p:cNvPr id="59" name="Straight Connector 68">
            <a:extLst>
              <a:ext uri="{FF2B5EF4-FFF2-40B4-BE49-F238E27FC236}">
                <a16:creationId xmlns:a16="http://schemas.microsoft.com/office/drawing/2014/main" id="{9AE0B9F9-0635-4665-93FF-C2540F0EE1AA}"/>
              </a:ext>
            </a:extLst>
          </p:cNvPr>
          <p:cNvCxnSpPr>
            <a:cxnSpLocks noChangeShapeType="1"/>
          </p:cNvCxnSpPr>
          <p:nvPr/>
        </p:nvCxnSpPr>
        <p:spPr bwMode="auto">
          <a:xfrm>
            <a:off x="1071451" y="41265976"/>
            <a:ext cx="2947386"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nvGrpSpPr>
          <p:cNvPr id="15" name="Grupo 14">
            <a:extLst>
              <a:ext uri="{FF2B5EF4-FFF2-40B4-BE49-F238E27FC236}">
                <a16:creationId xmlns:a16="http://schemas.microsoft.com/office/drawing/2014/main" id="{C39A2BB3-1128-AD4D-B61F-1C5322139F0C}"/>
              </a:ext>
            </a:extLst>
          </p:cNvPr>
          <p:cNvGrpSpPr/>
          <p:nvPr/>
        </p:nvGrpSpPr>
        <p:grpSpPr>
          <a:xfrm>
            <a:off x="5156201" y="40823049"/>
            <a:ext cx="3036887" cy="1375586"/>
            <a:chOff x="26434275" y="40823049"/>
            <a:chExt cx="3036887" cy="1375586"/>
          </a:xfrm>
        </p:grpSpPr>
        <p:sp>
          <p:nvSpPr>
            <p:cNvPr id="17456" name="CuadroTexto 73">
              <a:extLst>
                <a:ext uri="{FF2B5EF4-FFF2-40B4-BE49-F238E27FC236}">
                  <a16:creationId xmlns:a16="http://schemas.microsoft.com/office/drawing/2014/main" id="{49398022-3927-4A8E-B582-FC186EEEE30F}"/>
                </a:ext>
              </a:extLst>
            </p:cNvPr>
            <p:cNvSpPr txBox="1">
              <a:spLocks noChangeArrowheads="1"/>
            </p:cNvSpPr>
            <p:nvPr/>
          </p:nvSpPr>
          <p:spPr bwMode="auto">
            <a:xfrm>
              <a:off x="26434275" y="40823049"/>
              <a:ext cx="17414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altLang="es-ES" sz="2400">
                  <a:solidFill>
                    <a:srgbClr val="253786"/>
                  </a:solidFill>
                </a:rPr>
                <a:t>Member of:</a:t>
              </a:r>
            </a:p>
          </p:txBody>
        </p:sp>
        <p:cxnSp>
          <p:nvCxnSpPr>
            <p:cNvPr id="99" name="Straight Connector 68">
              <a:extLst>
                <a:ext uri="{FF2B5EF4-FFF2-40B4-BE49-F238E27FC236}">
                  <a16:creationId xmlns:a16="http://schemas.microsoft.com/office/drawing/2014/main" id="{28EADFAB-5F16-4394-BFEF-D24AD9267DF9}"/>
                </a:ext>
              </a:extLst>
            </p:cNvPr>
            <p:cNvCxnSpPr>
              <a:cxnSpLocks noChangeShapeType="1"/>
            </p:cNvCxnSpPr>
            <p:nvPr/>
          </p:nvCxnSpPr>
          <p:spPr bwMode="auto">
            <a:xfrm>
              <a:off x="26500950" y="41265961"/>
              <a:ext cx="2970212"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0" name="Imagen 10" descr="Interfaz de usuario gráfica&#10;&#10;Descripción generada automáticamente">
              <a:extLst>
                <a:ext uri="{FF2B5EF4-FFF2-40B4-BE49-F238E27FC236}">
                  <a16:creationId xmlns:a16="http://schemas.microsoft.com/office/drawing/2014/main" id="{EBD7E6CD-0958-47F6-ADC4-30843871E059}"/>
                </a:ext>
              </a:extLst>
            </p:cNvPr>
            <p:cNvPicPr>
              <a:picLocks noChangeAspect="1"/>
            </p:cNvPicPr>
            <p:nvPr/>
          </p:nvPicPr>
          <p:blipFill>
            <a:blip r:embed="rId12"/>
            <a:stretch>
              <a:fillRect/>
            </a:stretch>
          </p:blipFill>
          <p:spPr>
            <a:xfrm>
              <a:off x="26585408" y="41488459"/>
              <a:ext cx="2308909" cy="710176"/>
            </a:xfrm>
            <a:prstGeom prst="rect">
              <a:avLst/>
            </a:prstGeom>
          </p:spPr>
        </p:pic>
      </p:grpSp>
      <p:grpSp>
        <p:nvGrpSpPr>
          <p:cNvPr id="13" name="Grupo 12">
            <a:extLst>
              <a:ext uri="{FF2B5EF4-FFF2-40B4-BE49-F238E27FC236}">
                <a16:creationId xmlns:a16="http://schemas.microsoft.com/office/drawing/2014/main" id="{EB582DC3-9576-4241-9912-74E3885B17FE}"/>
              </a:ext>
            </a:extLst>
          </p:cNvPr>
          <p:cNvGrpSpPr/>
          <p:nvPr/>
        </p:nvGrpSpPr>
        <p:grpSpPr>
          <a:xfrm>
            <a:off x="15796195" y="40777395"/>
            <a:ext cx="13975183" cy="1636495"/>
            <a:chOff x="885405" y="40777395"/>
            <a:chExt cx="13975183" cy="1636495"/>
          </a:xfrm>
        </p:grpSpPr>
        <p:pic>
          <p:nvPicPr>
            <p:cNvPr id="17451" name="Imagen 66">
              <a:extLst>
                <a:ext uri="{FF2B5EF4-FFF2-40B4-BE49-F238E27FC236}">
                  <a16:creationId xmlns:a16="http://schemas.microsoft.com/office/drawing/2014/main" id="{1170A9E7-5679-4249-8CBA-9A248110A80C}"/>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1083913" y="41487175"/>
              <a:ext cx="25400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52" name="Imagen 67">
              <a:extLst>
                <a:ext uri="{FF2B5EF4-FFF2-40B4-BE49-F238E27FC236}">
                  <a16:creationId xmlns:a16="http://schemas.microsoft.com/office/drawing/2014/main" id="{468EBCA7-BF3C-4067-9798-FB8794D6A776}"/>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5001136" y="41456628"/>
              <a:ext cx="995362"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53" name="Imagen 69">
              <a:extLst>
                <a:ext uri="{FF2B5EF4-FFF2-40B4-BE49-F238E27FC236}">
                  <a16:creationId xmlns:a16="http://schemas.microsoft.com/office/drawing/2014/main" id="{7872FB4D-7972-40D5-A1DE-CA7038345125}"/>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7993686" y="41446953"/>
              <a:ext cx="1904774" cy="791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 name="Straight Connector 68">
              <a:extLst>
                <a:ext uri="{FF2B5EF4-FFF2-40B4-BE49-F238E27FC236}">
                  <a16:creationId xmlns:a16="http://schemas.microsoft.com/office/drawing/2014/main" id="{EAA9304A-B00A-456C-A5EA-C6D191E32627}"/>
                </a:ext>
              </a:extLst>
            </p:cNvPr>
            <p:cNvCxnSpPr>
              <a:cxnSpLocks noChangeShapeType="1"/>
            </p:cNvCxnSpPr>
            <p:nvPr/>
          </p:nvCxnSpPr>
          <p:spPr bwMode="auto">
            <a:xfrm>
              <a:off x="978488" y="41220308"/>
              <a:ext cx="13840853" cy="22832"/>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7455" name="CuadroTexto 72">
              <a:extLst>
                <a:ext uri="{FF2B5EF4-FFF2-40B4-BE49-F238E27FC236}">
                  <a16:creationId xmlns:a16="http://schemas.microsoft.com/office/drawing/2014/main" id="{278C666A-F2E5-4B84-A011-9AA26E824AA0}"/>
                </a:ext>
              </a:extLst>
            </p:cNvPr>
            <p:cNvSpPr txBox="1">
              <a:spLocks noChangeArrowheads="1"/>
            </p:cNvSpPr>
            <p:nvPr/>
          </p:nvSpPr>
          <p:spPr bwMode="auto">
            <a:xfrm>
              <a:off x="885405" y="40777395"/>
              <a:ext cx="2101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altLang="es-ES" sz="2400">
                  <a:solidFill>
                    <a:srgbClr val="253786"/>
                  </a:solidFill>
                </a:rPr>
                <a:t>Supported by:</a:t>
              </a:r>
            </a:p>
          </p:txBody>
        </p:sp>
        <p:pic>
          <p:nvPicPr>
            <p:cNvPr id="60" name="Imagen 59">
              <a:extLst>
                <a:ext uri="{FF2B5EF4-FFF2-40B4-BE49-F238E27FC236}">
                  <a16:creationId xmlns:a16="http://schemas.microsoft.com/office/drawing/2014/main" id="{C85CB32E-79B3-C04E-B222-B23487AF709C}"/>
                </a:ext>
              </a:extLst>
            </p:cNvPr>
            <p:cNvPicPr>
              <a:picLocks noChangeAspect="1"/>
            </p:cNvPicPr>
            <p:nvPr/>
          </p:nvPicPr>
          <p:blipFill>
            <a:blip r:embed="rId16"/>
            <a:stretch>
              <a:fillRect/>
            </a:stretch>
          </p:blipFill>
          <p:spPr>
            <a:xfrm>
              <a:off x="12512460" y="41394799"/>
              <a:ext cx="2348128" cy="980783"/>
            </a:xfrm>
            <a:prstGeom prst="rect">
              <a:avLst/>
            </a:prstGeom>
          </p:spPr>
        </p:pic>
      </p:grpSp>
      <p:pic>
        <p:nvPicPr>
          <p:cNvPr id="3" name="Imagen 2">
            <a:extLst>
              <a:ext uri="{FF2B5EF4-FFF2-40B4-BE49-F238E27FC236}">
                <a16:creationId xmlns:a16="http://schemas.microsoft.com/office/drawing/2014/main" id="{2ADED9E9-8F94-7FBE-AC48-D8133B8FEF13}"/>
              </a:ext>
            </a:extLst>
          </p:cNvPr>
          <p:cNvPicPr>
            <a:picLocks noChangeAspect="1"/>
          </p:cNvPicPr>
          <p:nvPr/>
        </p:nvPicPr>
        <p:blipFill>
          <a:blip r:embed="rId17"/>
          <a:stretch>
            <a:fillRect/>
          </a:stretch>
        </p:blipFill>
        <p:spPr>
          <a:xfrm>
            <a:off x="1047098" y="41457550"/>
            <a:ext cx="2252379" cy="8824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277">
            <a:extLst>
              <a:ext uri="{FF2B5EF4-FFF2-40B4-BE49-F238E27FC236}">
                <a16:creationId xmlns:a16="http://schemas.microsoft.com/office/drawing/2014/main" id="{F364C7EA-7CE5-41D7-A3E5-56D5AFCF9346}"/>
              </a:ext>
            </a:extLst>
          </p:cNvPr>
          <p:cNvSpPr txBox="1">
            <a:spLocks noChangeArrowheads="1"/>
          </p:cNvSpPr>
          <p:nvPr/>
        </p:nvSpPr>
        <p:spPr bwMode="auto">
          <a:xfrm>
            <a:off x="1476375" y="11466513"/>
            <a:ext cx="28800425"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50000"/>
              </a:spcBef>
              <a:buFontTx/>
              <a:buNone/>
              <a:defRPr/>
            </a:pPr>
            <a:r>
              <a:rPr lang="es-ES" altLang="en-US" sz="5000" b="1" dirty="0">
                <a:latin typeface="Arial Black" charset="0"/>
                <a:ea typeface="Arial Black" charset="0"/>
                <a:cs typeface="Arial Black" charset="0"/>
              </a:rPr>
              <a:t>INTRODUCTION OR ABSTRACT</a:t>
            </a:r>
            <a:br>
              <a:rPr lang="es-ES" altLang="en-US" sz="4400" dirty="0">
                <a:solidFill>
                  <a:srgbClr val="27296F"/>
                </a:solidFill>
                <a:latin typeface="Swiss 721 Black BT" charset="0"/>
              </a:rPr>
            </a:br>
            <a:r>
              <a:rPr lang="en-US" altLang="en-US" sz="3200" dirty="0">
                <a:latin typeface="+mn-lt"/>
              </a:rPr>
              <a:t>Lorem ipsum dolor sit </a:t>
            </a:r>
            <a:r>
              <a:rPr lang="en-US" altLang="en-US" sz="3200" dirty="0" err="1">
                <a:latin typeface="+mn-lt"/>
              </a:rPr>
              <a:t>amet</a:t>
            </a:r>
            <a:r>
              <a:rPr lang="en-US" altLang="en-US" sz="3200" dirty="0">
                <a:latin typeface="+mn-lt"/>
              </a:rPr>
              <a:t>, </a:t>
            </a:r>
            <a:r>
              <a:rPr lang="en-US" altLang="en-US" sz="3200" dirty="0" err="1">
                <a:latin typeface="+mn-lt"/>
              </a:rPr>
              <a:t>consectetur</a:t>
            </a:r>
            <a:r>
              <a:rPr lang="en-US" altLang="en-US" sz="3200" dirty="0">
                <a:latin typeface="+mn-lt"/>
              </a:rPr>
              <a:t> </a:t>
            </a:r>
            <a:r>
              <a:rPr lang="en-US" altLang="en-US" sz="3200" dirty="0" err="1">
                <a:latin typeface="+mn-lt"/>
              </a:rPr>
              <a:t>adipiscing</a:t>
            </a:r>
            <a:r>
              <a:rPr lang="en-US" altLang="en-US" sz="3200" dirty="0">
                <a:latin typeface="+mn-lt"/>
              </a:rPr>
              <a:t> </a:t>
            </a:r>
            <a:r>
              <a:rPr lang="en-US" altLang="en-US" sz="3200" dirty="0" err="1">
                <a:latin typeface="+mn-lt"/>
              </a:rPr>
              <a:t>elit</a:t>
            </a:r>
            <a:r>
              <a:rPr lang="en-US" altLang="en-US" sz="3200" dirty="0">
                <a:latin typeface="+mn-lt"/>
              </a:rPr>
              <a:t>. </a:t>
            </a:r>
            <a:r>
              <a:rPr lang="en-US" altLang="en-US" sz="3200" dirty="0" err="1">
                <a:latin typeface="+mn-lt"/>
              </a:rPr>
              <a:t>Etiam</a:t>
            </a:r>
            <a:r>
              <a:rPr lang="en-US" altLang="en-US" sz="3200" dirty="0">
                <a:latin typeface="+mn-lt"/>
              </a:rPr>
              <a:t> </a:t>
            </a:r>
            <a:r>
              <a:rPr lang="en-US" altLang="en-US" sz="3200" dirty="0" err="1">
                <a:latin typeface="+mn-lt"/>
              </a:rPr>
              <a:t>venenatis</a:t>
            </a:r>
            <a:r>
              <a:rPr lang="en-US" altLang="en-US" sz="3200" dirty="0">
                <a:latin typeface="+mn-lt"/>
              </a:rPr>
              <a:t> convallis </a:t>
            </a:r>
            <a:r>
              <a:rPr lang="en-US" altLang="en-US" sz="3200" dirty="0" err="1">
                <a:latin typeface="+mn-lt"/>
              </a:rPr>
              <a:t>laoreet</a:t>
            </a:r>
            <a:r>
              <a:rPr lang="en-US" altLang="en-US" sz="3200" dirty="0">
                <a:latin typeface="+mn-lt"/>
              </a:rPr>
              <a:t>. </a:t>
            </a:r>
            <a:r>
              <a:rPr lang="en-US" altLang="en-US" sz="3200" dirty="0" err="1">
                <a:latin typeface="+mn-lt"/>
              </a:rPr>
              <a:t>Proin</a:t>
            </a:r>
            <a:r>
              <a:rPr lang="en-US" altLang="en-US" sz="3200" dirty="0">
                <a:latin typeface="+mn-lt"/>
              </a:rPr>
              <a:t> semper </a:t>
            </a:r>
            <a:r>
              <a:rPr lang="en-US" altLang="en-US" sz="3200" dirty="0" err="1">
                <a:latin typeface="+mn-lt"/>
              </a:rPr>
              <a:t>augue</a:t>
            </a:r>
            <a:r>
              <a:rPr lang="en-US" altLang="en-US" sz="3200" dirty="0">
                <a:latin typeface="+mn-lt"/>
              </a:rPr>
              <a:t> </a:t>
            </a:r>
            <a:r>
              <a:rPr lang="en-US" altLang="en-US" sz="3200" dirty="0" err="1">
                <a:latin typeface="+mn-lt"/>
              </a:rPr>
              <a:t>faucibus</a:t>
            </a:r>
            <a:r>
              <a:rPr lang="en-US" altLang="en-US" sz="3200" dirty="0">
                <a:latin typeface="+mn-lt"/>
              </a:rPr>
              <a:t> </a:t>
            </a:r>
            <a:r>
              <a:rPr lang="en-US" altLang="en-US" sz="3200" dirty="0" err="1">
                <a:latin typeface="+mn-lt"/>
              </a:rPr>
              <a:t>arcu</a:t>
            </a:r>
            <a:r>
              <a:rPr lang="en-US" altLang="en-US" sz="3200" dirty="0">
                <a:latin typeface="+mn-lt"/>
              </a:rPr>
              <a:t> </a:t>
            </a:r>
            <a:r>
              <a:rPr lang="en-US" altLang="en-US" sz="3200" dirty="0" err="1">
                <a:latin typeface="+mn-lt"/>
              </a:rPr>
              <a:t>sollicitudin</a:t>
            </a:r>
            <a:r>
              <a:rPr lang="en-US" altLang="en-US" sz="3200" dirty="0">
                <a:latin typeface="+mn-lt"/>
              </a:rPr>
              <a:t> </a:t>
            </a:r>
            <a:r>
              <a:rPr lang="en-US" altLang="en-US" sz="3200" dirty="0" err="1">
                <a:latin typeface="+mn-lt"/>
              </a:rPr>
              <a:t>laoreet</a:t>
            </a:r>
            <a:r>
              <a:rPr lang="en-US" altLang="en-US" sz="3200" dirty="0">
                <a:latin typeface="+mn-lt"/>
              </a:rPr>
              <a:t>. In et mi </a:t>
            </a:r>
            <a:r>
              <a:rPr lang="en-US" altLang="en-US" sz="3200" dirty="0" err="1">
                <a:latin typeface="+mn-lt"/>
              </a:rPr>
              <a:t>viverra</a:t>
            </a:r>
            <a:r>
              <a:rPr lang="en-US" altLang="en-US" sz="3200" dirty="0">
                <a:latin typeface="+mn-lt"/>
              </a:rPr>
              <a:t> </a:t>
            </a:r>
            <a:r>
              <a:rPr lang="en-US" altLang="en-US" sz="3200" dirty="0" err="1">
                <a:latin typeface="+mn-lt"/>
              </a:rPr>
              <a:t>nulla</a:t>
            </a:r>
            <a:r>
              <a:rPr lang="en-US" altLang="en-US" sz="3200" dirty="0">
                <a:latin typeface="+mn-lt"/>
              </a:rPr>
              <a:t> </a:t>
            </a:r>
            <a:r>
              <a:rPr lang="en-US" altLang="en-US" sz="3200" dirty="0" err="1">
                <a:latin typeface="+mn-lt"/>
              </a:rPr>
              <a:t>suscipit</a:t>
            </a:r>
            <a:r>
              <a:rPr lang="en-US" altLang="en-US" sz="3200" dirty="0">
                <a:latin typeface="+mn-lt"/>
              </a:rPr>
              <a:t> </a:t>
            </a:r>
            <a:r>
              <a:rPr lang="en-US" altLang="en-US" sz="3200" dirty="0" err="1">
                <a:latin typeface="+mn-lt"/>
              </a:rPr>
              <a:t>euismod</a:t>
            </a:r>
            <a:r>
              <a:rPr lang="en-US" altLang="en-US" sz="3200" dirty="0">
                <a:latin typeface="+mn-lt"/>
              </a:rPr>
              <a:t>. </a:t>
            </a:r>
            <a:r>
              <a:rPr lang="en-US" altLang="en-US" sz="3200" dirty="0" err="1">
                <a:latin typeface="+mn-lt"/>
              </a:rPr>
              <a:t>Quisque</a:t>
            </a:r>
            <a:r>
              <a:rPr lang="en-US" altLang="en-US" sz="3200" dirty="0">
                <a:latin typeface="+mn-lt"/>
              </a:rPr>
              <a:t> at </a:t>
            </a:r>
            <a:r>
              <a:rPr lang="en-US" altLang="en-US" sz="3200" dirty="0" err="1">
                <a:latin typeface="+mn-lt"/>
              </a:rPr>
              <a:t>erat</a:t>
            </a:r>
            <a:r>
              <a:rPr lang="en-US" altLang="en-US" sz="3200" dirty="0">
                <a:latin typeface="+mn-lt"/>
              </a:rPr>
              <a:t> </a:t>
            </a:r>
            <a:r>
              <a:rPr lang="en-US" altLang="en-US" sz="3200" dirty="0" err="1">
                <a:latin typeface="+mn-lt"/>
              </a:rPr>
              <a:t>leo</a:t>
            </a:r>
            <a:r>
              <a:rPr lang="en-US" altLang="en-US" sz="3200" dirty="0">
                <a:latin typeface="+mn-lt"/>
              </a:rPr>
              <a:t>. </a:t>
            </a:r>
            <a:r>
              <a:rPr lang="en-US" altLang="en-US" sz="3200" dirty="0" err="1">
                <a:latin typeface="+mn-lt"/>
              </a:rPr>
              <a:t>Nullam</a:t>
            </a:r>
            <a:r>
              <a:rPr lang="en-US" altLang="en-US" sz="3200" dirty="0">
                <a:latin typeface="+mn-lt"/>
              </a:rPr>
              <a:t> </a:t>
            </a:r>
            <a:r>
              <a:rPr lang="en-US" altLang="en-US" sz="3200" dirty="0" err="1">
                <a:latin typeface="+mn-lt"/>
              </a:rPr>
              <a:t>mollis</a:t>
            </a:r>
            <a:r>
              <a:rPr lang="en-US" altLang="en-US" sz="3200" dirty="0">
                <a:latin typeface="+mn-lt"/>
              </a:rPr>
              <a:t> </a:t>
            </a:r>
            <a:r>
              <a:rPr lang="en-US" altLang="en-US" sz="3200" dirty="0" err="1">
                <a:latin typeface="+mn-lt"/>
              </a:rPr>
              <a:t>tortor</a:t>
            </a:r>
            <a:r>
              <a:rPr lang="en-US" altLang="en-US" sz="3200" dirty="0">
                <a:latin typeface="+mn-lt"/>
              </a:rPr>
              <a:t> in </a:t>
            </a:r>
            <a:r>
              <a:rPr lang="en-US" altLang="en-US" sz="3200" dirty="0" err="1">
                <a:latin typeface="+mn-lt"/>
              </a:rPr>
              <a:t>arcu</a:t>
            </a:r>
            <a:r>
              <a:rPr lang="en-US" altLang="en-US" sz="3200" dirty="0">
                <a:latin typeface="+mn-lt"/>
              </a:rPr>
              <a:t> </a:t>
            </a:r>
            <a:r>
              <a:rPr lang="en-US" altLang="en-US" sz="3200" dirty="0" err="1">
                <a:latin typeface="+mn-lt"/>
              </a:rPr>
              <a:t>suscipit</a:t>
            </a:r>
            <a:r>
              <a:rPr lang="en-US" altLang="en-US" sz="3200" dirty="0">
                <a:latin typeface="+mn-lt"/>
              </a:rPr>
              <a:t> </a:t>
            </a:r>
            <a:r>
              <a:rPr lang="en-US" altLang="en-US" sz="3200" dirty="0" err="1">
                <a:latin typeface="+mn-lt"/>
              </a:rPr>
              <a:t>nec</a:t>
            </a:r>
            <a:r>
              <a:rPr lang="en-US" altLang="en-US" sz="3200" dirty="0">
                <a:latin typeface="+mn-lt"/>
              </a:rPr>
              <a:t> </a:t>
            </a:r>
            <a:r>
              <a:rPr lang="en-US" altLang="en-US" sz="3200" dirty="0" err="1">
                <a:latin typeface="+mn-lt"/>
              </a:rPr>
              <a:t>venenatis</a:t>
            </a:r>
            <a:r>
              <a:rPr lang="en-US" altLang="en-US" sz="3200" dirty="0">
                <a:latin typeface="+mn-lt"/>
              </a:rPr>
              <a:t> </a:t>
            </a:r>
            <a:r>
              <a:rPr lang="en-US" altLang="en-US" sz="3200" dirty="0" err="1">
                <a:latin typeface="+mn-lt"/>
              </a:rPr>
              <a:t>tellus</a:t>
            </a:r>
            <a:r>
              <a:rPr lang="en-US" altLang="en-US" sz="3200" dirty="0">
                <a:latin typeface="+mn-lt"/>
              </a:rPr>
              <a:t> gravida. Nunc in </a:t>
            </a:r>
            <a:r>
              <a:rPr lang="en-US" altLang="en-US" sz="3200" dirty="0" err="1">
                <a:latin typeface="+mn-lt"/>
              </a:rPr>
              <a:t>justo</a:t>
            </a:r>
            <a:r>
              <a:rPr lang="en-US" altLang="en-US" sz="3200" dirty="0">
                <a:latin typeface="+mn-lt"/>
              </a:rPr>
              <a:t> quam, et </a:t>
            </a:r>
            <a:r>
              <a:rPr lang="en-US" altLang="en-US" sz="3200" dirty="0" err="1">
                <a:latin typeface="+mn-lt"/>
              </a:rPr>
              <a:t>lacinia</a:t>
            </a:r>
            <a:r>
              <a:rPr lang="en-US" altLang="en-US" sz="3200" dirty="0">
                <a:latin typeface="+mn-lt"/>
              </a:rPr>
              <a:t> lacus. </a:t>
            </a:r>
            <a:r>
              <a:rPr lang="en-US" altLang="en-US" sz="3200" dirty="0" err="1">
                <a:latin typeface="+mn-lt"/>
              </a:rPr>
              <a:t>Sed</a:t>
            </a:r>
            <a:r>
              <a:rPr lang="en-US" altLang="en-US" sz="3200" dirty="0">
                <a:latin typeface="+mn-lt"/>
              </a:rPr>
              <a:t> </a:t>
            </a:r>
            <a:r>
              <a:rPr lang="en-US" altLang="en-US" sz="3200" dirty="0" err="1">
                <a:latin typeface="+mn-lt"/>
              </a:rPr>
              <a:t>rhoncus</a:t>
            </a:r>
            <a:r>
              <a:rPr lang="en-US" altLang="en-US" sz="3200" dirty="0">
                <a:latin typeface="+mn-lt"/>
              </a:rPr>
              <a:t>, </a:t>
            </a:r>
            <a:r>
              <a:rPr lang="en-US" altLang="en-US" sz="3200" dirty="0" err="1">
                <a:latin typeface="+mn-lt"/>
              </a:rPr>
              <a:t>odio</a:t>
            </a:r>
            <a:r>
              <a:rPr lang="en-US" altLang="en-US" sz="3200" dirty="0">
                <a:latin typeface="+mn-lt"/>
              </a:rPr>
              <a:t> </a:t>
            </a:r>
            <a:r>
              <a:rPr lang="en-US" altLang="en-US" sz="3200" dirty="0" err="1">
                <a:latin typeface="+mn-lt"/>
              </a:rPr>
              <a:t>eu</a:t>
            </a:r>
            <a:r>
              <a:rPr lang="en-US" altLang="en-US" sz="3200" dirty="0">
                <a:latin typeface="+mn-lt"/>
              </a:rPr>
              <a:t> </a:t>
            </a:r>
            <a:r>
              <a:rPr lang="en-US" altLang="en-US" sz="3200" dirty="0" err="1">
                <a:latin typeface="+mn-lt"/>
              </a:rPr>
              <a:t>condimentum</a:t>
            </a:r>
            <a:r>
              <a:rPr lang="en-US" altLang="en-US" sz="3200" dirty="0">
                <a:latin typeface="+mn-lt"/>
              </a:rPr>
              <a:t> </a:t>
            </a:r>
            <a:r>
              <a:rPr lang="en-US" altLang="en-US" sz="3200" dirty="0" err="1">
                <a:latin typeface="+mn-lt"/>
              </a:rPr>
              <a:t>mattis</a:t>
            </a:r>
            <a:r>
              <a:rPr lang="en-US" altLang="en-US" sz="3200" dirty="0">
                <a:latin typeface="+mn-lt"/>
              </a:rPr>
              <a:t>, </a:t>
            </a:r>
            <a:r>
              <a:rPr lang="en-US" altLang="en-US" sz="3200" dirty="0" err="1">
                <a:latin typeface="+mn-lt"/>
              </a:rPr>
              <a:t>nunc</a:t>
            </a:r>
            <a:r>
              <a:rPr lang="en-US" altLang="en-US" sz="3200" dirty="0">
                <a:latin typeface="+mn-lt"/>
              </a:rPr>
              <a:t> </a:t>
            </a:r>
            <a:r>
              <a:rPr lang="en-US" altLang="en-US" sz="3200" dirty="0" err="1">
                <a:latin typeface="+mn-lt"/>
              </a:rPr>
              <a:t>massa</a:t>
            </a:r>
            <a:r>
              <a:rPr lang="en-US" altLang="en-US" sz="3200" dirty="0">
                <a:latin typeface="+mn-lt"/>
              </a:rPr>
              <a:t> gravida </a:t>
            </a:r>
            <a:r>
              <a:rPr lang="en-US" altLang="en-US" sz="3200" dirty="0" err="1">
                <a:latin typeface="+mn-lt"/>
              </a:rPr>
              <a:t>neque</a:t>
            </a:r>
            <a:r>
              <a:rPr lang="en-US" altLang="en-US" sz="3200" dirty="0">
                <a:latin typeface="+mn-lt"/>
              </a:rPr>
              <a:t>, </a:t>
            </a:r>
            <a:r>
              <a:rPr lang="en-US" altLang="en-US" sz="3200" dirty="0" err="1">
                <a:latin typeface="+mn-lt"/>
              </a:rPr>
              <a:t>sollicitudin</a:t>
            </a:r>
            <a:r>
              <a:rPr lang="en-US" altLang="en-US" sz="3200" dirty="0">
                <a:latin typeface="+mn-lt"/>
              </a:rPr>
              <a:t> </a:t>
            </a:r>
            <a:r>
              <a:rPr lang="en-US" altLang="en-US" sz="3200" dirty="0" err="1">
                <a:latin typeface="+mn-lt"/>
              </a:rPr>
              <a:t>auctor</a:t>
            </a:r>
            <a:r>
              <a:rPr lang="en-US" altLang="en-US" sz="3200" dirty="0">
                <a:latin typeface="+mn-lt"/>
              </a:rPr>
              <a:t> </a:t>
            </a:r>
            <a:r>
              <a:rPr lang="en-US" altLang="en-US" sz="3200" dirty="0" err="1">
                <a:latin typeface="+mn-lt"/>
              </a:rPr>
              <a:t>metus</a:t>
            </a:r>
            <a:r>
              <a:rPr lang="en-US" altLang="en-US" sz="3200" dirty="0">
                <a:latin typeface="+mn-lt"/>
              </a:rPr>
              <a:t> </a:t>
            </a:r>
            <a:r>
              <a:rPr lang="en-US" altLang="en-US" sz="3200" dirty="0" err="1">
                <a:latin typeface="+mn-lt"/>
              </a:rPr>
              <a:t>odio</a:t>
            </a:r>
            <a:r>
              <a:rPr lang="en-US" altLang="en-US" sz="3200" dirty="0">
                <a:latin typeface="+mn-lt"/>
              </a:rPr>
              <a:t> in </a:t>
            </a:r>
            <a:r>
              <a:rPr lang="en-US" altLang="en-US" sz="3200" dirty="0" err="1">
                <a:latin typeface="+mn-lt"/>
              </a:rPr>
              <a:t>erat</a:t>
            </a:r>
            <a:r>
              <a:rPr lang="en-US" altLang="en-US" sz="3200" dirty="0">
                <a:latin typeface="+mn-lt"/>
              </a:rPr>
              <a:t>. </a:t>
            </a:r>
            <a:r>
              <a:rPr lang="en-US" altLang="en-US" sz="3200" dirty="0" err="1">
                <a:latin typeface="+mn-lt"/>
              </a:rPr>
              <a:t>Suspendisse</a:t>
            </a:r>
            <a:r>
              <a:rPr lang="en-US" altLang="en-US" sz="3200" dirty="0">
                <a:latin typeface="+mn-lt"/>
              </a:rPr>
              <a:t> vitae </a:t>
            </a:r>
            <a:r>
              <a:rPr lang="en-US" altLang="en-US" sz="3200" dirty="0" err="1">
                <a:latin typeface="+mn-lt"/>
              </a:rPr>
              <a:t>velit</a:t>
            </a:r>
            <a:r>
              <a:rPr lang="en-US" altLang="en-US" sz="3200" dirty="0">
                <a:latin typeface="+mn-lt"/>
              </a:rPr>
              <a:t> </a:t>
            </a:r>
            <a:r>
              <a:rPr lang="en-US" altLang="en-US" sz="3200" dirty="0" err="1">
                <a:latin typeface="+mn-lt"/>
              </a:rPr>
              <a:t>eros</a:t>
            </a:r>
            <a:r>
              <a:rPr lang="en-US" altLang="en-US" sz="3200" dirty="0">
                <a:latin typeface="+mn-lt"/>
              </a:rPr>
              <a:t>, </a:t>
            </a:r>
            <a:r>
              <a:rPr lang="en-US" altLang="en-US" sz="3200" dirty="0" err="1">
                <a:latin typeface="+mn-lt"/>
              </a:rPr>
              <a:t>vel</a:t>
            </a:r>
            <a:r>
              <a:rPr lang="en-US" altLang="en-US" sz="3200" dirty="0">
                <a:latin typeface="+mn-lt"/>
              </a:rPr>
              <a:t> </a:t>
            </a:r>
            <a:r>
              <a:rPr lang="en-US" altLang="en-US" sz="3200" dirty="0" err="1">
                <a:latin typeface="+mn-lt"/>
              </a:rPr>
              <a:t>vehicula</a:t>
            </a:r>
            <a:r>
              <a:rPr lang="en-US" altLang="en-US" sz="3200" dirty="0">
                <a:latin typeface="+mn-lt"/>
              </a:rPr>
              <a:t> quam. </a:t>
            </a:r>
            <a:r>
              <a:rPr lang="en-US" altLang="en-US" sz="3200" dirty="0" err="1">
                <a:latin typeface="+mn-lt"/>
              </a:rPr>
              <a:t>Phasellus</a:t>
            </a:r>
            <a:r>
              <a:rPr lang="en-US" altLang="en-US" sz="3200" dirty="0">
                <a:latin typeface="+mn-lt"/>
              </a:rPr>
              <a:t> lorem </a:t>
            </a:r>
            <a:r>
              <a:rPr lang="en-US" altLang="en-US" sz="3200" dirty="0" err="1">
                <a:latin typeface="+mn-lt"/>
              </a:rPr>
              <a:t>purus</a:t>
            </a:r>
            <a:r>
              <a:rPr lang="en-US" altLang="en-US" sz="3200" dirty="0">
                <a:latin typeface="+mn-lt"/>
              </a:rPr>
              <a:t>, </a:t>
            </a:r>
            <a:r>
              <a:rPr lang="en-US" altLang="en-US" sz="3200" dirty="0" err="1">
                <a:latin typeface="+mn-lt"/>
              </a:rPr>
              <a:t>pellentesque</a:t>
            </a:r>
            <a:r>
              <a:rPr lang="en-US" altLang="en-US" sz="3200" dirty="0">
                <a:latin typeface="+mn-lt"/>
              </a:rPr>
              <a:t> </a:t>
            </a:r>
            <a:r>
              <a:rPr lang="en-US" altLang="en-US" sz="3200" dirty="0" err="1">
                <a:latin typeface="+mn-lt"/>
              </a:rPr>
              <a:t>eget</a:t>
            </a:r>
            <a:r>
              <a:rPr lang="en-US" altLang="en-US" sz="3200" dirty="0">
                <a:latin typeface="+mn-lt"/>
              </a:rPr>
              <a:t> pharetra </a:t>
            </a:r>
            <a:r>
              <a:rPr lang="en-US" altLang="en-US" sz="3200" dirty="0" err="1">
                <a:latin typeface="+mn-lt"/>
              </a:rPr>
              <a:t>eget</a:t>
            </a:r>
            <a:r>
              <a:rPr lang="en-US" altLang="en-US" sz="3200" dirty="0">
                <a:latin typeface="+mn-lt"/>
              </a:rPr>
              <a:t>, </a:t>
            </a:r>
            <a:r>
              <a:rPr lang="en-US" altLang="en-US" sz="3200" dirty="0" err="1">
                <a:latin typeface="+mn-lt"/>
              </a:rPr>
              <a:t>pulvinar</a:t>
            </a:r>
            <a:r>
              <a:rPr lang="en-US" altLang="en-US" sz="3200" dirty="0">
                <a:latin typeface="+mn-lt"/>
              </a:rPr>
              <a:t> a </a:t>
            </a:r>
            <a:r>
              <a:rPr lang="en-US" altLang="en-US" sz="3200" dirty="0" err="1">
                <a:latin typeface="+mn-lt"/>
              </a:rPr>
              <a:t>tellus</a:t>
            </a:r>
            <a:r>
              <a:rPr lang="en-US" altLang="en-US" sz="3200" dirty="0">
                <a:latin typeface="+mn-lt"/>
              </a:rPr>
              <a:t>.</a:t>
            </a:r>
            <a:endParaRPr lang="en-US" altLang="en-US" sz="3200" dirty="0">
              <a:solidFill>
                <a:srgbClr val="595959"/>
              </a:solidFill>
              <a:latin typeface="+mn-lt"/>
            </a:endParaRPr>
          </a:p>
          <a:p>
            <a:pPr eaLnBrk="1" hangingPunct="1">
              <a:spcBef>
                <a:spcPct val="50000"/>
              </a:spcBef>
              <a:buFontTx/>
              <a:buNone/>
              <a:defRPr/>
            </a:pPr>
            <a:endParaRPr lang="en-US" altLang="en-US" sz="3200" dirty="0">
              <a:solidFill>
                <a:srgbClr val="27296F"/>
              </a:solidFill>
              <a:latin typeface="Swiss 721 BT" charset="0"/>
            </a:endParaRPr>
          </a:p>
        </p:txBody>
      </p:sp>
      <p:sp>
        <p:nvSpPr>
          <p:cNvPr id="16386" name="Text Box 277">
            <a:extLst>
              <a:ext uri="{FF2B5EF4-FFF2-40B4-BE49-F238E27FC236}">
                <a16:creationId xmlns:a16="http://schemas.microsoft.com/office/drawing/2014/main" id="{F2431E82-8DF3-40F3-9EA0-C99DC4609803}"/>
              </a:ext>
            </a:extLst>
          </p:cNvPr>
          <p:cNvSpPr txBox="1">
            <a:spLocks noChangeArrowheads="1"/>
          </p:cNvSpPr>
          <p:nvPr/>
        </p:nvSpPr>
        <p:spPr bwMode="auto">
          <a:xfrm>
            <a:off x="8229600" y="16405225"/>
            <a:ext cx="220472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3600" b="1" dirty="0" err="1">
                <a:latin typeface="Arial Black" charset="0"/>
                <a:ea typeface="Arial Black" charset="0"/>
                <a:cs typeface="Arial Black" charset="0"/>
              </a:rPr>
              <a:t>Cus</a:t>
            </a:r>
            <a:r>
              <a:rPr lang="es-ES" altLang="en-US" sz="3600" b="1" dirty="0">
                <a:latin typeface="Arial Black" charset="0"/>
                <a:ea typeface="Arial Black" charset="0"/>
                <a:cs typeface="Arial Black" charset="0"/>
              </a:rPr>
              <a:t> </a:t>
            </a:r>
            <a:r>
              <a:rPr lang="es-ES" altLang="en-US" sz="3600" b="1" dirty="0" err="1">
                <a:latin typeface="Arial Black" charset="0"/>
                <a:ea typeface="Arial Black" charset="0"/>
                <a:cs typeface="Arial Black" charset="0"/>
              </a:rPr>
              <a:t>excestia</a:t>
            </a:r>
            <a:r>
              <a:rPr lang="es-ES" altLang="en-US" sz="3600" b="1" dirty="0">
                <a:latin typeface="Arial Black" charset="0"/>
                <a:ea typeface="Arial Black" charset="0"/>
                <a:cs typeface="Arial Black" charset="0"/>
              </a:rPr>
              <a:t> cum</a:t>
            </a:r>
          </a:p>
          <a:p>
            <a:pPr algn="just" eaLnBrk="1" hangingPunct="1">
              <a:spcBef>
                <a:spcPct val="50000"/>
              </a:spcBef>
              <a:buFontTx/>
              <a:buNone/>
              <a:defRPr/>
            </a:pPr>
            <a:r>
              <a:rPr lang="es-ES" altLang="en-US" sz="3600" dirty="0" err="1">
                <a:latin typeface="+mn-lt"/>
              </a:rPr>
              <a:t>temped</a:t>
            </a:r>
            <a:r>
              <a:rPr lang="es-ES" altLang="en-US" sz="3600" dirty="0">
                <a:latin typeface="+mn-lt"/>
              </a:rPr>
              <a:t> </a:t>
            </a:r>
            <a:r>
              <a:rPr lang="es-ES" altLang="en-US" sz="3600" dirty="0" err="1">
                <a:latin typeface="+mn-lt"/>
              </a:rPr>
              <a:t>eosessin</a:t>
            </a:r>
            <a:r>
              <a:rPr lang="es-ES" altLang="en-US" sz="3600" dirty="0">
                <a:latin typeface="+mn-lt"/>
              </a:rPr>
              <a:t> </a:t>
            </a:r>
            <a:r>
              <a:rPr lang="es-ES" altLang="en-US" sz="3600" dirty="0" err="1">
                <a:latin typeface="+mn-lt"/>
              </a:rPr>
              <a:t>comnimi</a:t>
            </a:r>
            <a:r>
              <a:rPr lang="es-ES" altLang="en-US" sz="3600" dirty="0">
                <a:latin typeface="+mn-lt"/>
              </a:rPr>
              <a:t>, </a:t>
            </a:r>
            <a:r>
              <a:rPr lang="es-ES" altLang="en-US" sz="3600" dirty="0" err="1">
                <a:latin typeface="+mn-lt"/>
              </a:rPr>
              <a:t>velic</a:t>
            </a:r>
            <a:r>
              <a:rPr lang="es-ES" altLang="en-US" sz="3600" dirty="0">
                <a:latin typeface="+mn-lt"/>
              </a:rPr>
              <a:t> </a:t>
            </a:r>
            <a:r>
              <a:rPr lang="es-ES" altLang="en-US" sz="3600" dirty="0" err="1">
                <a:latin typeface="+mn-lt"/>
              </a:rPr>
              <a:t>tecto</a:t>
            </a:r>
            <a:r>
              <a:rPr lang="es-ES" altLang="en-US" sz="3600" dirty="0">
                <a:latin typeface="+mn-lt"/>
              </a:rPr>
              <a:t> </a:t>
            </a:r>
            <a:r>
              <a:rPr lang="es-ES" altLang="en-US" sz="3600" dirty="0" err="1">
                <a:latin typeface="+mn-lt"/>
              </a:rPr>
              <a:t>ommodit</a:t>
            </a:r>
            <a:r>
              <a:rPr lang="es-ES" altLang="en-US" sz="3600" dirty="0">
                <a:latin typeface="+mn-lt"/>
              </a:rPr>
              <a:t> </a:t>
            </a:r>
            <a:r>
              <a:rPr lang="es-ES" altLang="en-US" sz="3600" dirty="0" err="1">
                <a:latin typeface="+mn-lt"/>
              </a:rPr>
              <a:t>inctate</a:t>
            </a:r>
            <a:r>
              <a:rPr lang="es-ES" altLang="en-US" sz="3600" dirty="0">
                <a:latin typeface="+mn-lt"/>
              </a:rPr>
              <a:t> </a:t>
            </a:r>
            <a:r>
              <a:rPr lang="es-ES" altLang="en-US" sz="3600" dirty="0" err="1">
                <a:latin typeface="+mn-lt"/>
              </a:rPr>
              <a:t>nihita</a:t>
            </a:r>
            <a:r>
              <a:rPr lang="es-ES" altLang="en-US" sz="3600" dirty="0">
                <a:latin typeface="+mn-lt"/>
              </a:rPr>
              <a:t> </a:t>
            </a:r>
            <a:r>
              <a:rPr lang="es-ES" altLang="en-US" sz="3600" dirty="0" err="1">
                <a:latin typeface="+mn-lt"/>
              </a:rPr>
              <a:t>apediorit</a:t>
            </a:r>
            <a:r>
              <a:rPr lang="es-ES" altLang="en-US" sz="3600" dirty="0">
                <a:latin typeface="+mn-lt"/>
              </a:rPr>
              <a:t>, culpa el et </a:t>
            </a:r>
            <a:r>
              <a:rPr lang="es-ES" altLang="en-US" sz="3600" dirty="0" err="1">
                <a:latin typeface="+mn-lt"/>
              </a:rPr>
              <a:t>perchil</a:t>
            </a:r>
            <a:r>
              <a:rPr lang="es-ES" altLang="en-US" sz="3600" dirty="0">
                <a:latin typeface="+mn-lt"/>
              </a:rPr>
              <a:t> </a:t>
            </a:r>
            <a:r>
              <a:rPr lang="es-ES" altLang="en-US" sz="3600" dirty="0" err="1">
                <a:latin typeface="+mn-lt"/>
              </a:rPr>
              <a:t>ipiscil</a:t>
            </a:r>
            <a:r>
              <a:rPr lang="es-ES" altLang="en-US" sz="3600" dirty="0">
                <a:latin typeface="+mn-lt"/>
              </a:rPr>
              <a:t> </a:t>
            </a:r>
            <a:r>
              <a:rPr lang="es-ES" altLang="en-US" sz="3600" dirty="0" err="1">
                <a:latin typeface="+mn-lt"/>
              </a:rPr>
              <a:t>luptati</a:t>
            </a:r>
            <a:r>
              <a:rPr lang="es-ES" altLang="en-US" sz="3600" dirty="0">
                <a:latin typeface="+mn-lt"/>
              </a:rPr>
              <a:t> </a:t>
            </a:r>
            <a:r>
              <a:rPr lang="es-ES" altLang="en-US" sz="3600" dirty="0" err="1">
                <a:latin typeface="+mn-lt"/>
              </a:rPr>
              <a:t>nctiam</a:t>
            </a:r>
            <a:r>
              <a:rPr lang="es-ES" altLang="en-US" sz="3600" dirty="0">
                <a:latin typeface="+mn-lt"/>
              </a:rPr>
              <a:t>, </a:t>
            </a:r>
            <a:r>
              <a:rPr lang="es-ES" altLang="en-US" sz="3600" dirty="0" err="1">
                <a:latin typeface="+mn-lt"/>
              </a:rPr>
              <a:t>simaximo</a:t>
            </a:r>
            <a:r>
              <a:rPr lang="es-ES" altLang="en-US" sz="3600" dirty="0">
                <a:latin typeface="+mn-lt"/>
              </a:rPr>
              <a:t> </a:t>
            </a:r>
            <a:r>
              <a:rPr lang="es-ES" altLang="en-US" sz="3600" dirty="0" err="1">
                <a:latin typeface="+mn-lt"/>
              </a:rPr>
              <a:t>odis</a:t>
            </a:r>
            <a:r>
              <a:rPr lang="es-ES" altLang="en-US" sz="3600" dirty="0">
                <a:latin typeface="+mn-lt"/>
              </a:rPr>
              <a:t> </a:t>
            </a:r>
            <a:r>
              <a:rPr lang="es-ES" altLang="en-US" sz="3600" dirty="0" err="1">
                <a:latin typeface="+mn-lt"/>
              </a:rPr>
              <a:t>aped</a:t>
            </a:r>
            <a:r>
              <a:rPr lang="es-ES" altLang="en-US" sz="3600" dirty="0">
                <a:latin typeface="+mn-lt"/>
              </a:rPr>
              <a:t> </a:t>
            </a:r>
            <a:r>
              <a:rPr lang="es-ES" altLang="en-US" sz="3600" dirty="0" err="1">
                <a:latin typeface="+mn-lt"/>
              </a:rPr>
              <a:t>quam</a:t>
            </a:r>
            <a:r>
              <a:rPr lang="es-ES" altLang="en-US" sz="3600" dirty="0">
                <a:latin typeface="+mn-lt"/>
              </a:rPr>
              <a:t> in </a:t>
            </a:r>
            <a:r>
              <a:rPr lang="es-ES" altLang="en-US" sz="3600" dirty="0" err="1">
                <a:latin typeface="+mn-lt"/>
              </a:rPr>
              <a:t>harum</a:t>
            </a:r>
            <a:r>
              <a:rPr lang="es-ES" altLang="en-US" sz="3600" dirty="0">
                <a:latin typeface="+mn-lt"/>
              </a:rPr>
              <a:t> re </a:t>
            </a:r>
            <a:r>
              <a:rPr lang="es-ES" altLang="en-US" sz="3600" dirty="0" err="1">
                <a:latin typeface="+mn-lt"/>
              </a:rPr>
              <a:t>eventiae</a:t>
            </a:r>
            <a:r>
              <a:rPr lang="es-ES" altLang="en-US" sz="3600" dirty="0">
                <a:latin typeface="+mn-lt"/>
              </a:rPr>
              <a:t> </a:t>
            </a:r>
            <a:r>
              <a:rPr lang="es-ES" altLang="en-US" sz="3600" dirty="0" err="1">
                <a:latin typeface="+mn-lt"/>
              </a:rPr>
              <a:t>vernatusam</a:t>
            </a:r>
            <a:r>
              <a:rPr lang="es-ES" altLang="en-US" sz="3600" dirty="0">
                <a:latin typeface="+mn-lt"/>
              </a:rPr>
              <a:t>, optas </a:t>
            </a:r>
            <a:r>
              <a:rPr lang="es-ES" altLang="en-US" sz="3600" dirty="0" err="1">
                <a:latin typeface="+mn-lt"/>
              </a:rPr>
              <a:t>arumentemped</a:t>
            </a:r>
            <a:r>
              <a:rPr lang="es-ES" altLang="en-US" sz="3600" dirty="0">
                <a:latin typeface="+mn-lt"/>
              </a:rPr>
              <a:t> </a:t>
            </a:r>
            <a:r>
              <a:rPr lang="es-ES" altLang="en-US" sz="3600" dirty="0" err="1">
                <a:latin typeface="+mn-lt"/>
              </a:rPr>
              <a:t>eosessin</a:t>
            </a:r>
            <a:r>
              <a:rPr lang="es-ES" altLang="en-US" sz="3600" dirty="0">
                <a:latin typeface="+mn-lt"/>
              </a:rPr>
              <a:t> </a:t>
            </a:r>
            <a:r>
              <a:rPr lang="es-ES" altLang="en-US" sz="3600" dirty="0" err="1">
                <a:latin typeface="+mn-lt"/>
              </a:rPr>
              <a:t>comnimi</a:t>
            </a:r>
            <a:r>
              <a:rPr lang="es-ES" altLang="en-US" sz="3600" dirty="0">
                <a:latin typeface="+mn-lt"/>
              </a:rPr>
              <a:t>, </a:t>
            </a:r>
            <a:r>
              <a:rPr lang="es-ES" altLang="en-US" sz="3600" dirty="0" err="1">
                <a:latin typeface="+mn-lt"/>
              </a:rPr>
              <a:t>velic</a:t>
            </a:r>
            <a:r>
              <a:rPr lang="es-ES" altLang="en-US" sz="3600" dirty="0">
                <a:latin typeface="+mn-lt"/>
              </a:rPr>
              <a:t> </a:t>
            </a:r>
            <a:r>
              <a:rPr lang="es-ES" altLang="en-US" sz="3600" dirty="0" err="1">
                <a:latin typeface="+mn-lt"/>
              </a:rPr>
              <a:t>tecto</a:t>
            </a:r>
            <a:r>
              <a:rPr lang="es-ES" altLang="en-US" sz="3600" dirty="0">
                <a:latin typeface="+mn-lt"/>
              </a:rPr>
              <a:t> </a:t>
            </a:r>
            <a:r>
              <a:rPr lang="es-ES" altLang="en-US" sz="3600" dirty="0" err="1">
                <a:latin typeface="+mn-lt"/>
              </a:rPr>
              <a:t>ommodit</a:t>
            </a:r>
            <a:r>
              <a:rPr lang="es-ES" altLang="en-US" sz="3600" dirty="0">
                <a:latin typeface="+mn-lt"/>
              </a:rPr>
              <a:t> </a:t>
            </a:r>
            <a:r>
              <a:rPr lang="es-ES" altLang="en-US" sz="3600" dirty="0" err="1">
                <a:latin typeface="+mn-lt"/>
              </a:rPr>
              <a:t>inctate</a:t>
            </a:r>
            <a:r>
              <a:rPr lang="es-ES" altLang="en-US" sz="3600" dirty="0">
                <a:latin typeface="+mn-lt"/>
              </a:rPr>
              <a:t> </a:t>
            </a:r>
            <a:r>
              <a:rPr lang="es-ES" altLang="en-US" sz="3600" dirty="0" err="1">
                <a:latin typeface="+mn-lt"/>
              </a:rPr>
              <a:t>nihita</a:t>
            </a:r>
            <a:r>
              <a:rPr lang="es-ES" altLang="en-US" sz="3600" dirty="0">
                <a:latin typeface="+mn-lt"/>
              </a:rPr>
              <a:t> </a:t>
            </a:r>
            <a:r>
              <a:rPr lang="es-ES" altLang="en-US" sz="3600" dirty="0" err="1">
                <a:latin typeface="+mn-lt"/>
              </a:rPr>
              <a:t>apediorit</a:t>
            </a:r>
            <a:r>
              <a:rPr lang="es-ES" altLang="en-US" sz="3600" dirty="0">
                <a:latin typeface="+mn-lt"/>
              </a:rPr>
              <a:t>, culpa el et </a:t>
            </a:r>
            <a:r>
              <a:rPr lang="es-ES" altLang="en-US" sz="3600" dirty="0" err="1">
                <a:latin typeface="+mn-lt"/>
              </a:rPr>
              <a:t>perchil</a:t>
            </a:r>
            <a:r>
              <a:rPr lang="es-ES" altLang="en-US" sz="3600" dirty="0">
                <a:latin typeface="+mn-lt"/>
              </a:rPr>
              <a:t> </a:t>
            </a:r>
            <a:r>
              <a:rPr lang="es-ES" altLang="en-US" sz="3600" dirty="0" err="1">
                <a:latin typeface="+mn-lt"/>
              </a:rPr>
              <a:t>ipiscil</a:t>
            </a:r>
            <a:r>
              <a:rPr lang="es-ES" altLang="en-US" sz="3600" dirty="0">
                <a:latin typeface="+mn-lt"/>
              </a:rPr>
              <a:t> </a:t>
            </a:r>
            <a:r>
              <a:rPr lang="es-ES" altLang="en-US" sz="3600" dirty="0" err="1">
                <a:latin typeface="+mn-lt"/>
              </a:rPr>
              <a:t>luptati</a:t>
            </a:r>
            <a:r>
              <a:rPr lang="es-ES" altLang="en-US" sz="3600" dirty="0">
                <a:latin typeface="+mn-lt"/>
              </a:rPr>
              <a:t> </a:t>
            </a:r>
            <a:r>
              <a:rPr lang="es-ES" altLang="en-US" sz="3600" dirty="0" err="1">
                <a:latin typeface="+mn-lt"/>
              </a:rPr>
              <a:t>nctiam</a:t>
            </a:r>
            <a:r>
              <a:rPr lang="es-ES" altLang="en-US" sz="3600" dirty="0">
                <a:latin typeface="+mn-lt"/>
              </a:rPr>
              <a:t>, </a:t>
            </a:r>
            <a:r>
              <a:rPr lang="es-ES" altLang="en-US" sz="3600" dirty="0" err="1">
                <a:latin typeface="+mn-lt"/>
              </a:rPr>
              <a:t>simaximo</a:t>
            </a:r>
            <a:r>
              <a:rPr lang="es-ES" altLang="en-US" sz="3600" dirty="0">
                <a:latin typeface="+mn-lt"/>
              </a:rPr>
              <a:t> </a:t>
            </a:r>
            <a:r>
              <a:rPr lang="es-ES" altLang="en-US" sz="3600" dirty="0" err="1">
                <a:latin typeface="+mn-lt"/>
              </a:rPr>
              <a:t>odis</a:t>
            </a:r>
            <a:r>
              <a:rPr lang="es-ES" altLang="en-US" sz="3600" dirty="0">
                <a:latin typeface="+mn-lt"/>
              </a:rPr>
              <a:t> </a:t>
            </a:r>
            <a:r>
              <a:rPr lang="es-ES" altLang="en-US" sz="3600" dirty="0" err="1">
                <a:latin typeface="+mn-lt"/>
              </a:rPr>
              <a:t>aped</a:t>
            </a:r>
            <a:r>
              <a:rPr lang="es-ES" altLang="en-US" sz="3600" dirty="0">
                <a:latin typeface="+mn-lt"/>
              </a:rPr>
              <a:t> </a:t>
            </a:r>
            <a:r>
              <a:rPr lang="es-ES" altLang="en-US" sz="3600" dirty="0" err="1">
                <a:latin typeface="+mn-lt"/>
              </a:rPr>
              <a:t>quam</a:t>
            </a:r>
            <a:r>
              <a:rPr lang="es-ES" altLang="en-US" sz="3600" dirty="0">
                <a:latin typeface="+mn-lt"/>
              </a:rPr>
              <a:t> </a:t>
            </a:r>
            <a:r>
              <a:rPr lang="es-ES" altLang="en-US" sz="3600" dirty="0" err="1">
                <a:latin typeface="+mn-lt"/>
              </a:rPr>
              <a:t>inharum</a:t>
            </a:r>
            <a:r>
              <a:rPr lang="es-ES" altLang="en-US" sz="3600" dirty="0">
                <a:latin typeface="+mn-lt"/>
              </a:rPr>
              <a:t> re </a:t>
            </a:r>
            <a:r>
              <a:rPr lang="es-ES" altLang="en-US" sz="3600" dirty="0" err="1">
                <a:latin typeface="+mn-lt"/>
              </a:rPr>
              <a:t>eventiae</a:t>
            </a:r>
            <a:r>
              <a:rPr lang="es-ES" altLang="en-US" sz="3600" dirty="0">
                <a:latin typeface="+mn-lt"/>
              </a:rPr>
              <a:t> </a:t>
            </a:r>
            <a:r>
              <a:rPr lang="es-ES" altLang="en-US" sz="3600" dirty="0" err="1">
                <a:latin typeface="+mn-lt"/>
              </a:rPr>
              <a:t>vernatusam</a:t>
            </a:r>
            <a:r>
              <a:rPr lang="es-ES" altLang="en-US" sz="3600" dirty="0">
                <a:latin typeface="+mn-lt"/>
              </a:rPr>
              <a:t>, optas </a:t>
            </a:r>
            <a:r>
              <a:rPr lang="es-ES" altLang="en-US" sz="3600" dirty="0" err="1">
                <a:latin typeface="+mn-lt"/>
              </a:rPr>
              <a:t>arumentemped</a:t>
            </a:r>
            <a:r>
              <a:rPr lang="es-ES" altLang="en-US" sz="3600" dirty="0">
                <a:latin typeface="+mn-lt"/>
              </a:rPr>
              <a:t> </a:t>
            </a:r>
            <a:r>
              <a:rPr lang="es-ES" altLang="en-US" sz="3600" dirty="0" err="1">
                <a:latin typeface="+mn-lt"/>
              </a:rPr>
              <a:t>eosessin</a:t>
            </a:r>
            <a:r>
              <a:rPr lang="es-ES" altLang="en-US" sz="3600" dirty="0">
                <a:latin typeface="+mn-lt"/>
              </a:rPr>
              <a:t> </a:t>
            </a:r>
            <a:r>
              <a:rPr lang="es-ES" altLang="en-US" sz="3600" dirty="0" err="1">
                <a:latin typeface="+mn-lt"/>
              </a:rPr>
              <a:t>comnimi</a:t>
            </a:r>
            <a:r>
              <a:rPr lang="es-ES" altLang="en-US" sz="3600" dirty="0">
                <a:latin typeface="+mn-lt"/>
              </a:rPr>
              <a:t>, </a:t>
            </a:r>
            <a:r>
              <a:rPr lang="es-ES" altLang="en-US" sz="3600" dirty="0" err="1">
                <a:latin typeface="+mn-lt"/>
              </a:rPr>
              <a:t>velic</a:t>
            </a:r>
            <a:r>
              <a:rPr lang="es-ES" altLang="en-US" sz="3600" dirty="0">
                <a:latin typeface="+mn-lt"/>
              </a:rPr>
              <a:t> </a:t>
            </a:r>
            <a:r>
              <a:rPr lang="es-ES" altLang="en-US" sz="3600" dirty="0" err="1">
                <a:latin typeface="+mn-lt"/>
              </a:rPr>
              <a:t>tecto</a:t>
            </a:r>
            <a:r>
              <a:rPr lang="es-ES" altLang="en-US" sz="3600" dirty="0">
                <a:latin typeface="+mn-lt"/>
              </a:rPr>
              <a:t> </a:t>
            </a:r>
            <a:r>
              <a:rPr lang="es-ES" altLang="en-US" sz="3600" dirty="0" err="1">
                <a:latin typeface="+mn-lt"/>
              </a:rPr>
              <a:t>ommodit</a:t>
            </a:r>
            <a:r>
              <a:rPr lang="es-ES" altLang="en-US" sz="3600" dirty="0">
                <a:latin typeface="+mn-lt"/>
              </a:rPr>
              <a:t> </a:t>
            </a:r>
            <a:r>
              <a:rPr lang="es-ES" altLang="en-US" sz="3600" dirty="0" err="1">
                <a:latin typeface="+mn-lt"/>
              </a:rPr>
              <a:t>inctate</a:t>
            </a:r>
            <a:r>
              <a:rPr lang="es-ES" altLang="en-US" sz="3600" dirty="0">
                <a:latin typeface="+mn-lt"/>
              </a:rPr>
              <a:t> </a:t>
            </a:r>
            <a:r>
              <a:rPr lang="es-ES" altLang="en-US" sz="3600" dirty="0" err="1">
                <a:latin typeface="+mn-lt"/>
              </a:rPr>
              <a:t>nihita</a:t>
            </a:r>
            <a:r>
              <a:rPr lang="es-ES" altLang="en-US" sz="3600" dirty="0">
                <a:latin typeface="+mn-lt"/>
              </a:rPr>
              <a:t> </a:t>
            </a:r>
            <a:r>
              <a:rPr lang="es-ES" altLang="en-US" sz="3600" dirty="0" err="1">
                <a:latin typeface="+mn-lt"/>
              </a:rPr>
              <a:t>apediorit</a:t>
            </a:r>
            <a:r>
              <a:rPr lang="es-ES" altLang="en-US" sz="3600" dirty="0">
                <a:latin typeface="+mn-lt"/>
              </a:rPr>
              <a:t>, culpa el et </a:t>
            </a:r>
            <a:r>
              <a:rPr lang="es-ES" altLang="en-US" sz="3600" dirty="0" err="1">
                <a:latin typeface="+mn-lt"/>
              </a:rPr>
              <a:t>perchil</a:t>
            </a:r>
            <a:r>
              <a:rPr lang="es-ES" altLang="en-US" sz="3600" dirty="0">
                <a:latin typeface="+mn-lt"/>
              </a:rPr>
              <a:t> </a:t>
            </a:r>
            <a:r>
              <a:rPr lang="es-ES" altLang="en-US" sz="3600" dirty="0" err="1">
                <a:latin typeface="+mn-lt"/>
              </a:rPr>
              <a:t>ipiscil</a:t>
            </a:r>
            <a:r>
              <a:rPr lang="es-ES" altLang="en-US" sz="3600" dirty="0">
                <a:latin typeface="+mn-lt"/>
              </a:rPr>
              <a:t> </a:t>
            </a:r>
            <a:r>
              <a:rPr lang="es-ES" altLang="en-US" sz="3600" dirty="0" err="1">
                <a:latin typeface="+mn-lt"/>
              </a:rPr>
              <a:t>luptati</a:t>
            </a:r>
            <a:r>
              <a:rPr lang="es-ES" altLang="en-US" sz="3600" dirty="0">
                <a:latin typeface="+mn-lt"/>
              </a:rPr>
              <a:t> </a:t>
            </a:r>
            <a:r>
              <a:rPr lang="es-ES" altLang="en-US" sz="3600" dirty="0" err="1">
                <a:latin typeface="+mn-lt"/>
              </a:rPr>
              <a:t>nctiam</a:t>
            </a:r>
            <a:r>
              <a:rPr lang="es-ES" altLang="en-US" sz="3600" dirty="0">
                <a:latin typeface="+mn-lt"/>
              </a:rPr>
              <a:t>, </a:t>
            </a:r>
            <a:r>
              <a:rPr lang="es-ES" altLang="en-US" sz="3600" dirty="0" err="1">
                <a:latin typeface="+mn-lt"/>
              </a:rPr>
              <a:t>simaximo</a:t>
            </a:r>
            <a:r>
              <a:rPr lang="es-ES" altLang="en-US" sz="3600" dirty="0">
                <a:latin typeface="+mn-lt"/>
              </a:rPr>
              <a:t> </a:t>
            </a:r>
            <a:r>
              <a:rPr lang="es-ES" altLang="en-US" sz="3600" dirty="0" err="1">
                <a:latin typeface="+mn-lt"/>
              </a:rPr>
              <a:t>odis</a:t>
            </a:r>
            <a:r>
              <a:rPr lang="es-ES" altLang="en-US" sz="3600" dirty="0">
                <a:latin typeface="+mn-lt"/>
              </a:rPr>
              <a:t> </a:t>
            </a:r>
            <a:r>
              <a:rPr lang="es-ES" altLang="en-US" sz="3600" dirty="0" err="1">
                <a:latin typeface="+mn-lt"/>
              </a:rPr>
              <a:t>aped</a:t>
            </a:r>
            <a:r>
              <a:rPr lang="es-ES" altLang="en-US" sz="3600" dirty="0">
                <a:latin typeface="+mn-lt"/>
              </a:rPr>
              <a:t> </a:t>
            </a:r>
            <a:r>
              <a:rPr lang="es-ES" altLang="en-US" sz="3600" dirty="0" err="1">
                <a:latin typeface="+mn-lt"/>
              </a:rPr>
              <a:t>quam</a:t>
            </a:r>
            <a:r>
              <a:rPr lang="es-ES" altLang="en-US" sz="3600" dirty="0">
                <a:latin typeface="+mn-lt"/>
              </a:rPr>
              <a:t> in </a:t>
            </a:r>
            <a:r>
              <a:rPr lang="es-ES" altLang="en-US" sz="3600" dirty="0" err="1">
                <a:latin typeface="+mn-lt"/>
              </a:rPr>
              <a:t>harum</a:t>
            </a:r>
            <a:r>
              <a:rPr lang="es-ES" altLang="en-US" sz="3600" dirty="0">
                <a:latin typeface="+mn-lt"/>
              </a:rPr>
              <a:t> re </a:t>
            </a:r>
            <a:r>
              <a:rPr lang="es-ES" altLang="en-US" sz="3600" dirty="0" err="1">
                <a:latin typeface="+mn-lt"/>
              </a:rPr>
              <a:t>eventiae</a:t>
            </a:r>
            <a:r>
              <a:rPr lang="es-ES" altLang="en-US" sz="3600" dirty="0">
                <a:latin typeface="+mn-lt"/>
              </a:rPr>
              <a:t> </a:t>
            </a:r>
            <a:r>
              <a:rPr lang="es-ES" altLang="en-US" sz="3600" dirty="0" err="1">
                <a:latin typeface="+mn-lt"/>
              </a:rPr>
              <a:t>vernatusam</a:t>
            </a:r>
            <a:r>
              <a:rPr lang="es-ES" altLang="en-US" sz="3600" dirty="0">
                <a:latin typeface="+mn-lt"/>
              </a:rPr>
              <a:t>, optas </a:t>
            </a:r>
            <a:r>
              <a:rPr lang="es-ES" altLang="en-US" sz="3600" dirty="0" err="1">
                <a:latin typeface="+mn-lt"/>
              </a:rPr>
              <a:t>arumentemped</a:t>
            </a:r>
            <a:r>
              <a:rPr lang="es-ES" altLang="en-US" sz="3600" dirty="0">
                <a:latin typeface="+mn-lt"/>
              </a:rPr>
              <a:t> </a:t>
            </a:r>
            <a:r>
              <a:rPr lang="es-ES" altLang="en-US" sz="3600" dirty="0" err="1">
                <a:latin typeface="+mn-lt"/>
              </a:rPr>
              <a:t>eosessin</a:t>
            </a:r>
            <a:r>
              <a:rPr lang="es-ES" altLang="en-US" sz="3600" dirty="0">
                <a:latin typeface="+mn-lt"/>
              </a:rPr>
              <a:t> </a:t>
            </a:r>
            <a:r>
              <a:rPr lang="es-ES" altLang="en-US" sz="3600" dirty="0" err="1">
                <a:latin typeface="+mn-lt"/>
              </a:rPr>
              <a:t>comnimi</a:t>
            </a:r>
            <a:r>
              <a:rPr lang="es-ES" altLang="en-US" sz="3600" dirty="0">
                <a:latin typeface="+mn-lt"/>
              </a:rPr>
              <a:t>, </a:t>
            </a:r>
            <a:r>
              <a:rPr lang="es-ES" altLang="en-US" sz="3600" dirty="0" err="1">
                <a:latin typeface="+mn-lt"/>
              </a:rPr>
              <a:t>velic</a:t>
            </a:r>
            <a:r>
              <a:rPr lang="es-ES" altLang="en-US" sz="3600" dirty="0">
                <a:latin typeface="+mn-lt"/>
              </a:rPr>
              <a:t> </a:t>
            </a:r>
            <a:r>
              <a:rPr lang="es-ES" altLang="en-US" sz="3600" dirty="0" err="1">
                <a:latin typeface="+mn-lt"/>
              </a:rPr>
              <a:t>tecto</a:t>
            </a:r>
            <a:r>
              <a:rPr lang="es-ES" altLang="en-US" sz="3600" dirty="0">
                <a:latin typeface="+mn-lt"/>
              </a:rPr>
              <a:t> </a:t>
            </a:r>
            <a:r>
              <a:rPr lang="es-ES" altLang="en-US" sz="3600" dirty="0" err="1">
                <a:latin typeface="+mn-lt"/>
              </a:rPr>
              <a:t>ommodit</a:t>
            </a:r>
            <a:r>
              <a:rPr lang="es-ES" altLang="en-US" sz="3600" dirty="0">
                <a:latin typeface="+mn-lt"/>
              </a:rPr>
              <a:t> </a:t>
            </a:r>
            <a:r>
              <a:rPr lang="es-ES" altLang="en-US" sz="3600" dirty="0" err="1">
                <a:latin typeface="+mn-lt"/>
              </a:rPr>
              <a:t>inctate</a:t>
            </a:r>
            <a:r>
              <a:rPr lang="es-ES" altLang="en-US" sz="3600" dirty="0">
                <a:latin typeface="+mn-lt"/>
              </a:rPr>
              <a:t> </a:t>
            </a:r>
            <a:r>
              <a:rPr lang="es-ES" altLang="en-US" sz="3600" dirty="0" err="1">
                <a:latin typeface="+mn-lt"/>
              </a:rPr>
              <a:t>nihita</a:t>
            </a:r>
            <a:r>
              <a:rPr lang="es-ES" altLang="en-US" sz="3600" dirty="0">
                <a:latin typeface="+mn-lt"/>
              </a:rPr>
              <a:t> </a:t>
            </a:r>
            <a:r>
              <a:rPr lang="es-ES" altLang="en-US" sz="3600" dirty="0" err="1">
                <a:latin typeface="+mn-lt"/>
              </a:rPr>
              <a:t>apediorit</a:t>
            </a:r>
            <a:r>
              <a:rPr lang="es-ES" altLang="en-US" sz="3600" dirty="0">
                <a:latin typeface="+mn-lt"/>
              </a:rPr>
              <a:t>, culpa el et </a:t>
            </a:r>
            <a:r>
              <a:rPr lang="es-ES" altLang="en-US" sz="3600" dirty="0" err="1">
                <a:latin typeface="+mn-lt"/>
              </a:rPr>
              <a:t>perchil</a:t>
            </a:r>
            <a:r>
              <a:rPr lang="es-ES" altLang="en-US" sz="3600" dirty="0">
                <a:latin typeface="+mn-lt"/>
              </a:rPr>
              <a:t> </a:t>
            </a:r>
            <a:r>
              <a:rPr lang="es-ES" altLang="en-US" sz="3600" dirty="0" err="1">
                <a:latin typeface="+mn-lt"/>
              </a:rPr>
              <a:t>ipiscil</a:t>
            </a:r>
            <a:endParaRPr lang="en-US" altLang="en-US" sz="3600" dirty="0">
              <a:latin typeface="+mn-lt"/>
            </a:endParaRPr>
          </a:p>
        </p:txBody>
      </p:sp>
      <p:sp>
        <p:nvSpPr>
          <p:cNvPr id="16387" name="Text Box 277">
            <a:extLst>
              <a:ext uri="{FF2B5EF4-FFF2-40B4-BE49-F238E27FC236}">
                <a16:creationId xmlns:a16="http://schemas.microsoft.com/office/drawing/2014/main" id="{EAF752FC-8C59-48F7-9180-B94F09DADAF4}"/>
              </a:ext>
            </a:extLst>
          </p:cNvPr>
          <p:cNvSpPr txBox="1">
            <a:spLocks noChangeArrowheads="1"/>
          </p:cNvSpPr>
          <p:nvPr/>
        </p:nvSpPr>
        <p:spPr bwMode="auto">
          <a:xfrm>
            <a:off x="1471613" y="34210625"/>
            <a:ext cx="13565187" cy="306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4161750" indent="-24161750">
              <a:spcBef>
                <a:spcPct val="20000"/>
              </a:spcBef>
              <a:buChar char="•"/>
              <a:defRPr sz="14300">
                <a:solidFill>
                  <a:schemeClr val="tx1"/>
                </a:solidFill>
                <a:latin typeface="Arial" charset="0"/>
                <a:ea typeface="ＭＳ Ｐゴシック" charset="-128"/>
              </a:defRPr>
            </a:lvl1pPr>
            <a:lvl2pPr>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marL="0" lvl="1" indent="0" algn="just" eaLnBrk="1" hangingPunct="1">
              <a:spcBef>
                <a:spcPts val="2163"/>
              </a:spcBef>
              <a:buFontTx/>
              <a:buNone/>
              <a:defRPr/>
            </a:pPr>
            <a:r>
              <a:rPr lang="es-ES" altLang="en-US" sz="3600" dirty="0">
                <a:latin typeface="+mn-lt"/>
              </a:rPr>
              <a:t>- et </a:t>
            </a:r>
            <a:r>
              <a:rPr lang="es-ES" altLang="en-US" sz="3600" dirty="0" err="1">
                <a:latin typeface="+mn-lt"/>
              </a:rPr>
              <a:t>volupt</a:t>
            </a:r>
            <a:r>
              <a:rPr lang="es-ES" altLang="en-US" sz="3600" dirty="0">
                <a:latin typeface="+mn-lt"/>
              </a:rPr>
              <a:t> es </a:t>
            </a:r>
            <a:r>
              <a:rPr lang="es-ES" altLang="en-US" sz="3600" dirty="0" err="1">
                <a:latin typeface="+mn-lt"/>
              </a:rPr>
              <a:t>entusam</a:t>
            </a:r>
            <a:r>
              <a:rPr lang="es-ES" altLang="en-US" sz="3600" dirty="0">
                <a:latin typeface="+mn-lt"/>
              </a:rPr>
              <a:t> et</a:t>
            </a:r>
          </a:p>
          <a:p>
            <a:pPr marL="0" lvl="1" indent="0" algn="just" eaLnBrk="1" hangingPunct="1">
              <a:spcBef>
                <a:spcPts val="2163"/>
              </a:spcBef>
              <a:buFontTx/>
              <a:buNone/>
              <a:defRPr/>
            </a:pPr>
            <a:r>
              <a:rPr lang="es-ES" altLang="en-US" sz="3600" dirty="0">
                <a:latin typeface="+mn-lt"/>
              </a:rPr>
              <a:t>- et </a:t>
            </a:r>
            <a:r>
              <a:rPr lang="es-ES" altLang="en-US" sz="3600" dirty="0" err="1">
                <a:latin typeface="+mn-lt"/>
              </a:rPr>
              <a:t>volupt</a:t>
            </a:r>
            <a:r>
              <a:rPr lang="es-ES" altLang="en-US" sz="3600" dirty="0">
                <a:latin typeface="+mn-lt"/>
              </a:rPr>
              <a:t> </a:t>
            </a:r>
            <a:r>
              <a:rPr lang="es-ES" altLang="en-US" sz="3600" dirty="0" err="1">
                <a:latin typeface="+mn-lt"/>
              </a:rPr>
              <a:t>em</a:t>
            </a:r>
            <a:r>
              <a:rPr lang="es-ES" altLang="en-US" sz="3600" dirty="0">
                <a:latin typeface="+mn-lt"/>
              </a:rPr>
              <a:t> et</a:t>
            </a:r>
          </a:p>
          <a:p>
            <a:pPr marL="0" lvl="1" indent="0" algn="just" eaLnBrk="1" hangingPunct="1">
              <a:spcBef>
                <a:spcPts val="2163"/>
              </a:spcBef>
              <a:buFontTx/>
              <a:buNone/>
              <a:defRPr/>
            </a:pPr>
            <a:r>
              <a:rPr lang="es-ES" altLang="en-US" sz="3600" dirty="0">
                <a:latin typeface="+mn-lt"/>
              </a:rPr>
              <a:t>- </a:t>
            </a:r>
            <a:r>
              <a:rPr lang="es-ES" altLang="en-US" sz="3600" dirty="0" err="1">
                <a:latin typeface="+mn-lt"/>
              </a:rPr>
              <a:t>utaqui</a:t>
            </a:r>
            <a:r>
              <a:rPr lang="es-ES" altLang="en-US" sz="3600" dirty="0">
                <a:latin typeface="+mn-lt"/>
              </a:rPr>
              <a:t> </a:t>
            </a:r>
            <a:r>
              <a:rPr lang="es-ES" altLang="en-US" sz="3600" dirty="0" err="1">
                <a:latin typeface="+mn-lt"/>
              </a:rPr>
              <a:t>intra</a:t>
            </a:r>
            <a:r>
              <a:rPr lang="es-ES" altLang="en-US" sz="3600" dirty="0">
                <a:latin typeface="+mn-lt"/>
              </a:rPr>
              <a:t> </a:t>
            </a:r>
            <a:r>
              <a:rPr lang="es-ES" altLang="en-US" sz="3600" dirty="0" err="1">
                <a:latin typeface="+mn-lt"/>
              </a:rPr>
              <a:t>qu</a:t>
            </a:r>
            <a:r>
              <a:rPr lang="es-ES" altLang="en-US" sz="3600" dirty="0">
                <a:latin typeface="+mn-lt"/>
              </a:rPr>
              <a:t> ero</a:t>
            </a:r>
          </a:p>
          <a:p>
            <a:pPr marL="0" lvl="1" indent="0" algn="just" eaLnBrk="1" hangingPunct="1">
              <a:spcBef>
                <a:spcPts val="2163"/>
              </a:spcBef>
              <a:buFontTx/>
              <a:buNone/>
              <a:defRPr/>
            </a:pPr>
            <a:r>
              <a:rPr lang="es-ES" altLang="en-US" sz="3600" dirty="0">
                <a:latin typeface="+mn-lt"/>
              </a:rPr>
              <a:t>- et </a:t>
            </a:r>
            <a:r>
              <a:rPr lang="es-ES" altLang="en-US" sz="3600" dirty="0" err="1">
                <a:latin typeface="+mn-lt"/>
              </a:rPr>
              <a:t>volupt</a:t>
            </a:r>
            <a:r>
              <a:rPr lang="es-ES" altLang="en-US" sz="3600" dirty="0">
                <a:latin typeface="+mn-lt"/>
              </a:rPr>
              <a:t> es en</a:t>
            </a:r>
          </a:p>
        </p:txBody>
      </p:sp>
      <p:sp>
        <p:nvSpPr>
          <p:cNvPr id="16388" name="Text Box 277">
            <a:extLst>
              <a:ext uri="{FF2B5EF4-FFF2-40B4-BE49-F238E27FC236}">
                <a16:creationId xmlns:a16="http://schemas.microsoft.com/office/drawing/2014/main" id="{CD32B20C-AE6C-4848-988F-4ED18EF6B7E9}"/>
              </a:ext>
            </a:extLst>
          </p:cNvPr>
          <p:cNvSpPr txBox="1">
            <a:spLocks noChangeArrowheads="1"/>
          </p:cNvSpPr>
          <p:nvPr/>
        </p:nvSpPr>
        <p:spPr bwMode="auto">
          <a:xfrm>
            <a:off x="16206191" y="34143696"/>
            <a:ext cx="13565187"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3000" dirty="0">
                <a:latin typeface="+mn-lt"/>
              </a:rPr>
              <a:t>[1] </a:t>
            </a:r>
            <a:r>
              <a:rPr lang="es-ES" altLang="en-US" sz="3000" dirty="0" err="1">
                <a:latin typeface="+mn-lt"/>
              </a:rPr>
              <a:t>Qui</a:t>
            </a:r>
            <a:r>
              <a:rPr lang="es-ES" altLang="en-US" sz="3000" dirty="0">
                <a:latin typeface="+mn-lt"/>
              </a:rPr>
              <a:t> </a:t>
            </a:r>
            <a:r>
              <a:rPr lang="es-ES" altLang="en-US" sz="3000" dirty="0" err="1">
                <a:latin typeface="+mn-lt"/>
              </a:rPr>
              <a:t>denis</a:t>
            </a:r>
            <a:r>
              <a:rPr lang="es-ES" altLang="en-US" sz="3000" dirty="0">
                <a:latin typeface="+mn-lt"/>
              </a:rPr>
              <a:t> </a:t>
            </a:r>
            <a:r>
              <a:rPr lang="es-ES" altLang="en-US" sz="3000" dirty="0" err="1">
                <a:latin typeface="+mn-lt"/>
              </a:rPr>
              <a:t>incimaio</a:t>
            </a:r>
            <a:r>
              <a:rPr lang="es-ES" altLang="en-US" sz="3000" dirty="0">
                <a:latin typeface="+mn-lt"/>
              </a:rPr>
              <a:t> con </a:t>
            </a:r>
            <a:r>
              <a:rPr lang="es-ES" altLang="en-US" sz="3000" dirty="0" err="1">
                <a:latin typeface="+mn-lt"/>
              </a:rPr>
              <a:t>reserum</a:t>
            </a:r>
            <a:r>
              <a:rPr lang="es-ES" altLang="en-US" sz="3000" dirty="0">
                <a:latin typeface="+mn-lt"/>
              </a:rPr>
              <a:t> </a:t>
            </a:r>
            <a:r>
              <a:rPr lang="es-ES" altLang="en-US" sz="3000" dirty="0" err="1">
                <a:latin typeface="+mn-lt"/>
              </a:rPr>
              <a:t>quamet</a:t>
            </a:r>
            <a:r>
              <a:rPr lang="es-ES" altLang="en-US" sz="3000" dirty="0">
                <a:latin typeface="+mn-lt"/>
              </a:rPr>
              <a:t> </a:t>
            </a:r>
          </a:p>
          <a:p>
            <a:pPr algn="just" eaLnBrk="1" hangingPunct="1">
              <a:spcBef>
                <a:spcPct val="50000"/>
              </a:spcBef>
              <a:buFontTx/>
              <a:buNone/>
              <a:defRPr/>
            </a:pPr>
            <a:r>
              <a:rPr lang="es-ES" altLang="en-US" sz="3000" dirty="0">
                <a:latin typeface="+mn-lt"/>
              </a:rPr>
              <a:t>[2] </a:t>
            </a:r>
            <a:r>
              <a:rPr lang="es-ES" altLang="en-US" sz="3000" dirty="0" err="1">
                <a:latin typeface="+mn-lt"/>
              </a:rPr>
              <a:t>Qui</a:t>
            </a:r>
            <a:r>
              <a:rPr lang="es-ES" altLang="en-US" sz="3000" dirty="0">
                <a:latin typeface="+mn-lt"/>
              </a:rPr>
              <a:t> </a:t>
            </a:r>
            <a:r>
              <a:rPr lang="es-ES" altLang="en-US" sz="3000" dirty="0" err="1">
                <a:latin typeface="+mn-lt"/>
              </a:rPr>
              <a:t>sinullo</a:t>
            </a:r>
            <a:r>
              <a:rPr lang="es-ES" altLang="en-US" sz="3000" dirty="0">
                <a:latin typeface="+mn-lt"/>
              </a:rPr>
              <a:t> </a:t>
            </a:r>
            <a:r>
              <a:rPr lang="es-ES" altLang="en-US" sz="3000" dirty="0" err="1">
                <a:latin typeface="+mn-lt"/>
              </a:rPr>
              <a:t>ribuste</a:t>
            </a:r>
            <a:r>
              <a:rPr lang="es-ES" altLang="en-US" sz="3000" dirty="0">
                <a:latin typeface="+mn-lt"/>
              </a:rPr>
              <a:t> </a:t>
            </a:r>
            <a:r>
              <a:rPr lang="es-ES" altLang="en-US" sz="3000" dirty="0" err="1">
                <a:latin typeface="+mn-lt"/>
              </a:rPr>
              <a:t>mporeium</a:t>
            </a:r>
            <a:r>
              <a:rPr lang="es-ES" altLang="en-US" sz="3000" dirty="0">
                <a:latin typeface="+mn-lt"/>
              </a:rPr>
              <a:t> </a:t>
            </a:r>
            <a:r>
              <a:rPr lang="es-ES" altLang="en-US" sz="3000" dirty="0" err="1">
                <a:latin typeface="+mn-lt"/>
              </a:rPr>
              <a:t>ium</a:t>
            </a:r>
            <a:r>
              <a:rPr lang="es-ES" altLang="en-US" sz="3000" dirty="0">
                <a:latin typeface="+mn-lt"/>
              </a:rPr>
              <a:t> </a:t>
            </a:r>
            <a:r>
              <a:rPr lang="es-ES" altLang="en-US" sz="3000" dirty="0" err="1">
                <a:latin typeface="+mn-lt"/>
              </a:rPr>
              <a:t>ipitem</a:t>
            </a:r>
            <a:r>
              <a:rPr lang="es-ES" altLang="en-US" sz="3000" dirty="0">
                <a:latin typeface="+mn-lt"/>
              </a:rPr>
              <a:t> </a:t>
            </a:r>
            <a:r>
              <a:rPr lang="es-ES" altLang="en-US" sz="3000" dirty="0" err="1">
                <a:latin typeface="+mn-lt"/>
              </a:rPr>
              <a:t>rero</a:t>
            </a:r>
            <a:r>
              <a:rPr lang="es-ES" altLang="en-US" sz="3000" dirty="0">
                <a:latin typeface="+mn-lt"/>
              </a:rPr>
              <a:t> </a:t>
            </a:r>
            <a:r>
              <a:rPr lang="es-ES" altLang="en-US" sz="3000" dirty="0" err="1">
                <a:latin typeface="+mn-lt"/>
              </a:rPr>
              <a:t>miligente</a:t>
            </a:r>
            <a:r>
              <a:rPr lang="es-ES" altLang="en-US" sz="3000" dirty="0">
                <a:latin typeface="+mn-lt"/>
              </a:rPr>
              <a:t> </a:t>
            </a:r>
          </a:p>
          <a:p>
            <a:pPr algn="just" eaLnBrk="1" hangingPunct="1">
              <a:spcBef>
                <a:spcPct val="50000"/>
              </a:spcBef>
              <a:buFontTx/>
              <a:buNone/>
              <a:defRPr/>
            </a:pPr>
            <a:r>
              <a:rPr lang="es-ES" altLang="en-US" sz="3000" dirty="0">
                <a:latin typeface="+mn-lt"/>
              </a:rPr>
              <a:t>[3] </a:t>
            </a:r>
            <a:r>
              <a:rPr lang="es-ES" altLang="en-US" sz="3000" dirty="0" err="1">
                <a:latin typeface="+mn-lt"/>
              </a:rPr>
              <a:t>Solupta</a:t>
            </a:r>
            <a:r>
              <a:rPr lang="es-ES" altLang="en-US" sz="3000" dirty="0">
                <a:latin typeface="+mn-lt"/>
              </a:rPr>
              <a:t> </a:t>
            </a:r>
            <a:r>
              <a:rPr lang="es-ES" altLang="en-US" sz="3000" dirty="0" err="1">
                <a:latin typeface="+mn-lt"/>
              </a:rPr>
              <a:t>temodi</a:t>
            </a:r>
            <a:r>
              <a:rPr lang="es-ES" altLang="en-US" sz="3000" dirty="0">
                <a:latin typeface="+mn-lt"/>
              </a:rPr>
              <a:t> </a:t>
            </a:r>
            <a:r>
              <a:rPr lang="es-ES" altLang="en-US" sz="3000" dirty="0" err="1">
                <a:latin typeface="+mn-lt"/>
              </a:rPr>
              <a:t>assequistium</a:t>
            </a:r>
            <a:r>
              <a:rPr lang="es-ES" altLang="en-US" sz="3000" dirty="0">
                <a:latin typeface="+mn-lt"/>
              </a:rPr>
              <a:t> </a:t>
            </a:r>
            <a:r>
              <a:rPr lang="es-ES" altLang="en-US" sz="3000" dirty="0" err="1">
                <a:latin typeface="+mn-lt"/>
              </a:rPr>
              <a:t>quidenis</a:t>
            </a:r>
            <a:r>
              <a:rPr lang="es-ES" altLang="en-US" sz="3000" dirty="0">
                <a:latin typeface="+mn-lt"/>
              </a:rPr>
              <a:t> </a:t>
            </a:r>
            <a:r>
              <a:rPr lang="es-ES" altLang="en-US" sz="3000" dirty="0" err="1">
                <a:latin typeface="+mn-lt"/>
              </a:rPr>
              <a:t>sequide</a:t>
            </a:r>
            <a:r>
              <a:rPr lang="es-ES" altLang="en-US" sz="3000" dirty="0">
                <a:latin typeface="+mn-lt"/>
              </a:rPr>
              <a:t> </a:t>
            </a:r>
            <a:r>
              <a:rPr lang="es-ES" altLang="en-US" sz="3000" dirty="0" err="1">
                <a:latin typeface="+mn-lt"/>
              </a:rPr>
              <a:t>pore</a:t>
            </a:r>
            <a:r>
              <a:rPr lang="es-ES" altLang="en-US" sz="3000" dirty="0">
                <a:latin typeface="+mn-lt"/>
              </a:rPr>
              <a:t> </a:t>
            </a:r>
          </a:p>
        </p:txBody>
      </p:sp>
      <p:pic>
        <p:nvPicPr>
          <p:cNvPr id="17413" name="Picture 34" descr="ingenieria-en-la-red-the-graph.gif">
            <a:extLst>
              <a:ext uri="{FF2B5EF4-FFF2-40B4-BE49-F238E27FC236}">
                <a16:creationId xmlns:a16="http://schemas.microsoft.com/office/drawing/2014/main" id="{46E10010-D1BF-417A-8EC4-C559AF83D8E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5588" y="16116300"/>
            <a:ext cx="62134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72" descr="nikon ti-e6 luz_correc.tif">
            <a:extLst>
              <a:ext uri="{FF2B5EF4-FFF2-40B4-BE49-F238E27FC236}">
                <a16:creationId xmlns:a16="http://schemas.microsoft.com/office/drawing/2014/main" id="{A3B7F8FA-485F-46C1-A9A5-00198507875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95263" y="27158950"/>
            <a:ext cx="4681537" cy="362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73" descr="heater + new piece 01.tif">
            <a:extLst>
              <a:ext uri="{FF2B5EF4-FFF2-40B4-BE49-F238E27FC236}">
                <a16:creationId xmlns:a16="http://schemas.microsoft.com/office/drawing/2014/main" id="{78E04F3B-888D-4B88-B11A-C6685CEB66A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426363" y="27103388"/>
            <a:ext cx="4930775" cy="36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Text Box 277">
            <a:extLst>
              <a:ext uri="{FF2B5EF4-FFF2-40B4-BE49-F238E27FC236}">
                <a16:creationId xmlns:a16="http://schemas.microsoft.com/office/drawing/2014/main" id="{D8F2F182-A574-478B-A005-64864B9CCD7C}"/>
              </a:ext>
            </a:extLst>
          </p:cNvPr>
          <p:cNvSpPr txBox="1">
            <a:spLocks noChangeArrowheads="1"/>
          </p:cNvSpPr>
          <p:nvPr/>
        </p:nvSpPr>
        <p:spPr bwMode="auto">
          <a:xfrm>
            <a:off x="42786300" y="25126950"/>
            <a:ext cx="6478588" cy="406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50000"/>
              </a:spcBef>
              <a:spcAft>
                <a:spcPts val="2400"/>
              </a:spcAft>
              <a:buFontTx/>
              <a:buNone/>
            </a:pPr>
            <a:r>
              <a:rPr lang="es-ES" altLang="en-US" sz="2200" b="1">
                <a:solidFill>
                  <a:schemeClr val="bg1"/>
                </a:solidFill>
                <a:latin typeface="Swiss 721 BT" charset="0"/>
              </a:rPr>
              <a:t>Caption: </a:t>
            </a:r>
            <a:r>
              <a:rPr lang="es-ES" altLang="en-US" sz="2200">
                <a:solidFill>
                  <a:schemeClr val="bg1"/>
                </a:solidFill>
                <a:latin typeface="Swiss 721 BT" charset="0"/>
              </a:rPr>
              <a:t>Tas porecae es ad est entiis volupti cusam vellacc aborrore, to volupist officim usaperum fuga. Lorehenet as si venieni hicienimus, ad quia doluptatem necaecto vit eveliquunt venihil eum landus nonetipsandi duntem est, cullab ipit dolorum inctate dollatint  platum asint laborecatur res qui corestrum fuga. Erunto omnis es nos ere autem etus dolupta nonsequ amendi sam, sent pliae sedi audandi omnis ne none pre aped minvel mo moluptas et, vel ipsandi duntem est, cullab ipit dolorum inctate dollatint volupis earchic. Erunto omnis es nos ere autem etus dolupta.</a:t>
            </a:r>
            <a:endParaRPr lang="en-US" altLang="en-US" sz="2200">
              <a:solidFill>
                <a:schemeClr val="bg1"/>
              </a:solidFill>
              <a:latin typeface="Swiss 721 BT" charset="0"/>
            </a:endParaRPr>
          </a:p>
        </p:txBody>
      </p:sp>
      <p:sp>
        <p:nvSpPr>
          <p:cNvPr id="16393" name="Text Box 277">
            <a:extLst>
              <a:ext uri="{FF2B5EF4-FFF2-40B4-BE49-F238E27FC236}">
                <a16:creationId xmlns:a16="http://schemas.microsoft.com/office/drawing/2014/main" id="{C2547AF9-0E64-4F68-93CF-608825A52835}"/>
              </a:ext>
            </a:extLst>
          </p:cNvPr>
          <p:cNvSpPr txBox="1">
            <a:spLocks noChangeArrowheads="1"/>
          </p:cNvSpPr>
          <p:nvPr/>
        </p:nvSpPr>
        <p:spPr bwMode="auto">
          <a:xfrm>
            <a:off x="1393825" y="22488525"/>
            <a:ext cx="28882975"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spcAft>
                <a:spcPts val="2400"/>
              </a:spcAft>
              <a:buFontTx/>
              <a:buNone/>
              <a:defRPr/>
            </a:pPr>
            <a:r>
              <a:rPr lang="en-US" altLang="en-US" sz="3600" dirty="0" err="1">
                <a:latin typeface="+mn-lt"/>
              </a:rPr>
              <a:t>Nullam</a:t>
            </a:r>
            <a:r>
              <a:rPr lang="en-US" altLang="en-US" sz="3600" dirty="0">
                <a:latin typeface="+mn-lt"/>
              </a:rPr>
              <a:t> in </a:t>
            </a:r>
            <a:r>
              <a:rPr lang="en-US" altLang="en-US" sz="3600" dirty="0" err="1">
                <a:latin typeface="+mn-lt"/>
              </a:rPr>
              <a:t>urna</a:t>
            </a:r>
            <a:r>
              <a:rPr lang="en-US" altLang="en-US" sz="3600" dirty="0">
                <a:latin typeface="+mn-lt"/>
              </a:rPr>
              <a:t> </a:t>
            </a:r>
            <a:r>
              <a:rPr lang="en-US" altLang="en-US" sz="3600" dirty="0" err="1">
                <a:latin typeface="+mn-lt"/>
              </a:rPr>
              <a:t>lacinia</a:t>
            </a:r>
            <a:r>
              <a:rPr lang="en-US" altLang="en-US" sz="3600" dirty="0">
                <a:latin typeface="+mn-lt"/>
              </a:rPr>
              <a:t> </a:t>
            </a:r>
            <a:r>
              <a:rPr lang="en-US" altLang="en-US" sz="3600" dirty="0" err="1">
                <a:latin typeface="+mn-lt"/>
              </a:rPr>
              <a:t>orci</a:t>
            </a:r>
            <a:r>
              <a:rPr lang="en-US" altLang="en-US" sz="3600" dirty="0">
                <a:latin typeface="+mn-lt"/>
              </a:rPr>
              <a:t> </a:t>
            </a:r>
            <a:r>
              <a:rPr lang="en-US" altLang="en-US" sz="3600" dirty="0" err="1">
                <a:latin typeface="+mn-lt"/>
              </a:rPr>
              <a:t>consequat</a:t>
            </a:r>
            <a:r>
              <a:rPr lang="en-US" altLang="en-US" sz="3600" dirty="0">
                <a:latin typeface="+mn-lt"/>
              </a:rPr>
              <a:t> dictum. Nam </a:t>
            </a:r>
            <a:r>
              <a:rPr lang="en-US" altLang="en-US" sz="3600" dirty="0" err="1">
                <a:latin typeface="+mn-lt"/>
              </a:rPr>
              <a:t>scelerisque</a:t>
            </a:r>
            <a:r>
              <a:rPr lang="en-US" altLang="en-US" sz="3600" dirty="0">
                <a:latin typeface="+mn-lt"/>
              </a:rPr>
              <a:t>, </a:t>
            </a:r>
            <a:r>
              <a:rPr lang="en-US" altLang="en-US" sz="3600" dirty="0" err="1">
                <a:latin typeface="+mn-lt"/>
              </a:rPr>
              <a:t>nisl</a:t>
            </a:r>
            <a:r>
              <a:rPr lang="en-US" altLang="en-US" sz="3600" dirty="0">
                <a:latin typeface="+mn-lt"/>
              </a:rPr>
              <a:t> in </a:t>
            </a:r>
            <a:r>
              <a:rPr lang="en-US" altLang="en-US" sz="3600" dirty="0" err="1">
                <a:latin typeface="+mn-lt"/>
              </a:rPr>
              <a:t>euismod</a:t>
            </a:r>
            <a:r>
              <a:rPr lang="en-US" altLang="en-US" sz="3600" dirty="0">
                <a:latin typeface="+mn-lt"/>
              </a:rPr>
              <a:t> </a:t>
            </a:r>
            <a:r>
              <a:rPr lang="en-US" altLang="en-US" sz="3600" dirty="0" err="1">
                <a:latin typeface="+mn-lt"/>
              </a:rPr>
              <a:t>eleifend</a:t>
            </a:r>
            <a:r>
              <a:rPr lang="en-US" altLang="en-US" sz="3600" dirty="0">
                <a:latin typeface="+mn-lt"/>
              </a:rPr>
              <a:t>, </a:t>
            </a:r>
            <a:r>
              <a:rPr lang="en-US" altLang="en-US" sz="3600" dirty="0" err="1">
                <a:latin typeface="+mn-lt"/>
              </a:rPr>
              <a:t>justo</a:t>
            </a:r>
            <a:r>
              <a:rPr lang="en-US" altLang="en-US" sz="3600" dirty="0">
                <a:latin typeface="+mn-lt"/>
              </a:rPr>
              <a:t> </a:t>
            </a:r>
            <a:r>
              <a:rPr lang="en-US" altLang="en-US" sz="3600" dirty="0" err="1">
                <a:latin typeface="+mn-lt"/>
              </a:rPr>
              <a:t>diam</a:t>
            </a:r>
            <a:r>
              <a:rPr lang="en-US" altLang="en-US" sz="3600" dirty="0">
                <a:latin typeface="+mn-lt"/>
              </a:rPr>
              <a:t> </a:t>
            </a:r>
            <a:r>
              <a:rPr lang="en-US" altLang="en-US" sz="3600" dirty="0" err="1">
                <a:latin typeface="+mn-lt"/>
              </a:rPr>
              <a:t>bibendum</a:t>
            </a:r>
            <a:r>
              <a:rPr lang="en-US" altLang="en-US" sz="3600" dirty="0">
                <a:latin typeface="+mn-lt"/>
              </a:rPr>
              <a:t> dui, </a:t>
            </a:r>
            <a:r>
              <a:rPr lang="en-US" altLang="en-US" sz="3600" dirty="0" err="1">
                <a:latin typeface="+mn-lt"/>
              </a:rPr>
              <a:t>sed</a:t>
            </a:r>
            <a:r>
              <a:rPr lang="en-US" altLang="en-US" sz="3600" dirty="0">
                <a:latin typeface="+mn-lt"/>
              </a:rPr>
              <a:t> </a:t>
            </a:r>
            <a:r>
              <a:rPr lang="en-US" altLang="en-US" sz="3600" dirty="0" err="1">
                <a:latin typeface="+mn-lt"/>
              </a:rPr>
              <a:t>congue</a:t>
            </a:r>
            <a:r>
              <a:rPr lang="en-US" altLang="en-US" sz="3600" dirty="0">
                <a:latin typeface="+mn-lt"/>
              </a:rPr>
              <a:t> </a:t>
            </a:r>
            <a:r>
              <a:rPr lang="en-US" altLang="en-US" sz="3600" dirty="0" err="1">
                <a:latin typeface="+mn-lt"/>
              </a:rPr>
              <a:t>diam</a:t>
            </a:r>
            <a:r>
              <a:rPr lang="en-US" altLang="en-US" sz="3600" dirty="0">
                <a:latin typeface="+mn-lt"/>
              </a:rPr>
              <a:t> </a:t>
            </a:r>
            <a:r>
              <a:rPr lang="en-US" altLang="en-US" sz="3600" dirty="0" err="1">
                <a:latin typeface="+mn-lt"/>
              </a:rPr>
              <a:t>enim</a:t>
            </a:r>
            <a:r>
              <a:rPr lang="en-US" altLang="en-US" sz="3600" dirty="0">
                <a:latin typeface="+mn-lt"/>
              </a:rPr>
              <a:t> sit </a:t>
            </a:r>
            <a:r>
              <a:rPr lang="en-US" altLang="en-US" sz="3600" dirty="0" err="1">
                <a:latin typeface="+mn-lt"/>
              </a:rPr>
              <a:t>amet</a:t>
            </a:r>
            <a:r>
              <a:rPr lang="en-US" altLang="en-US" sz="3600" dirty="0">
                <a:latin typeface="+mn-lt"/>
              </a:rPr>
              <a:t> </a:t>
            </a:r>
            <a:r>
              <a:rPr lang="en-US" altLang="en-US" sz="3600" dirty="0" err="1">
                <a:latin typeface="+mn-lt"/>
              </a:rPr>
              <a:t>turpis</a:t>
            </a:r>
            <a:r>
              <a:rPr lang="en-US" altLang="en-US" sz="3600" dirty="0">
                <a:latin typeface="+mn-lt"/>
              </a:rPr>
              <a:t>. </a:t>
            </a:r>
            <a:r>
              <a:rPr lang="en-US" altLang="en-US" sz="3600" dirty="0" err="1">
                <a:latin typeface="+mn-lt"/>
              </a:rPr>
              <a:t>Suspendisse</a:t>
            </a:r>
            <a:r>
              <a:rPr lang="en-US" altLang="en-US" sz="3600" dirty="0">
                <a:latin typeface="+mn-lt"/>
              </a:rPr>
              <a:t> </a:t>
            </a:r>
            <a:r>
              <a:rPr lang="en-US" altLang="en-US" sz="3600" dirty="0" err="1">
                <a:latin typeface="+mn-lt"/>
              </a:rPr>
              <a:t>rhoncus</a:t>
            </a:r>
            <a:r>
              <a:rPr lang="en-US" altLang="en-US" sz="3600" dirty="0">
                <a:latin typeface="+mn-lt"/>
              </a:rPr>
              <a:t> </a:t>
            </a:r>
            <a:r>
              <a:rPr lang="en-US" altLang="en-US" sz="3600" dirty="0" err="1">
                <a:latin typeface="+mn-lt"/>
              </a:rPr>
              <a:t>felis</a:t>
            </a:r>
            <a:r>
              <a:rPr lang="en-US" altLang="en-US" sz="3600" dirty="0">
                <a:latin typeface="+mn-lt"/>
              </a:rPr>
              <a:t> </a:t>
            </a:r>
            <a:r>
              <a:rPr lang="en-US" altLang="en-US" sz="3600" dirty="0" err="1">
                <a:latin typeface="+mn-lt"/>
              </a:rPr>
              <a:t>nec</a:t>
            </a:r>
            <a:r>
              <a:rPr lang="en-US" altLang="en-US" sz="3600" dirty="0">
                <a:latin typeface="+mn-lt"/>
              </a:rPr>
              <a:t> lacus </a:t>
            </a:r>
            <a:r>
              <a:rPr lang="en-US" altLang="en-US" sz="3600" dirty="0" err="1">
                <a:latin typeface="+mn-lt"/>
              </a:rPr>
              <a:t>blandit</a:t>
            </a:r>
            <a:r>
              <a:rPr lang="en-US" altLang="en-US" sz="3600" dirty="0">
                <a:latin typeface="+mn-lt"/>
              </a:rPr>
              <a:t> </a:t>
            </a:r>
            <a:r>
              <a:rPr lang="en-US" altLang="en-US" sz="3600" dirty="0" err="1">
                <a:latin typeface="+mn-lt"/>
              </a:rPr>
              <a:t>mollis</a:t>
            </a:r>
            <a:r>
              <a:rPr lang="en-US" altLang="en-US" sz="3600" dirty="0">
                <a:latin typeface="+mn-lt"/>
              </a:rPr>
              <a:t>. </a:t>
            </a:r>
            <a:r>
              <a:rPr lang="en-US" altLang="en-US" sz="3600" dirty="0" err="1">
                <a:latin typeface="+mn-lt"/>
              </a:rPr>
              <a:t>Pellentesque</a:t>
            </a:r>
            <a:r>
              <a:rPr lang="en-US" altLang="en-US" sz="3600" dirty="0">
                <a:latin typeface="+mn-lt"/>
              </a:rPr>
              <a:t> </a:t>
            </a:r>
            <a:r>
              <a:rPr lang="en-US" altLang="en-US" sz="3600" dirty="0" err="1">
                <a:latin typeface="+mn-lt"/>
              </a:rPr>
              <a:t>lectus</a:t>
            </a:r>
            <a:r>
              <a:rPr lang="en-US" altLang="en-US" sz="3600" dirty="0">
                <a:latin typeface="+mn-lt"/>
              </a:rPr>
              <a:t> </a:t>
            </a:r>
            <a:r>
              <a:rPr lang="en-US" altLang="en-US" sz="3600" dirty="0" err="1">
                <a:latin typeface="+mn-lt"/>
              </a:rPr>
              <a:t>est</a:t>
            </a:r>
            <a:r>
              <a:rPr lang="en-US" altLang="en-US" sz="3600" dirty="0">
                <a:latin typeface="+mn-lt"/>
              </a:rPr>
              <a:t>, </a:t>
            </a:r>
            <a:r>
              <a:rPr lang="en-US" altLang="en-US" sz="3600" dirty="0" err="1">
                <a:latin typeface="+mn-lt"/>
              </a:rPr>
              <a:t>accumsan</a:t>
            </a:r>
            <a:r>
              <a:rPr lang="en-US" altLang="en-US" sz="3600" dirty="0">
                <a:latin typeface="+mn-lt"/>
              </a:rPr>
              <a:t> ac </a:t>
            </a:r>
            <a:r>
              <a:rPr lang="en-US" altLang="en-US" sz="3600" dirty="0" err="1">
                <a:latin typeface="+mn-lt"/>
              </a:rPr>
              <a:t>pellentesque</a:t>
            </a:r>
            <a:r>
              <a:rPr lang="en-US" altLang="en-US" sz="3600" dirty="0">
                <a:latin typeface="+mn-lt"/>
              </a:rPr>
              <a:t> </a:t>
            </a:r>
            <a:r>
              <a:rPr lang="en-US" altLang="en-US" sz="3600" dirty="0" err="1">
                <a:latin typeface="+mn-lt"/>
              </a:rPr>
              <a:t>aliquam</a:t>
            </a:r>
            <a:r>
              <a:rPr lang="en-US" altLang="en-US" sz="3600" dirty="0">
                <a:latin typeface="+mn-lt"/>
              </a:rPr>
              <a:t>, </a:t>
            </a:r>
            <a:r>
              <a:rPr lang="en-US" altLang="en-US" sz="3600" dirty="0" err="1">
                <a:latin typeface="+mn-lt"/>
              </a:rPr>
              <a:t>bibendum</a:t>
            </a:r>
            <a:r>
              <a:rPr lang="en-US" altLang="en-US" sz="3600" dirty="0">
                <a:latin typeface="+mn-lt"/>
              </a:rPr>
              <a:t> </a:t>
            </a:r>
            <a:r>
              <a:rPr lang="en-US" altLang="en-US" sz="3600" dirty="0" err="1">
                <a:latin typeface="+mn-lt"/>
              </a:rPr>
              <a:t>quis</a:t>
            </a:r>
            <a:r>
              <a:rPr lang="en-US" altLang="en-US" sz="3600" dirty="0">
                <a:latin typeface="+mn-lt"/>
              </a:rPr>
              <a:t> </a:t>
            </a:r>
            <a:r>
              <a:rPr lang="en-US" altLang="en-US" sz="3600" dirty="0" err="1">
                <a:latin typeface="+mn-lt"/>
              </a:rPr>
              <a:t>metus</a:t>
            </a:r>
            <a:r>
              <a:rPr lang="en-US" altLang="en-US" sz="3600" dirty="0">
                <a:latin typeface="+mn-lt"/>
              </a:rPr>
              <a:t>. Nunc </a:t>
            </a:r>
            <a:r>
              <a:rPr lang="en-US" altLang="en-US" sz="3600" dirty="0" err="1">
                <a:latin typeface="+mn-lt"/>
              </a:rPr>
              <a:t>interdum</a:t>
            </a:r>
            <a:r>
              <a:rPr lang="en-US" altLang="en-US" sz="3600" dirty="0">
                <a:latin typeface="+mn-lt"/>
              </a:rPr>
              <a:t> </a:t>
            </a:r>
            <a:r>
              <a:rPr lang="en-US" altLang="en-US" sz="3600" dirty="0" err="1">
                <a:latin typeface="+mn-lt"/>
              </a:rPr>
              <a:t>laoreet</a:t>
            </a:r>
            <a:r>
              <a:rPr lang="en-US" altLang="en-US" sz="3600" dirty="0">
                <a:latin typeface="+mn-lt"/>
              </a:rPr>
              <a:t> </a:t>
            </a:r>
            <a:r>
              <a:rPr lang="en-US" altLang="en-US" sz="3600" dirty="0" err="1">
                <a:latin typeface="+mn-lt"/>
              </a:rPr>
              <a:t>odio</a:t>
            </a:r>
            <a:r>
              <a:rPr lang="en-US" altLang="en-US" sz="3600" dirty="0">
                <a:latin typeface="+mn-lt"/>
              </a:rPr>
              <a:t>, </a:t>
            </a:r>
            <a:r>
              <a:rPr lang="en-US" altLang="en-US" sz="3600" dirty="0" err="1">
                <a:latin typeface="+mn-lt"/>
              </a:rPr>
              <a:t>eu</a:t>
            </a:r>
            <a:r>
              <a:rPr lang="en-US" altLang="en-US" sz="3600" dirty="0">
                <a:latin typeface="+mn-lt"/>
              </a:rPr>
              <a:t> </a:t>
            </a:r>
            <a:r>
              <a:rPr lang="en-US" altLang="en-US" sz="3600" dirty="0" err="1">
                <a:latin typeface="+mn-lt"/>
              </a:rPr>
              <a:t>feugiat</a:t>
            </a:r>
            <a:r>
              <a:rPr lang="en-US" altLang="en-US" sz="3600" dirty="0">
                <a:latin typeface="+mn-lt"/>
              </a:rPr>
              <a:t> </a:t>
            </a:r>
            <a:r>
              <a:rPr lang="en-US" altLang="en-US" sz="3600" dirty="0" err="1">
                <a:latin typeface="+mn-lt"/>
              </a:rPr>
              <a:t>velit</a:t>
            </a:r>
            <a:r>
              <a:rPr lang="en-US" altLang="en-US" sz="3600" dirty="0">
                <a:latin typeface="+mn-lt"/>
              </a:rPr>
              <a:t> </a:t>
            </a:r>
            <a:r>
              <a:rPr lang="en-US" altLang="en-US" sz="3600" dirty="0" err="1">
                <a:latin typeface="+mn-lt"/>
              </a:rPr>
              <a:t>feugiat</a:t>
            </a:r>
            <a:r>
              <a:rPr lang="en-US" altLang="en-US" sz="3600" dirty="0">
                <a:latin typeface="+mn-lt"/>
              </a:rPr>
              <a:t> </a:t>
            </a:r>
            <a:r>
              <a:rPr lang="en-US" altLang="en-US" sz="3600" dirty="0" err="1">
                <a:latin typeface="+mn-lt"/>
              </a:rPr>
              <a:t>sodales</a:t>
            </a:r>
            <a:r>
              <a:rPr lang="en-US" altLang="en-US" sz="3600" dirty="0">
                <a:latin typeface="+mn-lt"/>
              </a:rPr>
              <a:t>. </a:t>
            </a:r>
            <a:r>
              <a:rPr lang="en-US" altLang="en-US" sz="3600" dirty="0" err="1">
                <a:latin typeface="+mn-lt"/>
              </a:rPr>
              <a:t>Sed</a:t>
            </a:r>
            <a:r>
              <a:rPr lang="en-US" altLang="en-US" sz="3600" dirty="0">
                <a:latin typeface="+mn-lt"/>
              </a:rPr>
              <a:t> </a:t>
            </a:r>
            <a:r>
              <a:rPr lang="en-US" altLang="en-US" sz="3600" dirty="0" err="1">
                <a:latin typeface="+mn-lt"/>
              </a:rPr>
              <a:t>suscipit</a:t>
            </a:r>
            <a:r>
              <a:rPr lang="en-US" altLang="en-US" sz="3600" dirty="0">
                <a:latin typeface="+mn-lt"/>
              </a:rPr>
              <a:t> </a:t>
            </a:r>
            <a:r>
              <a:rPr lang="en-US" altLang="en-US" sz="3600" dirty="0" err="1">
                <a:latin typeface="+mn-lt"/>
              </a:rPr>
              <a:t>neque</a:t>
            </a:r>
            <a:r>
              <a:rPr lang="en-US" altLang="en-US" sz="3600" dirty="0">
                <a:latin typeface="+mn-lt"/>
              </a:rPr>
              <a:t> id dui </a:t>
            </a:r>
            <a:r>
              <a:rPr lang="en-US" altLang="en-US" sz="3600" dirty="0" err="1">
                <a:latin typeface="+mn-lt"/>
              </a:rPr>
              <a:t>dapibus</a:t>
            </a:r>
            <a:r>
              <a:rPr lang="en-US" altLang="en-US" sz="3600" dirty="0">
                <a:latin typeface="+mn-lt"/>
              </a:rPr>
              <a:t> non </a:t>
            </a:r>
            <a:r>
              <a:rPr lang="en-US" altLang="en-US" sz="3600" dirty="0" err="1">
                <a:latin typeface="+mn-lt"/>
              </a:rPr>
              <a:t>facilisis</a:t>
            </a:r>
            <a:r>
              <a:rPr lang="en-US" altLang="en-US" sz="3600" dirty="0">
                <a:latin typeface="+mn-lt"/>
              </a:rPr>
              <a:t> </a:t>
            </a:r>
            <a:r>
              <a:rPr lang="en-US" altLang="en-US" sz="3600" dirty="0" err="1">
                <a:latin typeface="+mn-lt"/>
              </a:rPr>
              <a:t>elit</a:t>
            </a:r>
            <a:r>
              <a:rPr lang="en-US" altLang="en-US" sz="3600" dirty="0">
                <a:latin typeface="+mn-lt"/>
              </a:rPr>
              <a:t> </a:t>
            </a:r>
            <a:r>
              <a:rPr lang="en-US" altLang="en-US" sz="3600" dirty="0" err="1">
                <a:latin typeface="+mn-lt"/>
              </a:rPr>
              <a:t>ultrices</a:t>
            </a:r>
            <a:r>
              <a:rPr lang="en-US" altLang="en-US" sz="2400" dirty="0">
                <a:latin typeface="+mn-lt"/>
              </a:rPr>
              <a:t>. </a:t>
            </a:r>
          </a:p>
        </p:txBody>
      </p:sp>
      <p:sp>
        <p:nvSpPr>
          <p:cNvPr id="17418" name="Text Box 277">
            <a:extLst>
              <a:ext uri="{FF2B5EF4-FFF2-40B4-BE49-F238E27FC236}">
                <a16:creationId xmlns:a16="http://schemas.microsoft.com/office/drawing/2014/main" id="{6BEEC591-047A-423D-8384-E691078DA70D}"/>
              </a:ext>
            </a:extLst>
          </p:cNvPr>
          <p:cNvSpPr txBox="1">
            <a:spLocks noChangeArrowheads="1"/>
          </p:cNvSpPr>
          <p:nvPr/>
        </p:nvSpPr>
        <p:spPr bwMode="auto">
          <a:xfrm>
            <a:off x="16230003" y="37860450"/>
            <a:ext cx="15065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50000"/>
              </a:spcBef>
              <a:buFontTx/>
              <a:buNone/>
            </a:pPr>
            <a:r>
              <a:rPr lang="es-ES" altLang="en-US" sz="3000">
                <a:latin typeface="Swiss 721 BT" charset="0"/>
              </a:rPr>
              <a:t>- utaqui intra qu ero fero tagli data got entusam es volupta el esertas</a:t>
            </a:r>
            <a:endParaRPr lang="es-ES" altLang="en-US" sz="3000">
              <a:latin typeface="Swiss 721 Light BT" charset="0"/>
            </a:endParaRPr>
          </a:p>
        </p:txBody>
      </p:sp>
      <p:sp>
        <p:nvSpPr>
          <p:cNvPr id="17419" name="Text Box 277">
            <a:extLst>
              <a:ext uri="{FF2B5EF4-FFF2-40B4-BE49-F238E27FC236}">
                <a16:creationId xmlns:a16="http://schemas.microsoft.com/office/drawing/2014/main" id="{5C3CC819-32FB-4999-8341-1625E4CCE570}"/>
              </a:ext>
            </a:extLst>
          </p:cNvPr>
          <p:cNvSpPr txBox="1">
            <a:spLocks noChangeArrowheads="1"/>
          </p:cNvSpPr>
          <p:nvPr/>
        </p:nvSpPr>
        <p:spPr bwMode="auto">
          <a:xfrm>
            <a:off x="8193088" y="21507450"/>
            <a:ext cx="135651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50000"/>
              </a:spcBef>
              <a:buFontTx/>
              <a:buNone/>
            </a:pPr>
            <a:r>
              <a:rPr lang="es-ES" altLang="en-US" sz="3600" b="1">
                <a:latin typeface="Arial Black" panose="020B0A04020102020204" pitchFamily="34" charset="0"/>
                <a:ea typeface="Arial Black" panose="020B0A04020102020204" pitchFamily="34" charset="0"/>
                <a:cs typeface="Arial Black" panose="020B0A04020102020204" pitchFamily="34" charset="0"/>
              </a:rPr>
              <a:t>PROIN AC CONVALLIS SAPIEN.</a:t>
            </a:r>
          </a:p>
        </p:txBody>
      </p:sp>
      <p:sp>
        <p:nvSpPr>
          <p:cNvPr id="2" name="Rectangle 1">
            <a:extLst>
              <a:ext uri="{FF2B5EF4-FFF2-40B4-BE49-F238E27FC236}">
                <a16:creationId xmlns:a16="http://schemas.microsoft.com/office/drawing/2014/main" id="{7A143BD6-0C46-4041-984D-A8AA7226C975}"/>
              </a:ext>
            </a:extLst>
          </p:cNvPr>
          <p:cNvSpPr>
            <a:spLocks noChangeArrowheads="1"/>
          </p:cNvSpPr>
          <p:nvPr/>
        </p:nvSpPr>
        <p:spPr bwMode="auto">
          <a:xfrm>
            <a:off x="1331913" y="2987675"/>
            <a:ext cx="28800425" cy="8120063"/>
          </a:xfrm>
          <a:prstGeom prst="rect">
            <a:avLst/>
          </a:prstGeom>
          <a:solidFill>
            <a:srgbClr val="253786"/>
          </a:solidFill>
          <a:ln w="9525">
            <a:solidFill>
              <a:schemeClr val="bg1"/>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n-GB" altLang="x-none">
              <a:solidFill>
                <a:srgbClr val="FFFFFF"/>
              </a:solidFill>
              <a:latin typeface="Arial" charset="0"/>
              <a:ea typeface="ＭＳ Ｐゴシック" charset="-128"/>
            </a:endParaRPr>
          </a:p>
        </p:txBody>
      </p:sp>
      <p:sp>
        <p:nvSpPr>
          <p:cNvPr id="2052" name="Text Box 274">
            <a:extLst>
              <a:ext uri="{FF2B5EF4-FFF2-40B4-BE49-F238E27FC236}">
                <a16:creationId xmlns:a16="http://schemas.microsoft.com/office/drawing/2014/main" id="{CDF73D8A-24CA-4A13-B7F7-90CA19FDA772}"/>
              </a:ext>
            </a:extLst>
          </p:cNvPr>
          <p:cNvSpPr txBox="1">
            <a:spLocks noChangeArrowheads="1"/>
          </p:cNvSpPr>
          <p:nvPr/>
        </p:nvSpPr>
        <p:spPr bwMode="auto">
          <a:xfrm>
            <a:off x="2144713" y="3978275"/>
            <a:ext cx="20915312"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ct val="20000"/>
              </a:spcBef>
              <a:buChar char="•"/>
              <a:defRPr sz="14300">
                <a:solidFill>
                  <a:schemeClr val="tx1"/>
                </a:solidFill>
                <a:latin typeface="Arial" charset="0"/>
                <a:ea typeface="ＭＳ Ｐゴシック" pitchFamily="34" charset="-128"/>
              </a:defRPr>
            </a:lvl1pPr>
            <a:lvl2pPr marL="37931725" indent="-37474525" eaLnBrk="0" hangingPunct="0">
              <a:spcBef>
                <a:spcPct val="20000"/>
              </a:spcBef>
              <a:buChar char="–"/>
              <a:defRPr sz="12500">
                <a:solidFill>
                  <a:schemeClr val="tx1"/>
                </a:solidFill>
                <a:latin typeface="Arial" charset="0"/>
                <a:ea typeface="ＭＳ Ｐゴシック" pitchFamily="34" charset="-128"/>
              </a:defRPr>
            </a:lvl2pPr>
            <a:lvl3pPr marL="5105400" indent="-1020763" eaLnBrk="0" hangingPunct="0">
              <a:spcBef>
                <a:spcPct val="20000"/>
              </a:spcBef>
              <a:buChar char="•"/>
              <a:defRPr sz="10700">
                <a:solidFill>
                  <a:schemeClr val="tx1"/>
                </a:solidFill>
                <a:latin typeface="Arial" charset="0"/>
                <a:ea typeface="ＭＳ Ｐゴシック" pitchFamily="34" charset="-128"/>
              </a:defRPr>
            </a:lvl3pPr>
            <a:lvl4pPr marL="7146925" indent="-1020763" eaLnBrk="0" hangingPunct="0">
              <a:spcBef>
                <a:spcPct val="20000"/>
              </a:spcBef>
              <a:buChar char="–"/>
              <a:defRPr sz="8900">
                <a:solidFill>
                  <a:schemeClr val="tx1"/>
                </a:solidFill>
                <a:latin typeface="Arial" charset="0"/>
                <a:ea typeface="ＭＳ Ｐゴシック" pitchFamily="34" charset="-128"/>
              </a:defRPr>
            </a:lvl4pPr>
            <a:lvl5pPr marL="9188450" indent="-1020763" eaLnBrk="0" hangingPunct="0">
              <a:spcBef>
                <a:spcPct val="20000"/>
              </a:spcBef>
              <a:buChar char="»"/>
              <a:defRPr sz="8900">
                <a:solidFill>
                  <a:schemeClr val="tx1"/>
                </a:solidFill>
                <a:latin typeface="Arial" charset="0"/>
                <a:ea typeface="ＭＳ Ｐゴシック" pitchFamily="34"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9pPr>
          </a:lstStyle>
          <a:p>
            <a:pPr eaLnBrk="1" hangingPunct="1">
              <a:spcBef>
                <a:spcPct val="50000"/>
              </a:spcBef>
              <a:buFontTx/>
              <a:buNone/>
              <a:defRPr/>
            </a:pPr>
            <a:r>
              <a:rPr lang="es-ES" altLang="en-US" sz="9500" b="1" dirty="0" err="1">
                <a:solidFill>
                  <a:schemeClr val="bg1"/>
                </a:solidFill>
                <a:latin typeface="+mj-lt"/>
              </a:rPr>
              <a:t>Title</a:t>
            </a:r>
            <a:r>
              <a:rPr lang="es-ES" altLang="en-US" sz="9500" b="1" dirty="0">
                <a:solidFill>
                  <a:schemeClr val="bg1"/>
                </a:solidFill>
                <a:latin typeface="+mj-lt"/>
              </a:rPr>
              <a:t> of </a:t>
            </a:r>
            <a:r>
              <a:rPr lang="es-ES" altLang="en-US" sz="9500" b="1" dirty="0" err="1">
                <a:solidFill>
                  <a:schemeClr val="bg1"/>
                </a:solidFill>
                <a:latin typeface="+mj-lt"/>
              </a:rPr>
              <a:t>project</a:t>
            </a:r>
            <a:r>
              <a:rPr lang="es-ES" altLang="en-US" sz="9500" b="1" dirty="0">
                <a:solidFill>
                  <a:schemeClr val="bg1"/>
                </a:solidFill>
                <a:latin typeface="+mj-lt"/>
              </a:rPr>
              <a:t> </a:t>
            </a:r>
            <a:r>
              <a:rPr lang="es-ES" altLang="en-US" sz="9500" b="1" dirty="0" err="1">
                <a:solidFill>
                  <a:schemeClr val="bg1"/>
                </a:solidFill>
                <a:latin typeface="+mj-lt"/>
              </a:rPr>
              <a:t>will</a:t>
            </a:r>
            <a:r>
              <a:rPr lang="es-ES" altLang="en-US" sz="9500" b="1" dirty="0">
                <a:solidFill>
                  <a:schemeClr val="bg1"/>
                </a:solidFill>
                <a:latin typeface="+mj-lt"/>
              </a:rPr>
              <a:t> </a:t>
            </a:r>
            <a:r>
              <a:rPr lang="es-ES" altLang="en-US" sz="9500" b="1" dirty="0" err="1">
                <a:solidFill>
                  <a:schemeClr val="bg1"/>
                </a:solidFill>
                <a:latin typeface="+mj-lt"/>
              </a:rPr>
              <a:t>go</a:t>
            </a:r>
            <a:r>
              <a:rPr lang="es-ES" altLang="en-US" sz="9500" b="1" dirty="0">
                <a:solidFill>
                  <a:schemeClr val="bg1"/>
                </a:solidFill>
                <a:latin typeface="+mj-lt"/>
              </a:rPr>
              <a:t> </a:t>
            </a:r>
            <a:r>
              <a:rPr lang="es-ES" altLang="en-US" sz="9500" b="1" dirty="0" err="1">
                <a:solidFill>
                  <a:schemeClr val="bg1"/>
                </a:solidFill>
                <a:latin typeface="+mj-lt"/>
              </a:rPr>
              <a:t>here</a:t>
            </a:r>
            <a:r>
              <a:rPr lang="es-ES" altLang="en-US" sz="9500" b="1" dirty="0">
                <a:solidFill>
                  <a:schemeClr val="bg1"/>
                </a:solidFill>
                <a:latin typeface="+mj-lt"/>
              </a:rPr>
              <a:t>, </a:t>
            </a:r>
            <a:r>
              <a:rPr lang="es-ES" altLang="en-US" sz="9500" b="1" dirty="0" err="1">
                <a:solidFill>
                  <a:schemeClr val="bg1"/>
                </a:solidFill>
                <a:latin typeface="+mj-lt"/>
              </a:rPr>
              <a:t>font</a:t>
            </a:r>
            <a:r>
              <a:rPr lang="es-ES" altLang="en-US" sz="9500" b="1" dirty="0">
                <a:solidFill>
                  <a:schemeClr val="bg1"/>
                </a:solidFill>
                <a:latin typeface="+mj-lt"/>
              </a:rPr>
              <a:t> Arial Black  in </a:t>
            </a:r>
            <a:r>
              <a:rPr lang="es-ES" altLang="en-US" sz="9500" b="1" dirty="0" err="1">
                <a:solidFill>
                  <a:schemeClr val="bg1"/>
                </a:solidFill>
                <a:latin typeface="+mj-lt"/>
              </a:rPr>
              <a:t>size</a:t>
            </a:r>
            <a:r>
              <a:rPr lang="es-ES" altLang="en-US" sz="9500" b="1" dirty="0">
                <a:solidFill>
                  <a:schemeClr val="bg1"/>
                </a:solidFill>
                <a:latin typeface="+mj-lt"/>
              </a:rPr>
              <a:t> 95</a:t>
            </a:r>
            <a:endParaRPr lang="en-US" altLang="en-US" sz="9500" b="1" dirty="0">
              <a:solidFill>
                <a:schemeClr val="bg1"/>
              </a:solidFill>
              <a:latin typeface="+mj-lt"/>
            </a:endParaRPr>
          </a:p>
        </p:txBody>
      </p:sp>
      <p:sp>
        <p:nvSpPr>
          <p:cNvPr id="17422" name="Text Box 275">
            <a:extLst>
              <a:ext uri="{FF2B5EF4-FFF2-40B4-BE49-F238E27FC236}">
                <a16:creationId xmlns:a16="http://schemas.microsoft.com/office/drawing/2014/main" id="{6E1DB9F8-C7FB-4FEA-8AB7-CE6F7359C91A}"/>
              </a:ext>
            </a:extLst>
          </p:cNvPr>
          <p:cNvSpPr txBox="1">
            <a:spLocks noChangeArrowheads="1"/>
          </p:cNvSpPr>
          <p:nvPr/>
        </p:nvSpPr>
        <p:spPr bwMode="auto">
          <a:xfrm>
            <a:off x="2144713" y="7407275"/>
            <a:ext cx="19696112"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4800" b="1">
                <a:solidFill>
                  <a:schemeClr val="bg1"/>
                </a:solidFill>
              </a:rPr>
              <a:t>Names of Authors will go here in dark grey using the font Arial in size 48 and justified to the left</a:t>
            </a:r>
          </a:p>
          <a:p>
            <a:pPr eaLnBrk="1" hangingPunct="1">
              <a:spcBef>
                <a:spcPct val="50000"/>
              </a:spcBef>
              <a:buFontTx/>
              <a:buNone/>
            </a:pPr>
            <a:endParaRPr lang="en-US" altLang="en-US" sz="3200">
              <a:solidFill>
                <a:srgbClr val="595959"/>
              </a:solidFill>
              <a:latin typeface="Swiss 721 BT" charset="0"/>
            </a:endParaRPr>
          </a:p>
          <a:p>
            <a:pPr eaLnBrk="1" hangingPunct="1">
              <a:spcBef>
                <a:spcPct val="50000"/>
              </a:spcBef>
              <a:buFontTx/>
              <a:buNone/>
            </a:pPr>
            <a:endParaRPr lang="en-US" altLang="en-US" sz="3200">
              <a:solidFill>
                <a:srgbClr val="595959"/>
              </a:solidFill>
              <a:latin typeface="Swiss 721 BT" charset="0"/>
            </a:endParaRPr>
          </a:p>
        </p:txBody>
      </p:sp>
      <p:sp>
        <p:nvSpPr>
          <p:cNvPr id="2078" name="Text Box 275">
            <a:extLst>
              <a:ext uri="{FF2B5EF4-FFF2-40B4-BE49-F238E27FC236}">
                <a16:creationId xmlns:a16="http://schemas.microsoft.com/office/drawing/2014/main" id="{40F42351-8C3C-4807-B894-FB29A06B107F}"/>
              </a:ext>
            </a:extLst>
          </p:cNvPr>
          <p:cNvSpPr txBox="1">
            <a:spLocks noChangeArrowheads="1"/>
          </p:cNvSpPr>
          <p:nvPr/>
        </p:nvSpPr>
        <p:spPr bwMode="auto">
          <a:xfrm>
            <a:off x="2173288" y="9061450"/>
            <a:ext cx="19696112"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ct val="20000"/>
              </a:spcBef>
              <a:buChar char="•"/>
              <a:defRPr sz="14300">
                <a:solidFill>
                  <a:schemeClr val="tx1"/>
                </a:solidFill>
                <a:latin typeface="Arial" charset="0"/>
                <a:ea typeface="ＭＳ Ｐゴシック" pitchFamily="34" charset="-128"/>
              </a:defRPr>
            </a:lvl1pPr>
            <a:lvl2pPr marL="37931725" indent="-37474525" eaLnBrk="0" hangingPunct="0">
              <a:spcBef>
                <a:spcPct val="20000"/>
              </a:spcBef>
              <a:buChar char="–"/>
              <a:defRPr sz="12500">
                <a:solidFill>
                  <a:schemeClr val="tx1"/>
                </a:solidFill>
                <a:latin typeface="Arial" charset="0"/>
                <a:ea typeface="ＭＳ Ｐゴシック" pitchFamily="34" charset="-128"/>
              </a:defRPr>
            </a:lvl2pPr>
            <a:lvl3pPr marL="5105400" indent="-1020763" eaLnBrk="0" hangingPunct="0">
              <a:spcBef>
                <a:spcPct val="20000"/>
              </a:spcBef>
              <a:buChar char="•"/>
              <a:defRPr sz="10700">
                <a:solidFill>
                  <a:schemeClr val="tx1"/>
                </a:solidFill>
                <a:latin typeface="Arial" charset="0"/>
                <a:ea typeface="ＭＳ Ｐゴシック" pitchFamily="34" charset="-128"/>
              </a:defRPr>
            </a:lvl3pPr>
            <a:lvl4pPr marL="7146925" indent="-1020763" eaLnBrk="0" hangingPunct="0">
              <a:spcBef>
                <a:spcPct val="20000"/>
              </a:spcBef>
              <a:buChar char="–"/>
              <a:defRPr sz="8900">
                <a:solidFill>
                  <a:schemeClr val="tx1"/>
                </a:solidFill>
                <a:latin typeface="Arial" charset="0"/>
                <a:ea typeface="ＭＳ Ｐゴシック" pitchFamily="34" charset="-128"/>
              </a:defRPr>
            </a:lvl4pPr>
            <a:lvl5pPr marL="9188450" indent="-1020763" eaLnBrk="0" hangingPunct="0">
              <a:spcBef>
                <a:spcPct val="20000"/>
              </a:spcBef>
              <a:buChar char="»"/>
              <a:defRPr sz="8900">
                <a:solidFill>
                  <a:schemeClr val="tx1"/>
                </a:solidFill>
                <a:latin typeface="Arial" charset="0"/>
                <a:ea typeface="ＭＳ Ｐゴシック" pitchFamily="34"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pitchFamily="34" charset="-128"/>
              </a:defRPr>
            </a:lvl9pPr>
          </a:lstStyle>
          <a:p>
            <a:pPr eaLnBrk="1" hangingPunct="1">
              <a:spcBef>
                <a:spcPct val="50000"/>
              </a:spcBef>
              <a:buFontTx/>
              <a:buNone/>
              <a:defRPr/>
            </a:pPr>
            <a:r>
              <a:rPr lang="en-US" altLang="en-US" sz="3200" dirty="0">
                <a:solidFill>
                  <a:schemeClr val="bg1"/>
                </a:solidFill>
                <a:latin typeface="+mj-lt"/>
              </a:rPr>
              <a:t>Affiliation, departments/Groups</a:t>
            </a:r>
          </a:p>
          <a:p>
            <a:pPr eaLnBrk="1" hangingPunct="1">
              <a:spcBef>
                <a:spcPct val="50000"/>
              </a:spcBef>
              <a:buFontTx/>
              <a:buNone/>
              <a:defRPr/>
            </a:pPr>
            <a:r>
              <a:rPr lang="en-US" altLang="en-US" sz="3200" dirty="0">
                <a:solidFill>
                  <a:schemeClr val="bg1"/>
                </a:solidFill>
                <a:latin typeface="+mj-lt"/>
              </a:rPr>
              <a:t>Affiliation, departments/Groups</a:t>
            </a:r>
          </a:p>
          <a:p>
            <a:pPr eaLnBrk="1" hangingPunct="1">
              <a:spcBef>
                <a:spcPct val="50000"/>
              </a:spcBef>
              <a:buFontTx/>
              <a:buNone/>
              <a:defRPr/>
            </a:pPr>
            <a:endParaRPr lang="en-US" altLang="en-US" sz="3200" dirty="0">
              <a:solidFill>
                <a:srgbClr val="595959"/>
              </a:solidFill>
              <a:latin typeface="Swiss 721 BT" charset="0"/>
            </a:endParaRPr>
          </a:p>
          <a:p>
            <a:pPr eaLnBrk="1" hangingPunct="1">
              <a:spcBef>
                <a:spcPct val="50000"/>
              </a:spcBef>
              <a:buFontTx/>
              <a:buNone/>
              <a:defRPr/>
            </a:pPr>
            <a:endParaRPr lang="en-US" altLang="en-US" sz="3200" dirty="0">
              <a:solidFill>
                <a:srgbClr val="595959"/>
              </a:solidFill>
              <a:latin typeface="Swiss 721 BT" charset="0"/>
            </a:endParaRPr>
          </a:p>
        </p:txBody>
      </p:sp>
      <p:pic>
        <p:nvPicPr>
          <p:cNvPr id="17424" name="Picture 2">
            <a:extLst>
              <a:ext uri="{FF2B5EF4-FFF2-40B4-BE49-F238E27FC236}">
                <a16:creationId xmlns:a16="http://schemas.microsoft.com/office/drawing/2014/main" id="{5F54A387-C2DD-4899-ABB8-EB6907B2A2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1613" y="1187450"/>
            <a:ext cx="4033837" cy="116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Connector 3">
            <a:extLst>
              <a:ext uri="{FF2B5EF4-FFF2-40B4-BE49-F238E27FC236}">
                <a16:creationId xmlns:a16="http://schemas.microsoft.com/office/drawing/2014/main" id="{6447A113-1220-4682-8638-6708B1DE535E}"/>
              </a:ext>
            </a:extLst>
          </p:cNvPr>
          <p:cNvCxnSpPr>
            <a:cxnSpLocks noChangeShapeType="1"/>
          </p:cNvCxnSpPr>
          <p:nvPr/>
        </p:nvCxnSpPr>
        <p:spPr bwMode="auto">
          <a:xfrm>
            <a:off x="2144713" y="3762375"/>
            <a:ext cx="26331862" cy="0"/>
          </a:xfrm>
          <a:prstGeom prst="line">
            <a:avLst/>
          </a:prstGeom>
          <a:noFill/>
          <a:ln w="76200">
            <a:solidFill>
              <a:schemeClr val="bg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7426" name="Picture 3">
            <a:extLst>
              <a:ext uri="{FF2B5EF4-FFF2-40B4-BE49-F238E27FC236}">
                <a16:creationId xmlns:a16="http://schemas.microsoft.com/office/drawing/2014/main" id="{B002497A-43CC-4D21-8B94-3FBB85EEED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3825" y="14678025"/>
            <a:ext cx="5686425" cy="1171575"/>
          </a:xfrm>
          <a:prstGeom prst="rect">
            <a:avLst/>
          </a:prstGeom>
          <a:solidFill>
            <a:srgbClr val="26358B"/>
          </a:solidFill>
          <a:ln>
            <a:noFill/>
          </a:ln>
          <a:extLs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CCCA248E-8286-4A6A-85CC-A183842EB094}"/>
              </a:ext>
            </a:extLst>
          </p:cNvPr>
          <p:cNvCxnSpPr>
            <a:cxnSpLocks noChangeShapeType="1"/>
          </p:cNvCxnSpPr>
          <p:nvPr/>
        </p:nvCxnSpPr>
        <p:spPr bwMode="auto">
          <a:xfrm>
            <a:off x="1393825" y="15849600"/>
            <a:ext cx="13977938"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7428" name="Picture 3">
            <a:extLst>
              <a:ext uri="{FF2B5EF4-FFF2-40B4-BE49-F238E27FC236}">
                <a16:creationId xmlns:a16="http://schemas.microsoft.com/office/drawing/2014/main" id="{A6DA3377-F847-4CBB-B7DD-6D88A85BB6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093738" y="25093613"/>
            <a:ext cx="4183062" cy="1171575"/>
          </a:xfrm>
          <a:prstGeom prst="rect">
            <a:avLst/>
          </a:prstGeom>
          <a:solidFill>
            <a:srgbClr val="253786"/>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405" name="TextBox 48">
            <a:extLst>
              <a:ext uri="{FF2B5EF4-FFF2-40B4-BE49-F238E27FC236}">
                <a16:creationId xmlns:a16="http://schemas.microsoft.com/office/drawing/2014/main" id="{D4FC5009-D023-4C8F-BABA-3018EF1ED4A6}"/>
              </a:ext>
            </a:extLst>
          </p:cNvPr>
          <p:cNvSpPr txBox="1">
            <a:spLocks noChangeArrowheads="1"/>
          </p:cNvSpPr>
          <p:nvPr/>
        </p:nvSpPr>
        <p:spPr bwMode="auto">
          <a:xfrm>
            <a:off x="1617663" y="14820900"/>
            <a:ext cx="1356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BACKGROUND</a:t>
            </a:r>
          </a:p>
        </p:txBody>
      </p:sp>
      <p:sp>
        <p:nvSpPr>
          <p:cNvPr id="16406" name="TextBox 48">
            <a:extLst>
              <a:ext uri="{FF2B5EF4-FFF2-40B4-BE49-F238E27FC236}">
                <a16:creationId xmlns:a16="http://schemas.microsoft.com/office/drawing/2014/main" id="{A05890CE-12CE-4FA4-B8C9-2B6D024C0B9E}"/>
              </a:ext>
            </a:extLst>
          </p:cNvPr>
          <p:cNvSpPr txBox="1">
            <a:spLocks noChangeArrowheads="1"/>
          </p:cNvSpPr>
          <p:nvPr/>
        </p:nvSpPr>
        <p:spPr bwMode="auto">
          <a:xfrm>
            <a:off x="26390600" y="25265063"/>
            <a:ext cx="1356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RESULTS</a:t>
            </a:r>
          </a:p>
        </p:txBody>
      </p:sp>
      <p:sp>
        <p:nvSpPr>
          <p:cNvPr id="17431" name="Text Box 277">
            <a:extLst>
              <a:ext uri="{FF2B5EF4-FFF2-40B4-BE49-F238E27FC236}">
                <a16:creationId xmlns:a16="http://schemas.microsoft.com/office/drawing/2014/main" id="{FE5BAB4D-AE02-43BA-B8E0-307D29D3AB74}"/>
              </a:ext>
            </a:extLst>
          </p:cNvPr>
          <p:cNvSpPr txBox="1">
            <a:spLocks noChangeArrowheads="1"/>
          </p:cNvSpPr>
          <p:nvPr/>
        </p:nvSpPr>
        <p:spPr bwMode="auto">
          <a:xfrm>
            <a:off x="42643425" y="22847300"/>
            <a:ext cx="646430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2500">
                <a:solidFill>
                  <a:schemeClr val="tx1"/>
                </a:solidFill>
                <a:latin typeface="Arial" panose="020B0604020202020204" pitchFamily="34" charset="0"/>
                <a:ea typeface="ＭＳ Ｐゴシック" panose="020B0600070205080204" pitchFamily="34" charset="-128"/>
              </a:defRPr>
            </a:lvl2pPr>
            <a:lvl3pPr marL="5105400" indent="-1020763">
              <a:spcBef>
                <a:spcPct val="20000"/>
              </a:spcBef>
              <a:buChar char="•"/>
              <a:defRPr sz="10700">
                <a:solidFill>
                  <a:schemeClr val="tx1"/>
                </a:solidFill>
                <a:latin typeface="Arial" panose="020B0604020202020204" pitchFamily="34" charset="0"/>
                <a:ea typeface="ＭＳ Ｐゴシック" panose="020B0600070205080204" pitchFamily="34" charset="-128"/>
              </a:defRPr>
            </a:lvl3pPr>
            <a:lvl4pPr marL="7146925"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4pPr>
            <a:lvl5pPr marL="9188450" indent="-1020763">
              <a:spcBef>
                <a:spcPct val="20000"/>
              </a:spcBef>
              <a:buChar char="»"/>
              <a:defRPr sz="8900">
                <a:solidFill>
                  <a:schemeClr val="tx1"/>
                </a:solidFill>
                <a:latin typeface="Arial" panose="020B0604020202020204" pitchFamily="34" charset="0"/>
                <a:ea typeface="ＭＳ Ｐゴシック" panose="020B0600070205080204" pitchFamily="34" charset="-128"/>
              </a:defRPr>
            </a:lvl5pPr>
            <a:lvl6pPr marL="96456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6pPr>
            <a:lvl7pPr marL="101028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7pPr>
            <a:lvl8pPr marL="105600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8pPr>
            <a:lvl9pPr marL="11017250" indent="-1020763" eaLnBrk="0" fontAlgn="base" hangingPunct="0">
              <a:spcBef>
                <a:spcPct val="20000"/>
              </a:spcBef>
              <a:spcAft>
                <a:spcPct val="0"/>
              </a:spcAft>
              <a:buChar char="»"/>
              <a:defRPr sz="89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50000"/>
              </a:spcBef>
              <a:spcAft>
                <a:spcPts val="2400"/>
              </a:spcAft>
              <a:buFontTx/>
              <a:buNone/>
            </a:pPr>
            <a:r>
              <a:rPr lang="en-US" altLang="en-US" sz="2400">
                <a:latin typeface="Swiss 721 BT" charset="0"/>
              </a:rPr>
              <a:t>Nullam in urna lacinia orci consequat dictum. Nam scelerisque, nisl in euismod eleifend, justo diam bibendum dui, sed congue diam enim sit amet turpis. Suspendisse rhoncus felis nec lacus blandit mollis. Pellentesque lectus est, accumsan ac pellentesque aliquam, bibendum quis metus. Nunc interdum laoreet odio, eu feugiat velit feugiat sodales. Sed suscipit neque id dui dapibus non facilisis elit ultrices. </a:t>
            </a:r>
          </a:p>
        </p:txBody>
      </p:sp>
      <p:pic>
        <p:nvPicPr>
          <p:cNvPr id="17432" name="Picture 3">
            <a:extLst>
              <a:ext uri="{FF2B5EF4-FFF2-40B4-BE49-F238E27FC236}">
                <a16:creationId xmlns:a16="http://schemas.microsoft.com/office/drawing/2014/main" id="{4F3AF715-7213-4E56-AA6D-8E3E878B18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96641" y="32606996"/>
            <a:ext cx="5472112"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409" name="TextBox 48">
            <a:extLst>
              <a:ext uri="{FF2B5EF4-FFF2-40B4-BE49-F238E27FC236}">
                <a16:creationId xmlns:a16="http://schemas.microsoft.com/office/drawing/2014/main" id="{D68B81AD-18CB-43FA-8784-AA3B343225DD}"/>
              </a:ext>
            </a:extLst>
          </p:cNvPr>
          <p:cNvSpPr txBox="1">
            <a:spLocks noChangeArrowheads="1"/>
          </p:cNvSpPr>
          <p:nvPr/>
        </p:nvSpPr>
        <p:spPr bwMode="auto">
          <a:xfrm>
            <a:off x="16339541" y="32826071"/>
            <a:ext cx="1356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REFERENCES</a:t>
            </a:r>
          </a:p>
        </p:txBody>
      </p:sp>
      <p:pic>
        <p:nvPicPr>
          <p:cNvPr id="17434" name="Picture 3">
            <a:extLst>
              <a:ext uri="{FF2B5EF4-FFF2-40B4-BE49-F238E27FC236}">
                <a16:creationId xmlns:a16="http://schemas.microsoft.com/office/drawing/2014/main" id="{4BA36BA2-1C15-479D-9AD9-B015E90160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93466" y="36476151"/>
            <a:ext cx="6875462"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411" name="TextBox 68">
            <a:extLst>
              <a:ext uri="{FF2B5EF4-FFF2-40B4-BE49-F238E27FC236}">
                <a16:creationId xmlns:a16="http://schemas.microsoft.com/office/drawing/2014/main" id="{9CB6C1CB-A4AE-48D1-9B47-D95A82AA1DD4}"/>
              </a:ext>
            </a:extLst>
          </p:cNvPr>
          <p:cNvSpPr txBox="1">
            <a:spLocks noChangeArrowheads="1"/>
          </p:cNvSpPr>
          <p:nvPr/>
        </p:nvSpPr>
        <p:spPr bwMode="auto">
          <a:xfrm>
            <a:off x="16258578" y="36731737"/>
            <a:ext cx="135636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4400" dirty="0">
                <a:solidFill>
                  <a:schemeClr val="bg1"/>
                </a:solidFill>
                <a:latin typeface="+mn-lt"/>
                <a:ea typeface="Swiss 721 BT" charset="0"/>
                <a:cs typeface="Swiss 721 BT" charset="0"/>
              </a:rPr>
              <a:t>ACKNOWLEDGMENTS</a:t>
            </a:r>
          </a:p>
        </p:txBody>
      </p:sp>
      <p:pic>
        <p:nvPicPr>
          <p:cNvPr id="17436" name="Picture 3">
            <a:extLst>
              <a:ext uri="{FF2B5EF4-FFF2-40B4-BE49-F238E27FC236}">
                <a16:creationId xmlns:a16="http://schemas.microsoft.com/office/drawing/2014/main" id="{BDC9E822-3A54-4F7B-AB4D-7A1FA906B8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675" y="32581850"/>
            <a:ext cx="5995988"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9" name="Straight Connector 68">
            <a:extLst>
              <a:ext uri="{FF2B5EF4-FFF2-40B4-BE49-F238E27FC236}">
                <a16:creationId xmlns:a16="http://schemas.microsoft.com/office/drawing/2014/main" id="{83F75910-1AEC-4282-A9FC-29FB8B4616B8}"/>
              </a:ext>
            </a:extLst>
          </p:cNvPr>
          <p:cNvCxnSpPr>
            <a:cxnSpLocks noChangeShapeType="1"/>
          </p:cNvCxnSpPr>
          <p:nvPr/>
        </p:nvCxnSpPr>
        <p:spPr bwMode="auto">
          <a:xfrm>
            <a:off x="1082675" y="33753425"/>
            <a:ext cx="13977938"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6414" name="TextBox 64">
            <a:extLst>
              <a:ext uri="{FF2B5EF4-FFF2-40B4-BE49-F238E27FC236}">
                <a16:creationId xmlns:a16="http://schemas.microsoft.com/office/drawing/2014/main" id="{09BFD79B-D0CE-4EA2-BFAA-535C547C632C}"/>
              </a:ext>
            </a:extLst>
          </p:cNvPr>
          <p:cNvSpPr txBox="1">
            <a:spLocks noChangeArrowheads="1"/>
          </p:cNvSpPr>
          <p:nvPr/>
        </p:nvSpPr>
        <p:spPr bwMode="auto">
          <a:xfrm>
            <a:off x="1296988" y="32735838"/>
            <a:ext cx="135636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eaLnBrk="1" hangingPunct="1">
              <a:spcBef>
                <a:spcPct val="0"/>
              </a:spcBef>
              <a:buFontTx/>
              <a:buNone/>
              <a:defRPr/>
            </a:pPr>
            <a:r>
              <a:rPr lang="en-US" altLang="en-US" sz="5000" dirty="0">
                <a:solidFill>
                  <a:schemeClr val="bg1"/>
                </a:solidFill>
                <a:latin typeface="+mn-lt"/>
                <a:ea typeface="Swiss 721 BT" charset="0"/>
                <a:cs typeface="Swiss 721 BT" charset="0"/>
              </a:rPr>
              <a:t>CONCLUSIONS</a:t>
            </a:r>
          </a:p>
        </p:txBody>
      </p:sp>
      <p:sp>
        <p:nvSpPr>
          <p:cNvPr id="17439" name="Rectangle 12">
            <a:extLst>
              <a:ext uri="{FF2B5EF4-FFF2-40B4-BE49-F238E27FC236}">
                <a16:creationId xmlns:a16="http://schemas.microsoft.com/office/drawing/2014/main" id="{DF55F00E-66C1-4821-96BE-FFBEF7BFA3FE}"/>
              </a:ext>
            </a:extLst>
          </p:cNvPr>
          <p:cNvSpPr>
            <a:spLocks noChangeArrowheads="1"/>
          </p:cNvSpPr>
          <p:nvPr/>
        </p:nvSpPr>
        <p:spPr bwMode="auto">
          <a:xfrm>
            <a:off x="10282238" y="42654538"/>
            <a:ext cx="10055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GB" altLang="en-US"/>
              <a:t>ICFO · The Institute of Photonic Sciences | Av. Carl Friedrich Gauss, 3· Castelldefels · Barcelona</a:t>
            </a:r>
          </a:p>
        </p:txBody>
      </p:sp>
      <p:sp>
        <p:nvSpPr>
          <p:cNvPr id="16422" name="Text Box 277">
            <a:extLst>
              <a:ext uri="{FF2B5EF4-FFF2-40B4-BE49-F238E27FC236}">
                <a16:creationId xmlns:a16="http://schemas.microsoft.com/office/drawing/2014/main" id="{4C27133A-C10D-44D0-8ACB-627880CBF5A1}"/>
              </a:ext>
            </a:extLst>
          </p:cNvPr>
          <p:cNvSpPr txBox="1">
            <a:spLocks noChangeArrowheads="1"/>
          </p:cNvSpPr>
          <p:nvPr/>
        </p:nvSpPr>
        <p:spPr bwMode="auto">
          <a:xfrm>
            <a:off x="1104900" y="26749375"/>
            <a:ext cx="18515013"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14300">
                <a:solidFill>
                  <a:schemeClr val="tx1"/>
                </a:solidFill>
                <a:latin typeface="Arial" charset="0"/>
                <a:ea typeface="ＭＳ Ｐゴシック" charset="-128"/>
              </a:defRPr>
            </a:lvl1pPr>
            <a:lvl2pPr marL="37931725" indent="-37474525">
              <a:spcBef>
                <a:spcPct val="20000"/>
              </a:spcBef>
              <a:buChar char="–"/>
              <a:defRPr sz="12500">
                <a:solidFill>
                  <a:schemeClr val="tx1"/>
                </a:solidFill>
                <a:latin typeface="Arial" charset="0"/>
                <a:ea typeface="ＭＳ Ｐゴシック" charset="-128"/>
              </a:defRPr>
            </a:lvl2pPr>
            <a:lvl3pPr marL="5105400" indent="-1020763">
              <a:spcBef>
                <a:spcPct val="20000"/>
              </a:spcBef>
              <a:buChar char="•"/>
              <a:defRPr sz="10700">
                <a:solidFill>
                  <a:schemeClr val="tx1"/>
                </a:solidFill>
                <a:latin typeface="Arial" charset="0"/>
                <a:ea typeface="ＭＳ Ｐゴシック" charset="-128"/>
              </a:defRPr>
            </a:lvl3pPr>
            <a:lvl4pPr marL="7146925" indent="-1020763">
              <a:spcBef>
                <a:spcPct val="20000"/>
              </a:spcBef>
              <a:buChar char="–"/>
              <a:defRPr sz="8900">
                <a:solidFill>
                  <a:schemeClr val="tx1"/>
                </a:solidFill>
                <a:latin typeface="Arial" charset="0"/>
                <a:ea typeface="ＭＳ Ｐゴシック" charset="-128"/>
              </a:defRPr>
            </a:lvl4pPr>
            <a:lvl5pPr marL="9188450" indent="-1020763">
              <a:spcBef>
                <a:spcPct val="20000"/>
              </a:spcBef>
              <a:buChar char="»"/>
              <a:defRPr sz="8900">
                <a:solidFill>
                  <a:schemeClr val="tx1"/>
                </a:solidFill>
                <a:latin typeface="Arial" charset="0"/>
                <a:ea typeface="ＭＳ Ｐゴシック" charset="-128"/>
              </a:defRPr>
            </a:lvl5pPr>
            <a:lvl6pPr marL="9645650" indent="-1020763" eaLnBrk="0" fontAlgn="base" hangingPunct="0">
              <a:spcBef>
                <a:spcPct val="20000"/>
              </a:spcBef>
              <a:spcAft>
                <a:spcPct val="0"/>
              </a:spcAft>
              <a:buChar char="»"/>
              <a:defRPr sz="8900">
                <a:solidFill>
                  <a:schemeClr val="tx1"/>
                </a:solidFill>
                <a:latin typeface="Arial" charset="0"/>
                <a:ea typeface="ＭＳ Ｐゴシック" charset="-128"/>
              </a:defRPr>
            </a:lvl6pPr>
            <a:lvl7pPr marL="10102850" indent="-1020763" eaLnBrk="0" fontAlgn="base" hangingPunct="0">
              <a:spcBef>
                <a:spcPct val="20000"/>
              </a:spcBef>
              <a:spcAft>
                <a:spcPct val="0"/>
              </a:spcAft>
              <a:buChar char="»"/>
              <a:defRPr sz="8900">
                <a:solidFill>
                  <a:schemeClr val="tx1"/>
                </a:solidFill>
                <a:latin typeface="Arial" charset="0"/>
                <a:ea typeface="ＭＳ Ｐゴシック" charset="-128"/>
              </a:defRPr>
            </a:lvl7pPr>
            <a:lvl8pPr marL="10560050" indent="-1020763" eaLnBrk="0" fontAlgn="base" hangingPunct="0">
              <a:spcBef>
                <a:spcPct val="20000"/>
              </a:spcBef>
              <a:spcAft>
                <a:spcPct val="0"/>
              </a:spcAft>
              <a:buChar char="»"/>
              <a:defRPr sz="8900">
                <a:solidFill>
                  <a:schemeClr val="tx1"/>
                </a:solidFill>
                <a:latin typeface="Arial" charset="0"/>
                <a:ea typeface="ＭＳ Ｐゴシック" charset="-128"/>
              </a:defRPr>
            </a:lvl8pPr>
            <a:lvl9pPr marL="11017250" indent="-1020763" eaLnBrk="0" fontAlgn="base" hangingPunct="0">
              <a:spcBef>
                <a:spcPct val="20000"/>
              </a:spcBef>
              <a:spcAft>
                <a:spcPct val="0"/>
              </a:spcAft>
              <a:buChar char="»"/>
              <a:defRPr sz="8900">
                <a:solidFill>
                  <a:schemeClr val="tx1"/>
                </a:solidFill>
                <a:latin typeface="Arial" charset="0"/>
                <a:ea typeface="ＭＳ Ｐゴシック" charset="-128"/>
              </a:defRPr>
            </a:lvl9pPr>
          </a:lstStyle>
          <a:p>
            <a:pPr algn="just" eaLnBrk="1" hangingPunct="1">
              <a:spcBef>
                <a:spcPct val="50000"/>
              </a:spcBef>
              <a:buFontTx/>
              <a:buNone/>
              <a:defRPr/>
            </a:pPr>
            <a:r>
              <a:rPr lang="es-ES" altLang="en-US" sz="3600" b="1" dirty="0">
                <a:latin typeface="Arial Black" charset="0"/>
                <a:ea typeface="Arial Black" charset="0"/>
                <a:cs typeface="Arial Black" charset="0"/>
              </a:rPr>
              <a:t>ECHIL IN TODI.</a:t>
            </a:r>
          </a:p>
          <a:p>
            <a:pPr algn="just" eaLnBrk="1" hangingPunct="1">
              <a:spcBef>
                <a:spcPct val="50000"/>
              </a:spcBef>
              <a:buFontTx/>
              <a:buNone/>
              <a:defRPr/>
            </a:pPr>
            <a:r>
              <a:rPr lang="es-ES" altLang="en-US" sz="3600" dirty="0" err="1">
                <a:latin typeface="+mn-lt"/>
              </a:rPr>
              <a:t>earumquam</a:t>
            </a:r>
            <a:r>
              <a:rPr lang="es-ES" altLang="en-US" sz="3600" dirty="0">
                <a:latin typeface="+mn-lt"/>
              </a:rPr>
              <a:t>, </a:t>
            </a:r>
            <a:r>
              <a:rPr lang="es-ES" altLang="en-US" sz="3600" dirty="0" err="1">
                <a:latin typeface="+mn-lt"/>
              </a:rPr>
              <a:t>unt</a:t>
            </a:r>
            <a:r>
              <a:rPr lang="es-ES" altLang="en-US" sz="3600" dirty="0">
                <a:latin typeface="+mn-lt"/>
              </a:rPr>
              <a:t>, nos </a:t>
            </a:r>
            <a:r>
              <a:rPr lang="es-ES" altLang="en-US" sz="3600" dirty="0" err="1">
                <a:latin typeface="+mn-lt"/>
              </a:rPr>
              <a:t>explitiam</a:t>
            </a:r>
            <a:r>
              <a:rPr lang="es-ES" altLang="en-US" sz="3600" dirty="0">
                <a:latin typeface="+mn-lt"/>
              </a:rPr>
              <a:t> </a:t>
            </a:r>
            <a:r>
              <a:rPr lang="es-ES" altLang="en-US" sz="3600" dirty="0" err="1">
                <a:latin typeface="+mn-lt"/>
              </a:rPr>
              <a:t>eate</a:t>
            </a:r>
            <a:r>
              <a:rPr lang="es-ES" altLang="en-US" sz="3600" dirty="0">
                <a:latin typeface="+mn-lt"/>
              </a:rPr>
              <a:t> </a:t>
            </a:r>
            <a:r>
              <a:rPr lang="es-ES" altLang="en-US" sz="3600" dirty="0" err="1">
                <a:latin typeface="+mn-lt"/>
              </a:rPr>
              <a:t>nam</a:t>
            </a:r>
            <a:r>
              <a:rPr lang="es-ES" altLang="en-US" sz="3600" dirty="0">
                <a:latin typeface="+mn-lt"/>
              </a:rPr>
              <a:t> </a:t>
            </a:r>
            <a:r>
              <a:rPr lang="es-ES" altLang="en-US" sz="3600" dirty="0" err="1">
                <a:latin typeface="+mn-lt"/>
              </a:rPr>
              <a:t>reped</a:t>
            </a:r>
            <a:r>
              <a:rPr lang="es-ES" altLang="en-US" sz="3600" dirty="0">
                <a:latin typeface="+mn-lt"/>
              </a:rPr>
              <a:t> </a:t>
            </a:r>
            <a:r>
              <a:rPr lang="es-ES" altLang="en-US" sz="3600" dirty="0" err="1">
                <a:latin typeface="+mn-lt"/>
              </a:rPr>
              <a:t>untibus</a:t>
            </a:r>
            <a:r>
              <a:rPr lang="es-ES" altLang="en-US" sz="3600" dirty="0">
                <a:latin typeface="+mn-lt"/>
              </a:rPr>
              <a:t> </a:t>
            </a:r>
            <a:r>
              <a:rPr lang="es-ES" altLang="en-US" sz="3600" dirty="0" err="1">
                <a:latin typeface="+mn-lt"/>
              </a:rPr>
              <a:t>quaspic</a:t>
            </a:r>
            <a:r>
              <a:rPr lang="es-ES" altLang="en-US" sz="3600" dirty="0">
                <a:latin typeface="+mn-lt"/>
              </a:rPr>
              <a:t> </a:t>
            </a:r>
            <a:r>
              <a:rPr lang="es-ES" altLang="en-US" sz="3600" dirty="0" err="1">
                <a:latin typeface="+mn-lt"/>
              </a:rPr>
              <a:t>idebit</a:t>
            </a:r>
            <a:r>
              <a:rPr lang="es-ES" altLang="en-US" sz="3600" dirty="0">
                <a:latin typeface="+mn-lt"/>
              </a:rPr>
              <a:t> </a:t>
            </a:r>
            <a:r>
              <a:rPr lang="es-ES" altLang="en-US" sz="3600" dirty="0" err="1">
                <a:latin typeface="+mn-lt"/>
              </a:rPr>
              <a:t>faccupis</a:t>
            </a:r>
            <a:r>
              <a:rPr lang="es-ES" altLang="en-US" sz="3600" dirty="0">
                <a:latin typeface="+mn-lt"/>
              </a:rPr>
              <a:t> et rem </a:t>
            </a:r>
            <a:r>
              <a:rPr lang="es-ES" altLang="en-US" sz="3600" dirty="0" err="1">
                <a:latin typeface="+mn-lt"/>
              </a:rPr>
              <a:t>core</a:t>
            </a:r>
            <a:r>
              <a:rPr lang="es-ES" altLang="en-US" sz="3600" dirty="0">
                <a:latin typeface="+mn-lt"/>
              </a:rPr>
              <a:t> </a:t>
            </a:r>
            <a:r>
              <a:rPr lang="es-ES" altLang="en-US" sz="3600" dirty="0" err="1">
                <a:latin typeface="+mn-lt"/>
              </a:rPr>
              <a:t>cor</a:t>
            </a:r>
            <a:r>
              <a:rPr lang="es-ES" altLang="en-US" sz="3600" dirty="0">
                <a:latin typeface="+mn-lt"/>
              </a:rPr>
              <a:t> </a:t>
            </a:r>
            <a:r>
              <a:rPr lang="es-ES" altLang="en-US" sz="3600" dirty="0" err="1">
                <a:latin typeface="+mn-lt"/>
              </a:rPr>
              <a:t>reperepe</a:t>
            </a:r>
            <a:r>
              <a:rPr lang="es-ES" altLang="en-US" sz="3600" dirty="0">
                <a:latin typeface="+mn-lt"/>
              </a:rPr>
              <a:t> </a:t>
            </a:r>
            <a:r>
              <a:rPr lang="es-ES" altLang="en-US" sz="3600" dirty="0" err="1">
                <a:latin typeface="+mn-lt"/>
              </a:rPr>
              <a:t>nosapis</a:t>
            </a:r>
            <a:r>
              <a:rPr lang="es-ES" altLang="en-US" sz="3600" dirty="0">
                <a:latin typeface="+mn-lt"/>
              </a:rPr>
              <a:t> </a:t>
            </a:r>
            <a:r>
              <a:rPr lang="es-ES" altLang="en-US" sz="3600" dirty="0" err="1">
                <a:latin typeface="+mn-lt"/>
              </a:rPr>
              <a:t>aut</a:t>
            </a:r>
            <a:r>
              <a:rPr lang="es-ES" altLang="en-US" sz="3600" dirty="0">
                <a:latin typeface="+mn-lt"/>
              </a:rPr>
              <a:t> </a:t>
            </a:r>
            <a:r>
              <a:rPr lang="es-ES" altLang="en-US" sz="3600" dirty="0" err="1">
                <a:latin typeface="+mn-lt"/>
              </a:rPr>
              <a:t>doloritiaspe</a:t>
            </a:r>
            <a:r>
              <a:rPr lang="es-ES" altLang="en-US" sz="3600" dirty="0">
                <a:latin typeface="+mn-lt"/>
              </a:rPr>
              <a:t> </a:t>
            </a:r>
            <a:r>
              <a:rPr lang="es-ES" altLang="en-US" sz="3600" dirty="0" err="1">
                <a:latin typeface="+mn-lt"/>
              </a:rPr>
              <a:t>nobit</a:t>
            </a:r>
            <a:r>
              <a:rPr lang="es-ES" altLang="en-US" sz="3600" dirty="0">
                <a:latin typeface="+mn-lt"/>
              </a:rPr>
              <a:t> </a:t>
            </a:r>
            <a:r>
              <a:rPr lang="es-ES" altLang="en-US" sz="3600" dirty="0" err="1">
                <a:latin typeface="+mn-lt"/>
              </a:rPr>
              <a:t>lat</a:t>
            </a:r>
            <a:r>
              <a:rPr lang="es-ES" altLang="en-US" sz="3600" dirty="0">
                <a:latin typeface="+mn-lt"/>
              </a:rPr>
              <a:t> </a:t>
            </a:r>
            <a:r>
              <a:rPr lang="es-ES" altLang="en-US" sz="3600" dirty="0" err="1">
                <a:latin typeface="+mn-lt"/>
              </a:rPr>
              <a:t>aut</a:t>
            </a:r>
            <a:r>
              <a:rPr lang="es-ES" altLang="en-US" sz="3600" dirty="0">
                <a:latin typeface="+mn-lt"/>
              </a:rPr>
              <a:t> am, </a:t>
            </a:r>
            <a:r>
              <a:rPr lang="es-ES" altLang="en-US" sz="3600" dirty="0" err="1">
                <a:latin typeface="+mn-lt"/>
              </a:rPr>
              <a:t>volorem</a:t>
            </a:r>
            <a:r>
              <a:rPr lang="es-ES" altLang="en-US" sz="3600" dirty="0">
                <a:latin typeface="+mn-lt"/>
              </a:rPr>
              <a:t> </a:t>
            </a:r>
            <a:r>
              <a:rPr lang="es-ES" altLang="en-US" sz="3600" dirty="0" err="1">
                <a:latin typeface="+mn-lt"/>
              </a:rPr>
              <a:t>eum</a:t>
            </a:r>
            <a:r>
              <a:rPr lang="es-ES" altLang="en-US" sz="3600" dirty="0">
                <a:latin typeface="+mn-lt"/>
              </a:rPr>
              <a:t> </a:t>
            </a:r>
            <a:r>
              <a:rPr lang="es-ES" altLang="en-US" sz="3600" dirty="0" err="1">
                <a:latin typeface="+mn-lt"/>
              </a:rPr>
              <a:t>inum</a:t>
            </a:r>
            <a:r>
              <a:rPr lang="es-ES" altLang="en-US" sz="3600" dirty="0">
                <a:latin typeface="+mn-lt"/>
              </a:rPr>
              <a:t> </a:t>
            </a:r>
            <a:r>
              <a:rPr lang="es-ES" altLang="en-US" sz="3600" dirty="0" err="1">
                <a:latin typeface="+mn-lt"/>
              </a:rPr>
              <a:t>alique</a:t>
            </a:r>
            <a:r>
              <a:rPr lang="es-ES" altLang="en-US" sz="3600" dirty="0">
                <a:latin typeface="+mn-lt"/>
              </a:rPr>
              <a:t> </a:t>
            </a:r>
            <a:r>
              <a:rPr lang="es-ES" altLang="en-US" sz="3600" dirty="0" err="1">
                <a:latin typeface="+mn-lt"/>
              </a:rPr>
              <a:t>volesci</a:t>
            </a:r>
            <a:r>
              <a:rPr lang="es-ES" altLang="en-US" sz="3600" dirty="0">
                <a:latin typeface="+mn-lt"/>
              </a:rPr>
              <a:t> </a:t>
            </a:r>
            <a:r>
              <a:rPr lang="es-ES" altLang="en-US" sz="3600" dirty="0" err="1">
                <a:latin typeface="+mn-lt"/>
              </a:rPr>
              <a:t>enimus</a:t>
            </a:r>
            <a:r>
              <a:rPr lang="es-ES" altLang="en-US" sz="3600" dirty="0">
                <a:latin typeface="+mn-lt"/>
              </a:rPr>
              <a:t> </a:t>
            </a:r>
            <a:r>
              <a:rPr lang="es-ES" altLang="en-US" sz="3600" dirty="0" err="1">
                <a:latin typeface="+mn-lt"/>
              </a:rPr>
              <a:t>eos</a:t>
            </a:r>
            <a:r>
              <a:rPr lang="es-ES" altLang="en-US" sz="3600" dirty="0">
                <a:latin typeface="+mn-lt"/>
              </a:rPr>
              <a:t> es </a:t>
            </a:r>
            <a:r>
              <a:rPr lang="es-ES" altLang="en-US" sz="3600" dirty="0" err="1">
                <a:latin typeface="+mn-lt"/>
              </a:rPr>
              <a:t>minisquasim</a:t>
            </a:r>
            <a:r>
              <a:rPr lang="es-ES" altLang="en-US" sz="3600" dirty="0">
                <a:latin typeface="+mn-lt"/>
              </a:rPr>
              <a:t> </a:t>
            </a:r>
            <a:r>
              <a:rPr lang="es-ES" altLang="en-US" sz="3600" dirty="0" err="1">
                <a:latin typeface="+mn-lt"/>
              </a:rPr>
              <a:t>fugit</a:t>
            </a:r>
            <a:r>
              <a:rPr lang="es-ES" altLang="en-US" sz="3600" dirty="0">
                <a:latin typeface="+mn-lt"/>
              </a:rPr>
              <a:t> </a:t>
            </a:r>
            <a:r>
              <a:rPr lang="es-ES" altLang="en-US" sz="3600" dirty="0" err="1">
                <a:latin typeface="+mn-lt"/>
              </a:rPr>
              <a:t>laboria</a:t>
            </a:r>
            <a:r>
              <a:rPr lang="es-ES" altLang="en-US" sz="3600" dirty="0">
                <a:latin typeface="+mn-lt"/>
              </a:rPr>
              <a:t> </a:t>
            </a:r>
            <a:r>
              <a:rPr lang="es-ES" altLang="en-US" sz="3600" dirty="0" err="1">
                <a:latin typeface="+mn-lt"/>
              </a:rPr>
              <a:t>simagnis</a:t>
            </a:r>
            <a:r>
              <a:rPr lang="es-ES" altLang="en-US" sz="3600" dirty="0">
                <a:latin typeface="+mn-lt"/>
              </a:rPr>
              <a:t> </a:t>
            </a:r>
            <a:r>
              <a:rPr lang="es-ES" altLang="en-US" sz="3600" dirty="0" err="1">
                <a:latin typeface="+mn-lt"/>
              </a:rPr>
              <a:t>aut</a:t>
            </a:r>
            <a:r>
              <a:rPr lang="es-ES" altLang="en-US" sz="3600" dirty="0">
                <a:latin typeface="+mn-lt"/>
              </a:rPr>
              <a:t> </a:t>
            </a:r>
            <a:r>
              <a:rPr lang="es-ES" altLang="en-US" sz="3600" dirty="0" err="1">
                <a:latin typeface="+mn-lt"/>
              </a:rPr>
              <a:t>voloristotas</a:t>
            </a:r>
            <a:r>
              <a:rPr lang="es-ES" altLang="en-US" sz="3600" dirty="0">
                <a:latin typeface="+mn-lt"/>
              </a:rPr>
              <a:t> </a:t>
            </a:r>
            <a:r>
              <a:rPr lang="es-ES" altLang="en-US" sz="3600" dirty="0" err="1">
                <a:latin typeface="+mn-lt"/>
              </a:rPr>
              <a:t>exerion</a:t>
            </a:r>
            <a:r>
              <a:rPr lang="es-ES" altLang="en-US" sz="3600" dirty="0">
                <a:latin typeface="+mn-lt"/>
              </a:rPr>
              <a:t> </a:t>
            </a:r>
            <a:r>
              <a:rPr lang="es-ES" altLang="en-US" sz="3600" dirty="0" err="1">
                <a:latin typeface="+mn-lt"/>
              </a:rPr>
              <a:t>porum</a:t>
            </a:r>
            <a:r>
              <a:rPr lang="es-ES" altLang="en-US" sz="3600" dirty="0">
                <a:latin typeface="+mn-lt"/>
              </a:rPr>
              <a:t> </a:t>
            </a:r>
            <a:r>
              <a:rPr lang="es-ES" altLang="en-US" sz="3600" dirty="0" err="1">
                <a:latin typeface="+mn-lt"/>
              </a:rPr>
              <a:t>vellant</a:t>
            </a:r>
            <a:r>
              <a:rPr lang="es-ES" altLang="en-US" sz="3600" dirty="0">
                <a:latin typeface="+mn-lt"/>
              </a:rPr>
              <a:t> </a:t>
            </a:r>
            <a:r>
              <a:rPr lang="es-ES" altLang="en-US" sz="3600" dirty="0" err="1">
                <a:latin typeface="+mn-lt"/>
              </a:rPr>
              <a:t>ulpa</a:t>
            </a:r>
            <a:r>
              <a:rPr lang="es-ES" altLang="en-US" sz="3600" dirty="0">
                <a:latin typeface="+mn-lt"/>
              </a:rPr>
              <a:t> </a:t>
            </a:r>
            <a:r>
              <a:rPr lang="es-ES" altLang="en-US" sz="3600" dirty="0" err="1">
                <a:latin typeface="+mn-lt"/>
              </a:rPr>
              <a:t>nes</a:t>
            </a:r>
            <a:r>
              <a:rPr lang="es-ES" altLang="en-US" sz="3600" dirty="0">
                <a:latin typeface="+mn-lt"/>
              </a:rPr>
              <a:t> </a:t>
            </a:r>
            <a:r>
              <a:rPr lang="es-ES" altLang="en-US" sz="3600" dirty="0" err="1">
                <a:latin typeface="+mn-lt"/>
              </a:rPr>
              <a:t>aut</a:t>
            </a:r>
            <a:r>
              <a:rPr lang="es-ES" altLang="en-US" sz="3600" dirty="0">
                <a:latin typeface="+mn-lt"/>
              </a:rPr>
              <a:t> re </a:t>
            </a:r>
            <a:r>
              <a:rPr lang="es-ES" altLang="en-US" sz="3600" dirty="0" err="1">
                <a:latin typeface="+mn-lt"/>
              </a:rPr>
              <a:t>prerum</a:t>
            </a:r>
            <a:r>
              <a:rPr lang="es-ES" altLang="en-US" sz="3600" dirty="0">
                <a:latin typeface="+mn-lt"/>
              </a:rPr>
              <a:t> </a:t>
            </a:r>
            <a:r>
              <a:rPr lang="es-ES" altLang="en-US" sz="3600" dirty="0" err="1">
                <a:latin typeface="+mn-lt"/>
              </a:rPr>
              <a:t>exerspistius</a:t>
            </a:r>
            <a:r>
              <a:rPr lang="es-ES" altLang="en-US" sz="3600" dirty="0">
                <a:latin typeface="+mn-lt"/>
              </a:rPr>
              <a:t> </a:t>
            </a:r>
            <a:r>
              <a:rPr lang="es-ES" altLang="en-US" sz="3600" dirty="0" err="1">
                <a:latin typeface="+mn-lt"/>
              </a:rPr>
              <a:t>sollend</a:t>
            </a:r>
            <a:r>
              <a:rPr lang="es-ES" altLang="en-US" sz="3600" dirty="0">
                <a:latin typeface="+mn-lt"/>
              </a:rPr>
              <a:t> </a:t>
            </a:r>
            <a:r>
              <a:rPr lang="es-ES" altLang="en-US" sz="3600" dirty="0" err="1">
                <a:latin typeface="+mn-lt"/>
              </a:rPr>
              <a:t>ellente</a:t>
            </a:r>
            <a:r>
              <a:rPr lang="es-ES" altLang="en-US" sz="3600" dirty="0">
                <a:latin typeface="+mn-lt"/>
              </a:rPr>
              <a:t> </a:t>
            </a:r>
            <a:r>
              <a:rPr lang="es-ES" altLang="en-US" sz="3600" dirty="0" err="1">
                <a:latin typeface="+mn-lt"/>
              </a:rPr>
              <a:t>moluptas</a:t>
            </a:r>
            <a:r>
              <a:rPr lang="es-ES" altLang="en-US" sz="3600" dirty="0">
                <a:latin typeface="+mn-lt"/>
              </a:rPr>
              <a:t> </a:t>
            </a:r>
            <a:r>
              <a:rPr lang="es-ES" altLang="en-US" sz="3600" dirty="0" err="1">
                <a:latin typeface="+mn-lt"/>
              </a:rPr>
              <a:t>ipsaereprat</a:t>
            </a:r>
            <a:r>
              <a:rPr lang="es-ES" altLang="en-US" sz="3600" dirty="0">
                <a:latin typeface="+mn-lt"/>
              </a:rPr>
              <a:t>.</a:t>
            </a:r>
          </a:p>
          <a:p>
            <a:pPr algn="just" eaLnBrk="1" hangingPunct="1">
              <a:spcBef>
                <a:spcPct val="50000"/>
              </a:spcBef>
              <a:buFontTx/>
              <a:buNone/>
              <a:defRPr/>
            </a:pPr>
            <a:r>
              <a:rPr lang="es-ES" altLang="en-US" sz="3600" dirty="0">
                <a:latin typeface="+mn-lt"/>
              </a:rPr>
              <a:t>Et </a:t>
            </a:r>
            <a:r>
              <a:rPr lang="es-ES" altLang="en-US" sz="3600" dirty="0" err="1">
                <a:latin typeface="+mn-lt"/>
              </a:rPr>
              <a:t>volupta</a:t>
            </a:r>
            <a:r>
              <a:rPr lang="es-ES" altLang="en-US" sz="3600" dirty="0">
                <a:latin typeface="+mn-lt"/>
              </a:rPr>
              <a:t> es </a:t>
            </a:r>
            <a:r>
              <a:rPr lang="es-ES" altLang="en-US" sz="3600" dirty="0" err="1">
                <a:latin typeface="+mn-lt"/>
              </a:rPr>
              <a:t>entiusam</a:t>
            </a:r>
            <a:r>
              <a:rPr lang="es-ES" altLang="en-US" sz="3600" dirty="0">
                <a:latin typeface="+mn-lt"/>
              </a:rPr>
              <a:t> </a:t>
            </a:r>
            <a:r>
              <a:rPr lang="es-ES" altLang="en-US" sz="3600" dirty="0" err="1">
                <a:latin typeface="+mn-lt"/>
              </a:rPr>
              <a:t>eserias</a:t>
            </a:r>
            <a:r>
              <a:rPr lang="es-ES" altLang="en-US" sz="3600" dirty="0">
                <a:latin typeface="+mn-lt"/>
              </a:rPr>
              <a:t> </a:t>
            </a:r>
            <a:r>
              <a:rPr lang="es-ES" altLang="en-US" sz="3600" dirty="0" err="1">
                <a:latin typeface="+mn-lt"/>
              </a:rPr>
              <a:t>dipidusda</a:t>
            </a:r>
            <a:r>
              <a:rPr lang="es-ES" altLang="en-US" sz="3600" dirty="0">
                <a:latin typeface="+mn-lt"/>
              </a:rPr>
              <a:t> </a:t>
            </a:r>
            <a:r>
              <a:rPr lang="es-ES" altLang="en-US" sz="3600" dirty="0" err="1">
                <a:latin typeface="+mn-lt"/>
              </a:rPr>
              <a:t>verferia</a:t>
            </a:r>
            <a:r>
              <a:rPr lang="es-ES" altLang="en-US" sz="3600" dirty="0">
                <a:latin typeface="+mn-lt"/>
              </a:rPr>
              <a:t> </a:t>
            </a:r>
            <a:r>
              <a:rPr lang="es-ES" altLang="en-US" sz="3600" dirty="0" err="1">
                <a:latin typeface="+mn-lt"/>
              </a:rPr>
              <a:t>nobis</a:t>
            </a:r>
            <a:r>
              <a:rPr lang="es-ES" altLang="en-US" sz="3600" dirty="0">
                <a:latin typeface="+mn-lt"/>
              </a:rPr>
              <a:t> </a:t>
            </a:r>
            <a:r>
              <a:rPr lang="es-ES" altLang="en-US" sz="3600" dirty="0" err="1">
                <a:latin typeface="+mn-lt"/>
              </a:rPr>
              <a:t>ilibus</a:t>
            </a:r>
            <a:r>
              <a:rPr lang="es-ES" altLang="en-US" sz="3600" dirty="0">
                <a:latin typeface="+mn-lt"/>
              </a:rPr>
              <a:t> </a:t>
            </a:r>
            <a:r>
              <a:rPr lang="es-ES" altLang="en-US" sz="3600" dirty="0" err="1">
                <a:latin typeface="+mn-lt"/>
              </a:rPr>
              <a:t>dus</a:t>
            </a:r>
            <a:r>
              <a:rPr lang="es-ES" altLang="en-US" sz="3600" dirty="0">
                <a:latin typeface="+mn-lt"/>
              </a:rPr>
              <a:t> </a:t>
            </a:r>
            <a:r>
              <a:rPr lang="es-ES" altLang="en-US" sz="3600" dirty="0" err="1">
                <a:latin typeface="+mn-lt"/>
              </a:rPr>
              <a:t>veliquat</a:t>
            </a:r>
            <a:r>
              <a:rPr lang="es-ES" altLang="en-US" sz="3600" dirty="0">
                <a:latin typeface="+mn-lt"/>
              </a:rPr>
              <a:t> </a:t>
            </a:r>
            <a:r>
              <a:rPr lang="es-ES" altLang="en-US" sz="3600" dirty="0" err="1">
                <a:latin typeface="+mn-lt"/>
              </a:rPr>
              <a:t>aut</a:t>
            </a:r>
            <a:r>
              <a:rPr lang="es-ES" altLang="en-US" sz="3600" dirty="0">
                <a:latin typeface="+mn-lt"/>
              </a:rPr>
              <a:t> </a:t>
            </a:r>
            <a:r>
              <a:rPr lang="es-ES" altLang="en-US" sz="3600" dirty="0" err="1">
                <a:latin typeface="+mn-lt"/>
              </a:rPr>
              <a:t>repuda</a:t>
            </a:r>
            <a:r>
              <a:rPr lang="es-ES" altLang="en-US" sz="3600" dirty="0">
                <a:latin typeface="+mn-lt"/>
              </a:rPr>
              <a:t> </a:t>
            </a:r>
            <a:r>
              <a:rPr lang="es-ES" altLang="en-US" sz="3600" dirty="0" err="1">
                <a:latin typeface="+mn-lt"/>
              </a:rPr>
              <a:t>voluptius</a:t>
            </a:r>
            <a:r>
              <a:rPr lang="es-ES" altLang="en-US" sz="3600" dirty="0">
                <a:latin typeface="+mn-lt"/>
              </a:rPr>
              <a:t> </a:t>
            </a:r>
            <a:r>
              <a:rPr lang="es-ES" altLang="en-US" sz="3600" dirty="0" err="1">
                <a:latin typeface="+mn-lt"/>
              </a:rPr>
              <a:t>moluptas</a:t>
            </a:r>
            <a:r>
              <a:rPr lang="es-ES" altLang="en-US" sz="3600" dirty="0">
                <a:latin typeface="+mn-lt"/>
              </a:rPr>
              <a:t> </a:t>
            </a:r>
            <a:r>
              <a:rPr lang="es-ES" altLang="en-US" sz="3600" dirty="0" err="1">
                <a:latin typeface="+mn-lt"/>
              </a:rPr>
              <a:t>ipsaereprat</a:t>
            </a:r>
            <a:r>
              <a:rPr lang="es-ES" altLang="en-US" sz="3600" dirty="0">
                <a:latin typeface="+mn-lt"/>
              </a:rPr>
              <a:t>.</a:t>
            </a:r>
          </a:p>
        </p:txBody>
      </p:sp>
      <p:sp>
        <p:nvSpPr>
          <p:cNvPr id="17441" name="CuadroTexto 7">
            <a:extLst>
              <a:ext uri="{FF2B5EF4-FFF2-40B4-BE49-F238E27FC236}">
                <a16:creationId xmlns:a16="http://schemas.microsoft.com/office/drawing/2014/main" id="{94E5B66A-FE2B-455C-A1EF-543CEF163E31}"/>
              </a:ext>
            </a:extLst>
          </p:cNvPr>
          <p:cNvSpPr txBox="1">
            <a:spLocks noChangeArrowheads="1"/>
          </p:cNvSpPr>
          <p:nvPr/>
        </p:nvSpPr>
        <p:spPr bwMode="auto">
          <a:xfrm>
            <a:off x="20426363" y="30997525"/>
            <a:ext cx="9869487"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s-ES_tradnl" altLang="es-ES"/>
              <a:t>TODI AT ECIL</a:t>
            </a:r>
          </a:p>
          <a:p>
            <a:pPr eaLnBrk="1" hangingPunct="1"/>
            <a:r>
              <a:rPr lang="es-ES_tradnl" altLang="es-ES"/>
              <a:t>Et et qui ant elite et anis aut ma experit aboaborio. Enis aut ma experit aboaborio. Et et qui ant elite et anis aut ma experit abborio. Et et qui ant elite anis aut ma experiboaborio. Et et qui ant elite et anis aut ma experit aboaborio. Et et qui ant elite et anis aut ma experit abo</a:t>
            </a:r>
          </a:p>
        </p:txBody>
      </p:sp>
      <p:cxnSp>
        <p:nvCxnSpPr>
          <p:cNvPr id="57" name="Conector recto 56">
            <a:extLst>
              <a:ext uri="{FF2B5EF4-FFF2-40B4-BE49-F238E27FC236}">
                <a16:creationId xmlns:a16="http://schemas.microsoft.com/office/drawing/2014/main" id="{E120F1C3-A179-4BCE-A6C8-541B3F1AAD5B}"/>
              </a:ext>
            </a:extLst>
          </p:cNvPr>
          <p:cNvCxnSpPr>
            <a:cxnSpLocks noChangeShapeType="1"/>
          </p:cNvCxnSpPr>
          <p:nvPr/>
        </p:nvCxnSpPr>
        <p:spPr bwMode="auto">
          <a:xfrm flipH="1">
            <a:off x="5108575" y="26227088"/>
            <a:ext cx="25146000" cy="11430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1" name="Straight Connector 68">
            <a:extLst>
              <a:ext uri="{FF2B5EF4-FFF2-40B4-BE49-F238E27FC236}">
                <a16:creationId xmlns:a16="http://schemas.microsoft.com/office/drawing/2014/main" id="{1DCE7F90-94B0-4BC6-8B24-069703C80B97}"/>
              </a:ext>
            </a:extLst>
          </p:cNvPr>
          <p:cNvCxnSpPr>
            <a:cxnSpLocks noChangeShapeType="1"/>
          </p:cNvCxnSpPr>
          <p:nvPr/>
        </p:nvCxnSpPr>
        <p:spPr bwMode="auto">
          <a:xfrm>
            <a:off x="15993466" y="33765871"/>
            <a:ext cx="13392150" cy="1270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5" name="Straight Connector 68">
            <a:extLst>
              <a:ext uri="{FF2B5EF4-FFF2-40B4-BE49-F238E27FC236}">
                <a16:creationId xmlns:a16="http://schemas.microsoft.com/office/drawing/2014/main" id="{2D30EFC0-680A-405D-962E-6C1223A2B36C}"/>
              </a:ext>
            </a:extLst>
          </p:cNvPr>
          <p:cNvCxnSpPr>
            <a:cxnSpLocks noChangeShapeType="1"/>
          </p:cNvCxnSpPr>
          <p:nvPr/>
        </p:nvCxnSpPr>
        <p:spPr bwMode="auto">
          <a:xfrm>
            <a:off x="15993466" y="37641376"/>
            <a:ext cx="13392150" cy="1270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7445" name="Imagen 59">
            <a:extLst>
              <a:ext uri="{FF2B5EF4-FFF2-40B4-BE49-F238E27FC236}">
                <a16:creationId xmlns:a16="http://schemas.microsoft.com/office/drawing/2014/main" id="{F6A93299-C82B-4702-B90B-A916A4469D9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63828" y="39358596"/>
            <a:ext cx="33988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46" name="Imagen 60">
            <a:extLst>
              <a:ext uri="{FF2B5EF4-FFF2-40B4-BE49-F238E27FC236}">
                <a16:creationId xmlns:a16="http://schemas.microsoft.com/office/drawing/2014/main" id="{5BA18480-A816-4829-8237-2C6957EA80B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574178" y="39254589"/>
            <a:ext cx="4335463"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47" name="Imagen 61">
            <a:extLst>
              <a:ext uri="{FF2B5EF4-FFF2-40B4-BE49-F238E27FC236}">
                <a16:creationId xmlns:a16="http://schemas.microsoft.com/office/drawing/2014/main" id="{C377C186-7807-49C0-A6B7-183163AA2203}"/>
              </a:ext>
            </a:extLst>
          </p:cNvPr>
          <p:cNvPicPr>
            <a:picLocks noChangeAspect="1"/>
          </p:cNvPicPr>
          <p:nvPr/>
        </p:nvPicPr>
        <p:blipFill>
          <a:blip r:embed="rId9">
            <a:extLst>
              <a:ext uri="{28A0092B-C50C-407E-A947-70E740481C1C}">
                <a14:useLocalDpi xmlns:a14="http://schemas.microsoft.com/office/drawing/2010/main" val="0"/>
              </a:ext>
            </a:extLst>
          </a:blip>
          <a:srcRect t="21899" b="22447"/>
          <a:stretch>
            <a:fillRect/>
          </a:stretch>
        </p:blipFill>
        <p:spPr bwMode="auto">
          <a:xfrm>
            <a:off x="19165198" y="39340314"/>
            <a:ext cx="283051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48" name="Imagen 62">
            <a:extLst>
              <a:ext uri="{FF2B5EF4-FFF2-40B4-BE49-F238E27FC236}">
                <a16:creationId xmlns:a16="http://schemas.microsoft.com/office/drawing/2014/main" id="{5777A4BC-4A97-49A9-972D-7EF07008AD28}"/>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26056583" y="39302599"/>
            <a:ext cx="3378200"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49" name="CuadroTexto 63">
            <a:extLst>
              <a:ext uri="{FF2B5EF4-FFF2-40B4-BE49-F238E27FC236}">
                <a16:creationId xmlns:a16="http://schemas.microsoft.com/office/drawing/2014/main" id="{A11482FA-B2A0-4457-996C-CD2FA4A85B8D}"/>
              </a:ext>
            </a:extLst>
          </p:cNvPr>
          <p:cNvSpPr txBox="1">
            <a:spLocks noChangeArrowheads="1"/>
          </p:cNvSpPr>
          <p:nvPr/>
        </p:nvSpPr>
        <p:spPr bwMode="auto">
          <a:xfrm>
            <a:off x="932078" y="38745821"/>
            <a:ext cx="1455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altLang="es-ES" sz="2400">
                <a:solidFill>
                  <a:srgbClr val="253786"/>
                </a:solidFill>
              </a:rPr>
              <a:t>Trustees:</a:t>
            </a:r>
          </a:p>
        </p:txBody>
      </p:sp>
      <p:cxnSp>
        <p:nvCxnSpPr>
          <p:cNvPr id="91" name="Straight Connector 68">
            <a:extLst>
              <a:ext uri="{FF2B5EF4-FFF2-40B4-BE49-F238E27FC236}">
                <a16:creationId xmlns:a16="http://schemas.microsoft.com/office/drawing/2014/main" id="{8FC74453-9529-49B5-9346-702B15E4AC9D}"/>
              </a:ext>
            </a:extLst>
          </p:cNvPr>
          <p:cNvCxnSpPr>
            <a:cxnSpLocks noChangeShapeType="1"/>
          </p:cNvCxnSpPr>
          <p:nvPr/>
        </p:nvCxnSpPr>
        <p:spPr bwMode="auto">
          <a:xfrm flipV="1">
            <a:off x="1016816" y="39143071"/>
            <a:ext cx="28420990" cy="45663"/>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8" name="Imagen 8" descr="Imagen que contiene Forma&#10;&#10;Descripción generada automáticamente">
            <a:extLst>
              <a:ext uri="{FF2B5EF4-FFF2-40B4-BE49-F238E27FC236}">
                <a16:creationId xmlns:a16="http://schemas.microsoft.com/office/drawing/2014/main" id="{1394A369-F16B-44E0-ADFD-669A52109B11}"/>
              </a:ext>
            </a:extLst>
          </p:cNvPr>
          <p:cNvPicPr>
            <a:picLocks noChangeAspect="1"/>
          </p:cNvPicPr>
          <p:nvPr/>
        </p:nvPicPr>
        <p:blipFill>
          <a:blip r:embed="rId11"/>
          <a:stretch>
            <a:fillRect/>
          </a:stretch>
        </p:blipFill>
        <p:spPr>
          <a:xfrm>
            <a:off x="9849312" y="41446953"/>
            <a:ext cx="1898029" cy="884492"/>
          </a:xfrm>
          <a:prstGeom prst="rect">
            <a:avLst/>
          </a:prstGeom>
        </p:spPr>
      </p:pic>
      <p:sp>
        <p:nvSpPr>
          <p:cNvPr id="56" name="CuadroTexto 73">
            <a:extLst>
              <a:ext uri="{FF2B5EF4-FFF2-40B4-BE49-F238E27FC236}">
                <a16:creationId xmlns:a16="http://schemas.microsoft.com/office/drawing/2014/main" id="{C31D7F4A-7FA0-4FE2-910F-F2BA84A1A36D}"/>
              </a:ext>
            </a:extLst>
          </p:cNvPr>
          <p:cNvSpPr txBox="1">
            <a:spLocks noChangeArrowheads="1"/>
          </p:cNvSpPr>
          <p:nvPr/>
        </p:nvSpPr>
        <p:spPr bwMode="auto">
          <a:xfrm>
            <a:off x="1004761" y="40868711"/>
            <a:ext cx="29513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r>
              <a:rPr lang="es-ES_tradnl" altLang="es-ES" sz="2400" dirty="0">
                <a:solidFill>
                  <a:srgbClr val="253786"/>
                </a:solidFill>
                <a:latin typeface="Arial"/>
                <a:ea typeface="ＭＳ Ｐゴシック"/>
                <a:cs typeface="Arial"/>
              </a:rPr>
              <a:t>CERCA Centre:</a:t>
            </a:r>
            <a:endParaRPr lang="es-ES_tradnl" altLang="es-ES" sz="2400" dirty="0">
              <a:solidFill>
                <a:srgbClr val="253786"/>
              </a:solidFill>
              <a:cs typeface="Arial"/>
            </a:endParaRPr>
          </a:p>
        </p:txBody>
      </p:sp>
      <p:cxnSp>
        <p:nvCxnSpPr>
          <p:cNvPr id="59" name="Straight Connector 68">
            <a:extLst>
              <a:ext uri="{FF2B5EF4-FFF2-40B4-BE49-F238E27FC236}">
                <a16:creationId xmlns:a16="http://schemas.microsoft.com/office/drawing/2014/main" id="{9AE0B9F9-0635-4665-93FF-C2540F0EE1AA}"/>
              </a:ext>
            </a:extLst>
          </p:cNvPr>
          <p:cNvCxnSpPr>
            <a:cxnSpLocks noChangeShapeType="1"/>
          </p:cNvCxnSpPr>
          <p:nvPr/>
        </p:nvCxnSpPr>
        <p:spPr bwMode="auto">
          <a:xfrm>
            <a:off x="1071451" y="41265976"/>
            <a:ext cx="2947386"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nvGrpSpPr>
          <p:cNvPr id="15" name="Grupo 14">
            <a:extLst>
              <a:ext uri="{FF2B5EF4-FFF2-40B4-BE49-F238E27FC236}">
                <a16:creationId xmlns:a16="http://schemas.microsoft.com/office/drawing/2014/main" id="{C39A2BB3-1128-AD4D-B61F-1C5322139F0C}"/>
              </a:ext>
            </a:extLst>
          </p:cNvPr>
          <p:cNvGrpSpPr/>
          <p:nvPr/>
        </p:nvGrpSpPr>
        <p:grpSpPr>
          <a:xfrm>
            <a:off x="5156201" y="40823049"/>
            <a:ext cx="3036887" cy="1375586"/>
            <a:chOff x="26434275" y="40823049"/>
            <a:chExt cx="3036887" cy="1375586"/>
          </a:xfrm>
        </p:grpSpPr>
        <p:sp>
          <p:nvSpPr>
            <p:cNvPr id="17456" name="CuadroTexto 73">
              <a:extLst>
                <a:ext uri="{FF2B5EF4-FFF2-40B4-BE49-F238E27FC236}">
                  <a16:creationId xmlns:a16="http://schemas.microsoft.com/office/drawing/2014/main" id="{49398022-3927-4A8E-B582-FC186EEEE30F}"/>
                </a:ext>
              </a:extLst>
            </p:cNvPr>
            <p:cNvSpPr txBox="1">
              <a:spLocks noChangeArrowheads="1"/>
            </p:cNvSpPr>
            <p:nvPr/>
          </p:nvSpPr>
          <p:spPr bwMode="auto">
            <a:xfrm>
              <a:off x="26434275" y="40823049"/>
              <a:ext cx="17414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altLang="es-ES" sz="2400">
                  <a:solidFill>
                    <a:srgbClr val="253786"/>
                  </a:solidFill>
                </a:rPr>
                <a:t>Member of:</a:t>
              </a:r>
            </a:p>
          </p:txBody>
        </p:sp>
        <p:cxnSp>
          <p:nvCxnSpPr>
            <p:cNvPr id="99" name="Straight Connector 68">
              <a:extLst>
                <a:ext uri="{FF2B5EF4-FFF2-40B4-BE49-F238E27FC236}">
                  <a16:creationId xmlns:a16="http://schemas.microsoft.com/office/drawing/2014/main" id="{28EADFAB-5F16-4394-BFEF-D24AD9267DF9}"/>
                </a:ext>
              </a:extLst>
            </p:cNvPr>
            <p:cNvCxnSpPr>
              <a:cxnSpLocks noChangeShapeType="1"/>
            </p:cNvCxnSpPr>
            <p:nvPr/>
          </p:nvCxnSpPr>
          <p:spPr bwMode="auto">
            <a:xfrm>
              <a:off x="26500950" y="41265961"/>
              <a:ext cx="2970212" cy="0"/>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10" name="Imagen 10" descr="Interfaz de usuario gráfica&#10;&#10;Descripción generada automáticamente">
              <a:extLst>
                <a:ext uri="{FF2B5EF4-FFF2-40B4-BE49-F238E27FC236}">
                  <a16:creationId xmlns:a16="http://schemas.microsoft.com/office/drawing/2014/main" id="{EBD7E6CD-0958-47F6-ADC4-30843871E059}"/>
                </a:ext>
              </a:extLst>
            </p:cNvPr>
            <p:cNvPicPr>
              <a:picLocks noChangeAspect="1"/>
            </p:cNvPicPr>
            <p:nvPr/>
          </p:nvPicPr>
          <p:blipFill>
            <a:blip r:embed="rId12"/>
            <a:stretch>
              <a:fillRect/>
            </a:stretch>
          </p:blipFill>
          <p:spPr>
            <a:xfrm>
              <a:off x="26585408" y="41488459"/>
              <a:ext cx="2308909" cy="710176"/>
            </a:xfrm>
            <a:prstGeom prst="rect">
              <a:avLst/>
            </a:prstGeom>
          </p:spPr>
        </p:pic>
      </p:grpSp>
      <p:pic>
        <p:nvPicPr>
          <p:cNvPr id="17451" name="Imagen 66">
            <a:extLst>
              <a:ext uri="{FF2B5EF4-FFF2-40B4-BE49-F238E27FC236}">
                <a16:creationId xmlns:a16="http://schemas.microsoft.com/office/drawing/2014/main" id="{1170A9E7-5679-4249-8CBA-9A248110A80C}"/>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14039850" y="41487175"/>
            <a:ext cx="25400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52" name="Imagen 67">
            <a:extLst>
              <a:ext uri="{FF2B5EF4-FFF2-40B4-BE49-F238E27FC236}">
                <a16:creationId xmlns:a16="http://schemas.microsoft.com/office/drawing/2014/main" id="{468EBCA7-BF3C-4067-9798-FB8794D6A776}"/>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19911926" y="41456628"/>
            <a:ext cx="995362"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53" name="Imagen 69">
            <a:extLst>
              <a:ext uri="{FF2B5EF4-FFF2-40B4-BE49-F238E27FC236}">
                <a16:creationId xmlns:a16="http://schemas.microsoft.com/office/drawing/2014/main" id="{7872FB4D-7972-40D5-A1DE-CA7038345125}"/>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22904476" y="41446953"/>
            <a:ext cx="1904774" cy="791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 name="Straight Connector 68">
            <a:extLst>
              <a:ext uri="{FF2B5EF4-FFF2-40B4-BE49-F238E27FC236}">
                <a16:creationId xmlns:a16="http://schemas.microsoft.com/office/drawing/2014/main" id="{EAA9304A-B00A-456C-A5EA-C6D191E32627}"/>
              </a:ext>
            </a:extLst>
          </p:cNvPr>
          <p:cNvCxnSpPr>
            <a:cxnSpLocks noChangeShapeType="1"/>
          </p:cNvCxnSpPr>
          <p:nvPr/>
        </p:nvCxnSpPr>
        <p:spPr bwMode="auto">
          <a:xfrm flipV="1">
            <a:off x="9849312" y="41243140"/>
            <a:ext cx="19880819" cy="66091"/>
          </a:xfrm>
          <a:prstGeom prst="line">
            <a:avLst/>
          </a:prstGeom>
          <a:noFill/>
          <a:ln w="25400">
            <a:solidFill>
              <a:srgbClr val="253786"/>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7455" name="CuadroTexto 72">
            <a:extLst>
              <a:ext uri="{FF2B5EF4-FFF2-40B4-BE49-F238E27FC236}">
                <a16:creationId xmlns:a16="http://schemas.microsoft.com/office/drawing/2014/main" id="{278C666A-F2E5-4B84-A011-9AA26E824AA0}"/>
              </a:ext>
            </a:extLst>
          </p:cNvPr>
          <p:cNvSpPr txBox="1">
            <a:spLocks noChangeArrowheads="1"/>
          </p:cNvSpPr>
          <p:nvPr/>
        </p:nvSpPr>
        <p:spPr bwMode="auto">
          <a:xfrm>
            <a:off x="9747401" y="40759289"/>
            <a:ext cx="2101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altLang="es-ES" sz="2400" dirty="0" err="1">
                <a:solidFill>
                  <a:srgbClr val="253786"/>
                </a:solidFill>
              </a:rPr>
              <a:t>Supported</a:t>
            </a:r>
            <a:r>
              <a:rPr lang="es-ES_tradnl" altLang="es-ES" sz="2400" dirty="0">
                <a:solidFill>
                  <a:srgbClr val="253786"/>
                </a:solidFill>
              </a:rPr>
              <a:t> </a:t>
            </a:r>
            <a:r>
              <a:rPr lang="es-ES_tradnl" altLang="es-ES" sz="2400" dirty="0" err="1">
                <a:solidFill>
                  <a:srgbClr val="253786"/>
                </a:solidFill>
              </a:rPr>
              <a:t>by</a:t>
            </a:r>
            <a:r>
              <a:rPr lang="es-ES_tradnl" altLang="es-ES" sz="2400" dirty="0">
                <a:solidFill>
                  <a:srgbClr val="253786"/>
                </a:solidFill>
              </a:rPr>
              <a:t>:</a:t>
            </a:r>
          </a:p>
        </p:txBody>
      </p:sp>
      <p:pic>
        <p:nvPicPr>
          <p:cNvPr id="60" name="Imagen 59">
            <a:extLst>
              <a:ext uri="{FF2B5EF4-FFF2-40B4-BE49-F238E27FC236}">
                <a16:creationId xmlns:a16="http://schemas.microsoft.com/office/drawing/2014/main" id="{C85CB32E-79B3-C04E-B222-B23487AF709C}"/>
              </a:ext>
            </a:extLst>
          </p:cNvPr>
          <p:cNvPicPr>
            <a:picLocks noChangeAspect="1"/>
          </p:cNvPicPr>
          <p:nvPr/>
        </p:nvPicPr>
        <p:blipFill>
          <a:blip r:embed="rId16"/>
          <a:stretch>
            <a:fillRect/>
          </a:stretch>
        </p:blipFill>
        <p:spPr>
          <a:xfrm>
            <a:off x="27423250" y="41394799"/>
            <a:ext cx="2348128" cy="980783"/>
          </a:xfrm>
          <a:prstGeom prst="rect">
            <a:avLst/>
          </a:prstGeom>
        </p:spPr>
      </p:pic>
      <p:pic>
        <p:nvPicPr>
          <p:cNvPr id="3" name="Imagen 2">
            <a:extLst>
              <a:ext uri="{FF2B5EF4-FFF2-40B4-BE49-F238E27FC236}">
                <a16:creationId xmlns:a16="http://schemas.microsoft.com/office/drawing/2014/main" id="{8297EF47-17D2-620D-0C58-5151AFBA108E}"/>
              </a:ext>
            </a:extLst>
          </p:cNvPr>
          <p:cNvPicPr>
            <a:picLocks noChangeAspect="1"/>
          </p:cNvPicPr>
          <p:nvPr/>
        </p:nvPicPr>
        <p:blipFill>
          <a:blip r:embed="rId17"/>
          <a:stretch>
            <a:fillRect/>
          </a:stretch>
        </p:blipFill>
        <p:spPr>
          <a:xfrm>
            <a:off x="1004761" y="41526630"/>
            <a:ext cx="2252379" cy="882481"/>
          </a:xfrm>
          <a:prstGeom prst="rect">
            <a:avLst/>
          </a:prstGeom>
        </p:spPr>
      </p:pic>
    </p:spTree>
    <p:extLst>
      <p:ext uri="{BB962C8B-B14F-4D97-AF65-F5344CB8AC3E}">
        <p14:creationId xmlns:p14="http://schemas.microsoft.com/office/powerpoint/2010/main" val="3662187385"/>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71A83B03785C4EB24BE97B4DB7B826" ma:contentTypeVersion="16" ma:contentTypeDescription="Create a new document." ma:contentTypeScope="" ma:versionID="c674fbe8e928e15c6b90d4d2c850a426">
  <xsd:schema xmlns:xsd="http://www.w3.org/2001/XMLSchema" xmlns:xs="http://www.w3.org/2001/XMLSchema" xmlns:p="http://schemas.microsoft.com/office/2006/metadata/properties" xmlns:ns2="0e21d0fc-a6c5-43c6-8882-4ca8dffa18ac" xmlns:ns3="54ab5c14-d029-4bbf-99c1-644d5dce05ba" targetNamespace="http://schemas.microsoft.com/office/2006/metadata/properties" ma:root="true" ma:fieldsID="b800451d3bc27f0a2dbea404efb3e0c2" ns2:_="" ns3:_="">
    <xsd:import namespace="0e21d0fc-a6c5-43c6-8882-4ca8dffa18ac"/>
    <xsd:import namespace="54ab5c14-d029-4bbf-99c1-644d5dce05ba"/>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Location" minOccurs="0"/>
                <xsd:element ref="ns2:MediaServiceOCR"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21d0fc-a6c5-43c6-8882-4ca8dffa18ac"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1904d0a-61a1-4684-a764-9f6075688487"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4ab5c14-d029-4bbf-99c1-644d5dce05ba" elementFormDefault="qualified">
    <xsd:import namespace="http://schemas.microsoft.com/office/2006/documentManagement/types"/>
    <xsd:import namespace="http://schemas.microsoft.com/office/infopath/2007/PartnerControls"/>
    <xsd:element name="SharedWithUsers" ma:index="11"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description="" ma:internalName="SharedWithDetails" ma:readOnly="true">
      <xsd:simpleType>
        <xsd:restriction base="dms:Note">
          <xsd:maxLength value="255"/>
        </xsd:restriction>
      </xsd:simpleType>
    </xsd:element>
    <xsd:element name="TaxCatchAll" ma:index="23" nillable="true" ma:displayName="Taxonomy Catch All Column" ma:hidden="true" ma:list="{1788eda3-33e5-4bec-819b-296345bdf4cc}" ma:internalName="TaxCatchAll" ma:showField="CatchAllData" ma:web="54ab5c14-d029-4bbf-99c1-644d5dce05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e21d0fc-a6c5-43c6-8882-4ca8dffa18ac">
      <Terms xmlns="http://schemas.microsoft.com/office/infopath/2007/PartnerControls"/>
    </lcf76f155ced4ddcb4097134ff3c332f>
    <TaxCatchAll xmlns="54ab5c14-d029-4bbf-99c1-644d5dce05ba" xsi:nil="true"/>
  </documentManagement>
</p:properties>
</file>

<file path=customXml/itemProps1.xml><?xml version="1.0" encoding="utf-8"?>
<ds:datastoreItem xmlns:ds="http://schemas.openxmlformats.org/officeDocument/2006/customXml" ds:itemID="{24C82AC5-ADCD-4CA4-8D80-7165F1D3B4A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21d0fc-a6c5-43c6-8882-4ca8dffa18ac"/>
    <ds:schemaRef ds:uri="54ab5c14-d029-4bbf-99c1-644d5dce05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AC7DF2-CB3A-4047-B7FE-42FACC5E783B}">
  <ds:schemaRefs>
    <ds:schemaRef ds:uri="http://schemas.microsoft.com/sharepoint/v3/contenttype/forms"/>
  </ds:schemaRefs>
</ds:datastoreItem>
</file>

<file path=customXml/itemProps3.xml><?xml version="1.0" encoding="utf-8"?>
<ds:datastoreItem xmlns:ds="http://schemas.openxmlformats.org/officeDocument/2006/customXml" ds:itemID="{5974F53C-2263-4C72-9676-B767BC0D4D3D}">
  <ds:schemaRefs>
    <ds:schemaRef ds:uri="http://schemas.microsoft.com/office/2006/metadata/properties"/>
    <ds:schemaRef ds:uri="http://schemas.microsoft.com/office/infopath/2007/PartnerControls"/>
    <ds:schemaRef ds:uri="0e21d0fc-a6c5-43c6-8882-4ca8dffa18ac"/>
    <ds:schemaRef ds:uri="54ab5c14-d029-4bbf-99c1-644d5dce05ba"/>
  </ds:schemaRefs>
</ds:datastoreItem>
</file>

<file path=docProps/app.xml><?xml version="1.0" encoding="utf-8"?>
<Properties xmlns="http://schemas.openxmlformats.org/officeDocument/2006/extended-properties" xmlns:vt="http://schemas.openxmlformats.org/officeDocument/2006/docPropsVTypes">
  <TotalTime>1514</TotalTime>
  <Words>3070</Words>
  <Application>Microsoft Macintosh PowerPoint</Application>
  <PresentationFormat>Personalizado</PresentationFormat>
  <Paragraphs>140</Paragraphs>
  <Slides>4</Slides>
  <Notes>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vt:i4>
      </vt:variant>
    </vt:vector>
  </HeadingPairs>
  <TitlesOfParts>
    <vt:vector size="12" baseType="lpstr">
      <vt:lpstr>Arial</vt:lpstr>
      <vt:lpstr>Arial Black</vt:lpstr>
      <vt:lpstr>Calibri</vt:lpstr>
      <vt:lpstr>Swiss 721 Black BT</vt:lpstr>
      <vt:lpstr>Swiss 721 BT</vt:lpstr>
      <vt:lpstr>Swiss 721 Light BT</vt:lpstr>
      <vt:lpstr>Wingdings</vt:lpstr>
      <vt:lpstr>Default Design</vt:lpstr>
      <vt:lpstr>Presentación de PowerPoint</vt:lpstr>
      <vt:lpstr>Presentación de PowerPoint</vt:lpstr>
      <vt:lpstr>Presentación de PowerPoint</vt:lpstr>
      <vt:lpstr>Presentación de PowerPoint</vt:lpstr>
    </vt:vector>
  </TitlesOfParts>
  <Company>ICFO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tgomez</dc:creator>
  <cp:lastModifiedBy>Tomas Charles</cp:lastModifiedBy>
  <cp:revision>262</cp:revision>
  <dcterms:created xsi:type="dcterms:W3CDTF">2012-06-12T07:08:10Z</dcterms:created>
  <dcterms:modified xsi:type="dcterms:W3CDTF">2022-10-24T11:29:00Z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0x010100F571A83B03785C4EB24BE97B4DB7B826</vt:lpwstr>
  </property>
</Properties>
</file>