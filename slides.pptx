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eg&amp;f=1&amp;nofb=1&amp;ipt=3ea8e1729616f10f5f703d65964ea456c50cce69b1963dddb18fda69d92f174f" ContentType="image/jpeg"/>
  <Default Extension="png" ContentType="image/png"/>
  <Default Extension="png&amp;f=1&amp;nofb=1&amp;ipt=047c5777d795efbc85921e9dc21be3165dcdc690050d319747fc110bc31a85ae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256" r:id="rId2"/>
    <p:sldId id="259" r:id="rId3"/>
    <p:sldId id="329" r:id="rId4"/>
    <p:sldId id="260" r:id="rId5"/>
    <p:sldId id="258" r:id="rId6"/>
    <p:sldId id="316" r:id="rId7"/>
    <p:sldId id="318" r:id="rId8"/>
    <p:sldId id="317" r:id="rId9"/>
    <p:sldId id="262" r:id="rId10"/>
    <p:sldId id="319" r:id="rId11"/>
    <p:sldId id="320" r:id="rId12"/>
    <p:sldId id="264" r:id="rId13"/>
    <p:sldId id="263" r:id="rId14"/>
    <p:sldId id="321" r:id="rId15"/>
    <p:sldId id="265" r:id="rId16"/>
    <p:sldId id="270" r:id="rId17"/>
    <p:sldId id="322" r:id="rId18"/>
    <p:sldId id="266" r:id="rId19"/>
    <p:sldId id="271" r:id="rId20"/>
    <p:sldId id="275" r:id="rId21"/>
    <p:sldId id="277" r:id="rId22"/>
    <p:sldId id="278" r:id="rId23"/>
    <p:sldId id="276" r:id="rId24"/>
    <p:sldId id="279" r:id="rId25"/>
    <p:sldId id="280" r:id="rId26"/>
    <p:sldId id="268" r:id="rId27"/>
    <p:sldId id="323" r:id="rId28"/>
    <p:sldId id="324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92" r:id="rId37"/>
    <p:sldId id="288" r:id="rId38"/>
    <p:sldId id="325" r:id="rId39"/>
    <p:sldId id="297" r:id="rId40"/>
    <p:sldId id="289" r:id="rId41"/>
    <p:sldId id="326" r:id="rId42"/>
    <p:sldId id="294" r:id="rId43"/>
    <p:sldId id="291" r:id="rId44"/>
    <p:sldId id="301" r:id="rId45"/>
    <p:sldId id="303" r:id="rId46"/>
    <p:sldId id="302" r:id="rId47"/>
    <p:sldId id="295" r:id="rId48"/>
    <p:sldId id="296" r:id="rId49"/>
    <p:sldId id="304" r:id="rId50"/>
    <p:sldId id="315" r:id="rId51"/>
    <p:sldId id="298" r:id="rId52"/>
    <p:sldId id="300" r:id="rId53"/>
    <p:sldId id="290" r:id="rId54"/>
    <p:sldId id="307" r:id="rId55"/>
    <p:sldId id="309" r:id="rId56"/>
    <p:sldId id="308" r:id="rId57"/>
    <p:sldId id="306" r:id="rId58"/>
    <p:sldId id="310" r:id="rId59"/>
    <p:sldId id="311" r:id="rId60"/>
    <p:sldId id="313" r:id="rId61"/>
    <p:sldId id="312" r:id="rId62"/>
    <p:sldId id="314" r:id="rId63"/>
    <p:sldId id="305" r:id="rId64"/>
    <p:sldId id="299" r:id="rId65"/>
    <p:sldId id="269" r:id="rId66"/>
    <p:sldId id="327" r:id="rId67"/>
    <p:sldId id="328" r:id="rId68"/>
    <p:sldId id="257" r:id="rId69"/>
    <p:sldId id="261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F"/>
    <a:srgbClr val="E1CB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57" autoAdjust="0"/>
    <p:restoredTop sz="94660"/>
  </p:normalViewPr>
  <p:slideViewPr>
    <p:cSldViewPr snapToGrid="0">
      <p:cViewPr>
        <p:scale>
          <a:sx n="75" d="100"/>
          <a:sy n="75" d="100"/>
        </p:scale>
        <p:origin x="228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González i Vilardaga" userId="69192fb29b49cef1" providerId="LiveId" clId="{ED438556-BEE4-454F-B5B7-B05AE57EF495}"/>
    <pc:docChg chg="undo redo custSel addSld delSld modSld sldOrd">
      <pc:chgData name="Laura González i Vilardaga" userId="69192fb29b49cef1" providerId="LiveId" clId="{ED438556-BEE4-454F-B5B7-B05AE57EF495}" dt="2026-09-05T15:20:15.836" v="7277" actId="2890"/>
      <pc:docMkLst>
        <pc:docMk/>
      </pc:docMkLst>
      <pc:sldChg chg="addSp delSp modSp mod">
        <pc:chgData name="Laura González i Vilardaga" userId="69192fb29b49cef1" providerId="LiveId" clId="{ED438556-BEE4-454F-B5B7-B05AE57EF495}" dt="2026-09-04T11:07:31.578" v="7104" actId="478"/>
        <pc:sldMkLst>
          <pc:docMk/>
          <pc:sldMk cId="1588604338" sldId="258"/>
        </pc:sldMkLst>
        <pc:spChg chg="add del">
          <ac:chgData name="Laura González i Vilardaga" userId="69192fb29b49cef1" providerId="LiveId" clId="{ED438556-BEE4-454F-B5B7-B05AE57EF495}" dt="2026-09-04T11:07:23.779" v="7103" actId="478"/>
          <ac:spMkLst>
            <pc:docMk/>
            <pc:sldMk cId="1588604338" sldId="258"/>
            <ac:spMk id="3" creationId="{06558B05-7827-2549-614B-77BFBD8A298A}"/>
          </ac:spMkLst>
        </pc:spChg>
        <pc:spChg chg="add del">
          <ac:chgData name="Laura González i Vilardaga" userId="69192fb29b49cef1" providerId="LiveId" clId="{ED438556-BEE4-454F-B5B7-B05AE57EF495}" dt="2026-09-04T11:07:31.578" v="7104" actId="478"/>
          <ac:spMkLst>
            <pc:docMk/>
            <pc:sldMk cId="1588604338" sldId="258"/>
            <ac:spMk id="15" creationId="{9D3B735F-6A96-1849-97FD-4017E0AB72D6}"/>
          </ac:spMkLst>
        </pc:spChg>
        <pc:spChg chg="add del">
          <ac:chgData name="Laura González i Vilardaga" userId="69192fb29b49cef1" providerId="LiveId" clId="{ED438556-BEE4-454F-B5B7-B05AE57EF495}" dt="2026-09-04T11:07:31.578" v="7104" actId="478"/>
          <ac:spMkLst>
            <pc:docMk/>
            <pc:sldMk cId="1588604338" sldId="258"/>
            <ac:spMk id="16" creationId="{1054A064-1BF6-FEF1-1721-3B4960ADA407}"/>
          </ac:spMkLst>
        </pc:spChg>
        <pc:spChg chg="add del">
          <ac:chgData name="Laura González i Vilardaga" userId="69192fb29b49cef1" providerId="LiveId" clId="{ED438556-BEE4-454F-B5B7-B05AE57EF495}" dt="2026-09-04T11:07:31.578" v="7104" actId="478"/>
          <ac:spMkLst>
            <pc:docMk/>
            <pc:sldMk cId="1588604338" sldId="258"/>
            <ac:spMk id="19" creationId="{54EE7E9C-9375-BA12-244D-ACBDA2A5C81B}"/>
          </ac:spMkLst>
        </pc:spChg>
        <pc:spChg chg="add del">
          <ac:chgData name="Laura González i Vilardaga" userId="69192fb29b49cef1" providerId="LiveId" clId="{ED438556-BEE4-454F-B5B7-B05AE57EF495}" dt="2026-09-04T11:07:23.779" v="7103" actId="478"/>
          <ac:spMkLst>
            <pc:docMk/>
            <pc:sldMk cId="1588604338" sldId="258"/>
            <ac:spMk id="37" creationId="{8AFCA27A-B235-DBF8-47A8-1D826657212E}"/>
          </ac:spMkLst>
        </pc:spChg>
        <pc:spChg chg="add del mod">
          <ac:chgData name="Laura González i Vilardaga" userId="69192fb29b49cef1" providerId="LiveId" clId="{ED438556-BEE4-454F-B5B7-B05AE57EF495}" dt="2026-09-04T11:07:23.779" v="7103" actId="478"/>
          <ac:spMkLst>
            <pc:docMk/>
            <pc:sldMk cId="1588604338" sldId="258"/>
            <ac:spMk id="39" creationId="{10C389B2-F96F-F997-42D2-179E929BDC4B}"/>
          </ac:spMkLst>
        </pc:spChg>
        <pc:picChg chg="add del">
          <ac:chgData name="Laura González i Vilardaga" userId="69192fb29b49cef1" providerId="LiveId" clId="{ED438556-BEE4-454F-B5B7-B05AE57EF495}" dt="2026-09-04T11:07:23.779" v="7103" actId="478"/>
          <ac:picMkLst>
            <pc:docMk/>
            <pc:sldMk cId="1588604338" sldId="258"/>
            <ac:picMk id="12" creationId="{F250EFF6-9EA2-5072-CACB-A2C8B2D5C3D5}"/>
          </ac:picMkLst>
        </pc:picChg>
        <pc:cxnChg chg="add del">
          <ac:chgData name="Laura González i Vilardaga" userId="69192fb29b49cef1" providerId="LiveId" clId="{ED438556-BEE4-454F-B5B7-B05AE57EF495}" dt="2026-09-04T11:07:23.779" v="7103" actId="478"/>
          <ac:cxnSpMkLst>
            <pc:docMk/>
            <pc:sldMk cId="1588604338" sldId="258"/>
            <ac:cxnSpMk id="20" creationId="{201AF7BB-0692-68BB-99C8-ACF1906969D6}"/>
          </ac:cxnSpMkLst>
        </pc:cxnChg>
        <pc:cxnChg chg="add del mod">
          <ac:chgData name="Laura González i Vilardaga" userId="69192fb29b49cef1" providerId="LiveId" clId="{ED438556-BEE4-454F-B5B7-B05AE57EF495}" dt="2026-09-04T11:07:31.578" v="7104" actId="478"/>
          <ac:cxnSpMkLst>
            <pc:docMk/>
            <pc:sldMk cId="1588604338" sldId="258"/>
            <ac:cxnSpMk id="25" creationId="{8F670E73-92D7-5D28-3554-72B57F0FAF2B}"/>
          </ac:cxnSpMkLst>
        </pc:cxnChg>
        <pc:cxnChg chg="del mod">
          <ac:chgData name="Laura González i Vilardaga" userId="69192fb29b49cef1" providerId="LiveId" clId="{ED438556-BEE4-454F-B5B7-B05AE57EF495}" dt="2026-09-04T11:07:31.578" v="7104" actId="478"/>
          <ac:cxnSpMkLst>
            <pc:docMk/>
            <pc:sldMk cId="1588604338" sldId="258"/>
            <ac:cxnSpMk id="33" creationId="{16DD9B64-EBC4-3025-8006-DBE9F138C2E0}"/>
          </ac:cxnSpMkLst>
        </pc:cxnChg>
        <pc:cxnChg chg="add del">
          <ac:chgData name="Laura González i Vilardaga" userId="69192fb29b49cef1" providerId="LiveId" clId="{ED438556-BEE4-454F-B5B7-B05AE57EF495}" dt="2026-09-04T11:07:23.779" v="7103" actId="478"/>
          <ac:cxnSpMkLst>
            <pc:docMk/>
            <pc:sldMk cId="1588604338" sldId="258"/>
            <ac:cxnSpMk id="35" creationId="{739D514E-F807-08BC-6C3E-299ABC7CBB6D}"/>
          </ac:cxnSpMkLst>
        </pc:cxnChg>
      </pc:sldChg>
      <pc:sldChg chg="modSp mod">
        <pc:chgData name="Laura González i Vilardaga" userId="69192fb29b49cef1" providerId="LiveId" clId="{ED438556-BEE4-454F-B5B7-B05AE57EF495}" dt="2026-09-04T13:49:45.789" v="7266" actId="20577"/>
        <pc:sldMkLst>
          <pc:docMk/>
          <pc:sldMk cId="3896699381" sldId="259"/>
        </pc:sldMkLst>
        <pc:spChg chg="mod">
          <ac:chgData name="Laura González i Vilardaga" userId="69192fb29b49cef1" providerId="LiveId" clId="{ED438556-BEE4-454F-B5B7-B05AE57EF495}" dt="2026-09-04T13:49:45.789" v="7266" actId="20577"/>
          <ac:spMkLst>
            <pc:docMk/>
            <pc:sldMk cId="3896699381" sldId="259"/>
            <ac:spMk id="3" creationId="{6FBA1EB4-882B-3F8F-AF96-204B959E8B34}"/>
          </ac:spMkLst>
        </pc:spChg>
      </pc:sldChg>
      <pc:sldChg chg="modSp mod">
        <pc:chgData name="Laura González i Vilardaga" userId="69192fb29b49cef1" providerId="LiveId" clId="{ED438556-BEE4-454F-B5B7-B05AE57EF495}" dt="2026-09-04T04:27:40.398" v="1093" actId="113"/>
        <pc:sldMkLst>
          <pc:docMk/>
          <pc:sldMk cId="3343572980" sldId="260"/>
        </pc:sldMkLst>
        <pc:spChg chg="mod">
          <ac:chgData name="Laura González i Vilardaga" userId="69192fb29b49cef1" providerId="LiveId" clId="{ED438556-BEE4-454F-B5B7-B05AE57EF495}" dt="2026-09-04T04:27:40.398" v="1093" actId="113"/>
          <ac:spMkLst>
            <pc:docMk/>
            <pc:sldMk cId="3343572980" sldId="260"/>
            <ac:spMk id="3" creationId="{BE78B85A-1EEB-B7B8-A119-DDAF2C07C67D}"/>
          </ac:spMkLst>
        </pc:spChg>
      </pc:sldChg>
      <pc:sldChg chg="addSp delSp modSp mod">
        <pc:chgData name="Laura González i Vilardaga" userId="69192fb29b49cef1" providerId="LiveId" clId="{ED438556-BEE4-454F-B5B7-B05AE57EF495}" dt="2026-09-04T11:16:10.057" v="7115" actId="478"/>
        <pc:sldMkLst>
          <pc:docMk/>
          <pc:sldMk cId="3549276665" sldId="262"/>
        </pc:sldMkLst>
        <pc:spChg chg="del">
          <ac:chgData name="Laura González i Vilardaga" userId="69192fb29b49cef1" providerId="LiveId" clId="{ED438556-BEE4-454F-B5B7-B05AE57EF495}" dt="2026-09-04T03:19:26.903" v="1"/>
          <ac:spMkLst>
            <pc:docMk/>
            <pc:sldMk cId="3549276665" sldId="262"/>
            <ac:spMk id="3" creationId="{121422FE-FC15-70A2-0CA0-78B0450CB631}"/>
          </ac:spMkLst>
        </pc:spChg>
        <pc:spChg chg="add del mod">
          <ac:chgData name="Laura González i Vilardaga" userId="69192fb29b49cef1" providerId="LiveId" clId="{ED438556-BEE4-454F-B5B7-B05AE57EF495}" dt="2026-09-04T11:16:10.057" v="7115" actId="478"/>
          <ac:spMkLst>
            <pc:docMk/>
            <pc:sldMk cId="3549276665" sldId="262"/>
            <ac:spMk id="13" creationId="{187F299B-E911-0F20-7060-0AC5374C7C1D}"/>
          </ac:spMkLst>
        </pc:spChg>
        <pc:spChg chg="add mod">
          <ac:chgData name="Laura González i Vilardaga" userId="69192fb29b49cef1" providerId="LiveId" clId="{ED438556-BEE4-454F-B5B7-B05AE57EF495}" dt="2026-09-04T04:47:39.343" v="1348" actId="2"/>
          <ac:spMkLst>
            <pc:docMk/>
            <pc:sldMk cId="3549276665" sldId="262"/>
            <ac:spMk id="15" creationId="{CC3DF064-44CE-A31D-85DE-B2E5E40B5960}"/>
          </ac:spMkLst>
        </pc:spChg>
        <pc:graphicFrameChg chg="add del mod modGraphic">
          <ac:chgData name="Laura González i Vilardaga" userId="69192fb29b49cef1" providerId="LiveId" clId="{ED438556-BEE4-454F-B5B7-B05AE57EF495}" dt="2026-09-04T11:16:04.643" v="7113" actId="478"/>
          <ac:graphicFrameMkLst>
            <pc:docMk/>
            <pc:sldMk cId="3549276665" sldId="262"/>
            <ac:graphicFrameMk id="14" creationId="{6AC76ADF-7048-E799-5EC5-700AB1F754E9}"/>
          </ac:graphicFrameMkLst>
        </pc:graphicFrameChg>
        <pc:picChg chg="add mod ord modCrop">
          <ac:chgData name="Laura González i Vilardaga" userId="69192fb29b49cef1" providerId="LiveId" clId="{ED438556-BEE4-454F-B5B7-B05AE57EF495}" dt="2026-09-04T04:26:41.357" v="1083" actId="1076"/>
          <ac:picMkLst>
            <pc:docMk/>
            <pc:sldMk cId="3549276665" sldId="262"/>
            <ac:picMk id="8" creationId="{B5EB81AF-3006-0F82-C189-D5D4365892BA}"/>
          </ac:picMkLst>
        </pc:picChg>
        <pc:picChg chg="add mod modCrop">
          <ac:chgData name="Laura González i Vilardaga" userId="69192fb29b49cef1" providerId="LiveId" clId="{ED438556-BEE4-454F-B5B7-B05AE57EF495}" dt="2026-09-04T04:26:41.357" v="1083" actId="1076"/>
          <ac:picMkLst>
            <pc:docMk/>
            <pc:sldMk cId="3549276665" sldId="262"/>
            <ac:picMk id="10" creationId="{51B0D2A1-59F3-68F3-65B4-9FEBDDBECF52}"/>
          </ac:picMkLst>
        </pc:picChg>
        <pc:picChg chg="add del mod">
          <ac:chgData name="Laura González i Vilardaga" userId="69192fb29b49cef1" providerId="LiveId" clId="{ED438556-BEE4-454F-B5B7-B05AE57EF495}" dt="2026-09-04T11:16:05.829" v="7114" actId="478"/>
          <ac:picMkLst>
            <pc:docMk/>
            <pc:sldMk cId="3549276665" sldId="262"/>
            <ac:picMk id="12" creationId="{6126B7C1-4F4D-427C-6A6F-4D711E9709E2}"/>
          </ac:picMkLst>
        </pc:picChg>
      </pc:sldChg>
      <pc:sldChg chg="addSp delSp modSp mod">
        <pc:chgData name="Laura González i Vilardaga" userId="69192fb29b49cef1" providerId="LiveId" clId="{ED438556-BEE4-454F-B5B7-B05AE57EF495}" dt="2026-09-04T11:48:44.680" v="7135" actId="478"/>
        <pc:sldMkLst>
          <pc:docMk/>
          <pc:sldMk cId="649756241" sldId="263"/>
        </pc:sldMkLst>
        <pc:spChg chg="mod">
          <ac:chgData name="Laura González i Vilardaga" userId="69192fb29b49cef1" providerId="LiveId" clId="{ED438556-BEE4-454F-B5B7-B05AE57EF495}" dt="2026-09-04T04:05:03.696" v="565" actId="20577"/>
          <ac:spMkLst>
            <pc:docMk/>
            <pc:sldMk cId="649756241" sldId="263"/>
            <ac:spMk id="2" creationId="{E49AB7C0-AF43-C531-C350-15717EF09682}"/>
          </ac:spMkLst>
        </pc:spChg>
        <pc:spChg chg="mod">
          <ac:chgData name="Laura González i Vilardaga" userId="69192fb29b49cef1" providerId="LiveId" clId="{ED438556-BEE4-454F-B5B7-B05AE57EF495}" dt="2026-09-04T11:48:31.615" v="7134" actId="20577"/>
          <ac:spMkLst>
            <pc:docMk/>
            <pc:sldMk cId="649756241" sldId="263"/>
            <ac:spMk id="3" creationId="{DC091D08-75CF-EEC0-7698-3014350D932D}"/>
          </ac:spMkLst>
        </pc:spChg>
        <pc:spChg chg="add mod">
          <ac:chgData name="Laura González i Vilardaga" userId="69192fb29b49cef1" providerId="LiveId" clId="{ED438556-BEE4-454F-B5B7-B05AE57EF495}" dt="2026-09-04T04:24:58.428" v="1073" actId="113"/>
          <ac:spMkLst>
            <pc:docMk/>
            <pc:sldMk cId="649756241" sldId="263"/>
            <ac:spMk id="7" creationId="{9D1F8A66-8CA4-0918-B7BB-D787B2600FB2}"/>
          </ac:spMkLst>
        </pc:spChg>
        <pc:spChg chg="add del mod">
          <ac:chgData name="Laura González i Vilardaga" userId="69192fb29b49cef1" providerId="LiveId" clId="{ED438556-BEE4-454F-B5B7-B05AE57EF495}" dt="2026-09-04T04:24:07.513" v="1063" actId="478"/>
          <ac:spMkLst>
            <pc:docMk/>
            <pc:sldMk cId="649756241" sldId="263"/>
            <ac:spMk id="8" creationId="{DB82CAA5-6E28-DF38-0248-221FF2A8D4E7}"/>
          </ac:spMkLst>
        </pc:spChg>
        <pc:spChg chg="add del mod">
          <ac:chgData name="Laura González i Vilardaga" userId="69192fb29b49cef1" providerId="LiveId" clId="{ED438556-BEE4-454F-B5B7-B05AE57EF495}" dt="2026-09-04T04:23:08.204" v="1054" actId="478"/>
          <ac:spMkLst>
            <pc:docMk/>
            <pc:sldMk cId="649756241" sldId="263"/>
            <ac:spMk id="9" creationId="{F784FEC5-D4C8-3C4E-A11F-3DFEABA2126E}"/>
          </ac:spMkLst>
        </pc:spChg>
        <pc:spChg chg="add del mod">
          <ac:chgData name="Laura González i Vilardaga" userId="69192fb29b49cef1" providerId="LiveId" clId="{ED438556-BEE4-454F-B5B7-B05AE57EF495}" dt="2026-09-04T11:48:44.680" v="7135" actId="478"/>
          <ac:spMkLst>
            <pc:docMk/>
            <pc:sldMk cId="649756241" sldId="263"/>
            <ac:spMk id="10" creationId="{86AF61CE-1C4B-BABE-E7D7-8095DA99F444}"/>
          </ac:spMkLst>
        </pc:spChg>
      </pc:sldChg>
      <pc:sldChg chg="addSp delSp modSp mod">
        <pc:chgData name="Laura González i Vilardaga" userId="69192fb29b49cef1" providerId="LiveId" clId="{ED438556-BEE4-454F-B5B7-B05AE57EF495}" dt="2026-09-04T13:45:28.220" v="7239" actId="20577"/>
        <pc:sldMkLst>
          <pc:docMk/>
          <pc:sldMk cId="2530077443" sldId="264"/>
        </pc:sldMkLst>
        <pc:spChg chg="mod">
          <ac:chgData name="Laura González i Vilardaga" userId="69192fb29b49cef1" providerId="LiveId" clId="{ED438556-BEE4-454F-B5B7-B05AE57EF495}" dt="2026-09-04T04:08:54.847" v="579" actId="20577"/>
          <ac:spMkLst>
            <pc:docMk/>
            <pc:sldMk cId="2530077443" sldId="264"/>
            <ac:spMk id="2" creationId="{D656A04C-B436-A130-A10A-5F09AF54C292}"/>
          </ac:spMkLst>
        </pc:spChg>
        <pc:spChg chg="del mod">
          <ac:chgData name="Laura González i Vilardaga" userId="69192fb29b49cef1" providerId="LiveId" clId="{ED438556-BEE4-454F-B5B7-B05AE57EF495}" dt="2026-09-04T03:54:22.505" v="368" actId="478"/>
          <ac:spMkLst>
            <pc:docMk/>
            <pc:sldMk cId="2530077443" sldId="264"/>
            <ac:spMk id="3" creationId="{1B8B0075-9241-FA52-BF13-97EC8AFDC99D}"/>
          </ac:spMkLst>
        </pc:spChg>
        <pc:spChg chg="add mod">
          <ac:chgData name="Laura González i Vilardaga" userId="69192fb29b49cef1" providerId="LiveId" clId="{ED438556-BEE4-454F-B5B7-B05AE57EF495}" dt="2026-09-04T03:54:47.602" v="380" actId="1076"/>
          <ac:spMkLst>
            <pc:docMk/>
            <pc:sldMk cId="2530077443" sldId="264"/>
            <ac:spMk id="8" creationId="{F999089B-7D20-80E9-E1BF-2D0BAD43A56B}"/>
          </ac:spMkLst>
        </pc:spChg>
        <pc:spChg chg="add mod">
          <ac:chgData name="Laura González i Vilardaga" userId="69192fb29b49cef1" providerId="LiveId" clId="{ED438556-BEE4-454F-B5B7-B05AE57EF495}" dt="2026-09-04T03:56:32.709" v="385" actId="1076"/>
          <ac:spMkLst>
            <pc:docMk/>
            <pc:sldMk cId="2530077443" sldId="264"/>
            <ac:spMk id="9" creationId="{07FB88D2-3E78-863A-9D43-6E2273C79582}"/>
          </ac:spMkLst>
        </pc:spChg>
        <pc:spChg chg="add mod">
          <ac:chgData name="Laura González i Vilardaga" userId="69192fb29b49cef1" providerId="LiveId" clId="{ED438556-BEE4-454F-B5B7-B05AE57EF495}" dt="2026-09-04T13:45:28.220" v="7239" actId="20577"/>
          <ac:spMkLst>
            <pc:docMk/>
            <pc:sldMk cId="2530077443" sldId="264"/>
            <ac:spMk id="11" creationId="{BFEA7368-99B3-D0B0-6F22-E1B0276E545C}"/>
          </ac:spMkLst>
        </pc:spChg>
        <pc:graphicFrameChg chg="add mod modGraphic">
          <ac:chgData name="Laura González i Vilardaga" userId="69192fb29b49cef1" providerId="LiveId" clId="{ED438556-BEE4-454F-B5B7-B05AE57EF495}" dt="2026-09-04T04:04:38.011" v="541" actId="207"/>
          <ac:graphicFrameMkLst>
            <pc:docMk/>
            <pc:sldMk cId="2530077443" sldId="264"/>
            <ac:graphicFrameMk id="10" creationId="{E5B26FD2-AB2B-F667-0290-310C267952FB}"/>
          </ac:graphicFrameMkLst>
        </pc:graphicFrameChg>
        <pc:picChg chg="add mod modCrop">
          <ac:chgData name="Laura González i Vilardaga" userId="69192fb29b49cef1" providerId="LiveId" clId="{ED438556-BEE4-454F-B5B7-B05AE57EF495}" dt="2026-09-04T03:54:30.208" v="370" actId="1076"/>
          <ac:picMkLst>
            <pc:docMk/>
            <pc:sldMk cId="2530077443" sldId="264"/>
            <ac:picMk id="7" creationId="{F0DD1C63-9C5F-955D-3628-6CC1AC917399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4:25:55.061" v="1082" actId="1076"/>
        <pc:sldMkLst>
          <pc:docMk/>
          <pc:sldMk cId="1189702896" sldId="265"/>
        </pc:sldMkLst>
        <pc:spChg chg="mod">
          <ac:chgData name="Laura González i Vilardaga" userId="69192fb29b49cef1" providerId="LiveId" clId="{ED438556-BEE4-454F-B5B7-B05AE57EF495}" dt="2026-09-04T04:25:55.061" v="1082" actId="1076"/>
          <ac:spMkLst>
            <pc:docMk/>
            <pc:sldMk cId="1189702896" sldId="265"/>
            <ac:spMk id="2" creationId="{300BD8BE-3F70-BD5F-0605-EB5904DC4DEE}"/>
          </ac:spMkLst>
        </pc:spChg>
        <pc:spChg chg="del mod">
          <ac:chgData name="Laura González i Vilardaga" userId="69192fb29b49cef1" providerId="LiveId" clId="{ED438556-BEE4-454F-B5B7-B05AE57EF495}" dt="2026-09-04T04:20:08.332" v="1014" actId="21"/>
          <ac:spMkLst>
            <pc:docMk/>
            <pc:sldMk cId="1189702896" sldId="265"/>
            <ac:spMk id="3" creationId="{DB82CAA5-6E28-DF38-0248-221FF2A8D4E7}"/>
          </ac:spMkLst>
        </pc:spChg>
        <pc:spChg chg="add mod">
          <ac:chgData name="Laura González i Vilardaga" userId="69192fb29b49cef1" providerId="LiveId" clId="{ED438556-BEE4-454F-B5B7-B05AE57EF495}" dt="2026-09-04T04:25:25.780" v="1076" actId="1076"/>
          <ac:spMkLst>
            <pc:docMk/>
            <pc:sldMk cId="1189702896" sldId="265"/>
            <ac:spMk id="7" creationId="{380BB319-B3EA-C32B-2520-518ADD718B57}"/>
          </ac:spMkLst>
        </pc:spChg>
        <pc:spChg chg="add del mod">
          <ac:chgData name="Laura González i Vilardaga" userId="69192fb29b49cef1" providerId="LiveId" clId="{ED438556-BEE4-454F-B5B7-B05AE57EF495}" dt="2026-09-04T04:25:18.167" v="1075" actId="478"/>
          <ac:spMkLst>
            <pc:docMk/>
            <pc:sldMk cId="1189702896" sldId="265"/>
            <ac:spMk id="9" creationId="{77D13D32-0015-E3ED-D67D-34147D5F1AD8}"/>
          </ac:spMkLst>
        </pc:spChg>
        <pc:cxnChg chg="add mod">
          <ac:chgData name="Laura González i Vilardaga" userId="69192fb29b49cef1" providerId="LiveId" clId="{ED438556-BEE4-454F-B5B7-B05AE57EF495}" dt="2026-09-04T04:25:52.685" v="1081" actId="1076"/>
          <ac:cxnSpMkLst>
            <pc:docMk/>
            <pc:sldMk cId="1189702896" sldId="265"/>
            <ac:cxnSpMk id="10" creationId="{F409D2CE-E1D7-4F7A-A217-8B2DB07324D4}"/>
          </ac:cxnSpMkLst>
        </pc:cxnChg>
      </pc:sldChg>
      <pc:sldChg chg="addSp delSp modSp add del mod">
        <pc:chgData name="Laura González i Vilardaga" userId="69192fb29b49cef1" providerId="LiveId" clId="{ED438556-BEE4-454F-B5B7-B05AE57EF495}" dt="2026-09-04T03:48:36.114" v="314" actId="47"/>
        <pc:sldMkLst>
          <pc:docMk/>
          <pc:sldMk cId="3920482961" sldId="265"/>
        </pc:sldMkLst>
        <pc:spChg chg="add mod">
          <ac:chgData name="Laura González i Vilardaga" userId="69192fb29b49cef1" providerId="LiveId" clId="{ED438556-BEE4-454F-B5B7-B05AE57EF495}" dt="2026-09-04T03:48:32.124" v="313" actId="1076"/>
          <ac:spMkLst>
            <pc:docMk/>
            <pc:sldMk cId="3920482961" sldId="265"/>
            <ac:spMk id="7" creationId="{D594F8CA-21D6-C1DA-ED68-A898339A3298}"/>
          </ac:spMkLst>
        </pc:spChg>
        <pc:picChg chg="del">
          <ac:chgData name="Laura González i Vilardaga" userId="69192fb29b49cef1" providerId="LiveId" clId="{ED438556-BEE4-454F-B5B7-B05AE57EF495}" dt="2026-09-04T03:48:21.200" v="311" actId="478"/>
          <ac:picMkLst>
            <pc:docMk/>
            <pc:sldMk cId="3920482961" sldId="265"/>
            <ac:picMk id="8" creationId="{7DA8AC22-3C0F-6603-D098-56BCB167EA67}"/>
          </ac:picMkLst>
        </pc:picChg>
        <pc:picChg chg="del">
          <ac:chgData name="Laura González i Vilardaga" userId="69192fb29b49cef1" providerId="LiveId" clId="{ED438556-BEE4-454F-B5B7-B05AE57EF495}" dt="2026-09-04T03:48:20.573" v="310" actId="478"/>
          <ac:picMkLst>
            <pc:docMk/>
            <pc:sldMk cId="3920482961" sldId="265"/>
            <ac:picMk id="10" creationId="{04C11E85-7953-EB89-84ED-188FC40FB35A}"/>
          </ac:picMkLst>
        </pc:picChg>
        <pc:picChg chg="del">
          <ac:chgData name="Laura González i Vilardaga" userId="69192fb29b49cef1" providerId="LiveId" clId="{ED438556-BEE4-454F-B5B7-B05AE57EF495}" dt="2026-09-04T03:48:23.452" v="312" actId="478"/>
          <ac:picMkLst>
            <pc:docMk/>
            <pc:sldMk cId="3920482961" sldId="265"/>
            <ac:picMk id="12" creationId="{26FFE7AC-724F-BDAD-75E2-025009AB3436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11:59:54.202" v="7141" actId="113"/>
        <pc:sldMkLst>
          <pc:docMk/>
          <pc:sldMk cId="3008133213" sldId="266"/>
        </pc:sldMkLst>
        <pc:spChg chg="mod">
          <ac:chgData name="Laura González i Vilardaga" userId="69192fb29b49cef1" providerId="LiveId" clId="{ED438556-BEE4-454F-B5B7-B05AE57EF495}" dt="2026-09-04T04:38:44.457" v="1319" actId="20577"/>
          <ac:spMkLst>
            <pc:docMk/>
            <pc:sldMk cId="3008133213" sldId="266"/>
            <ac:spMk id="2" creationId="{580832C6-7E5A-5A19-5450-8830BBC61B82}"/>
          </ac:spMkLst>
        </pc:spChg>
        <pc:spChg chg="mod">
          <ac:chgData name="Laura González i Vilardaga" userId="69192fb29b49cef1" providerId="LiveId" clId="{ED438556-BEE4-454F-B5B7-B05AE57EF495}" dt="2026-09-04T04:38:53.394" v="1320" actId="20577"/>
          <ac:spMkLst>
            <pc:docMk/>
            <pc:sldMk cId="3008133213" sldId="266"/>
            <ac:spMk id="3" creationId="{341126D9-2478-D375-7EBB-BAB972FF3B5E}"/>
          </ac:spMkLst>
        </pc:spChg>
        <pc:spChg chg="add mod">
          <ac:chgData name="Laura González i Vilardaga" userId="69192fb29b49cef1" providerId="LiveId" clId="{ED438556-BEE4-454F-B5B7-B05AE57EF495}" dt="2026-09-04T04:32:57.648" v="1130" actId="164"/>
          <ac:spMkLst>
            <pc:docMk/>
            <pc:sldMk cId="3008133213" sldId="266"/>
            <ac:spMk id="9" creationId="{6C227B77-39B6-2AD4-DD92-15967778D59F}"/>
          </ac:spMkLst>
        </pc:spChg>
        <pc:spChg chg="add del mod">
          <ac:chgData name="Laura González i Vilardaga" userId="69192fb29b49cef1" providerId="LiveId" clId="{ED438556-BEE4-454F-B5B7-B05AE57EF495}" dt="2026-09-04T04:35:21.255" v="1212" actId="478"/>
          <ac:spMkLst>
            <pc:docMk/>
            <pc:sldMk cId="3008133213" sldId="266"/>
            <ac:spMk id="12" creationId="{97E8449C-8CBF-C788-EE60-6D2A31A9A592}"/>
          </ac:spMkLst>
        </pc:spChg>
        <pc:spChg chg="add mod">
          <ac:chgData name="Laura González i Vilardaga" userId="69192fb29b49cef1" providerId="LiveId" clId="{ED438556-BEE4-454F-B5B7-B05AE57EF495}" dt="2026-09-04T11:59:54.202" v="7141" actId="113"/>
          <ac:spMkLst>
            <pc:docMk/>
            <pc:sldMk cId="3008133213" sldId="266"/>
            <ac:spMk id="13" creationId="{BBCEADB8-B157-D96B-D59A-59D3EED1E6CB}"/>
          </ac:spMkLst>
        </pc:spChg>
        <pc:grpChg chg="add mod">
          <ac:chgData name="Laura González i Vilardaga" userId="69192fb29b49cef1" providerId="LiveId" clId="{ED438556-BEE4-454F-B5B7-B05AE57EF495}" dt="2026-09-04T04:34:15.221" v="1142" actId="1076"/>
          <ac:grpSpMkLst>
            <pc:docMk/>
            <pc:sldMk cId="3008133213" sldId="266"/>
            <ac:grpSpMk id="10" creationId="{809C7F53-7267-F692-4CBE-60E27C0F4859}"/>
          </ac:grpSpMkLst>
        </pc:grpChg>
        <pc:picChg chg="add mod">
          <ac:chgData name="Laura González i Vilardaga" userId="69192fb29b49cef1" providerId="LiveId" clId="{ED438556-BEE4-454F-B5B7-B05AE57EF495}" dt="2026-09-04T04:32:57.648" v="1130" actId="164"/>
          <ac:picMkLst>
            <pc:docMk/>
            <pc:sldMk cId="3008133213" sldId="266"/>
            <ac:picMk id="8" creationId="{EA5FA056-512B-8005-98DE-DE44F10FCC5E}"/>
          </ac:picMkLst>
        </pc:picChg>
        <pc:picChg chg="add mod">
          <ac:chgData name="Laura González i Vilardaga" userId="69192fb29b49cef1" providerId="LiveId" clId="{ED438556-BEE4-454F-B5B7-B05AE57EF495}" dt="2026-09-04T06:43:43.906" v="3588" actId="1076"/>
          <ac:picMkLst>
            <pc:docMk/>
            <pc:sldMk cId="3008133213" sldId="266"/>
            <ac:picMk id="15" creationId="{995C9622-895A-0197-6DF0-FDDAA30C1F72}"/>
          </ac:picMkLst>
        </pc:picChg>
        <pc:cxnChg chg="add del mod">
          <ac:chgData name="Laura González i Vilardaga" userId="69192fb29b49cef1" providerId="LiveId" clId="{ED438556-BEE4-454F-B5B7-B05AE57EF495}" dt="2026-09-04T04:34:03.557" v="1138" actId="478"/>
          <ac:cxnSpMkLst>
            <pc:docMk/>
            <pc:sldMk cId="3008133213" sldId="266"/>
            <ac:cxnSpMk id="11" creationId="{10920454-BD06-B7F6-17A2-A0074B3ECD68}"/>
          </ac:cxnSpMkLst>
        </pc:cxnChg>
      </pc:sldChg>
      <pc:sldChg chg="addSp delSp modSp add del mod">
        <pc:chgData name="Laura González i Vilardaga" userId="69192fb29b49cef1" providerId="LiveId" clId="{ED438556-BEE4-454F-B5B7-B05AE57EF495}" dt="2026-09-04T05:22:56.568" v="2007" actId="47"/>
        <pc:sldMkLst>
          <pc:docMk/>
          <pc:sldMk cId="3684158188" sldId="267"/>
        </pc:sldMkLst>
        <pc:spChg chg="mod">
          <ac:chgData name="Laura González i Vilardaga" userId="69192fb29b49cef1" providerId="LiveId" clId="{ED438556-BEE4-454F-B5B7-B05AE57EF495}" dt="2026-09-04T04:51:59.885" v="1475" actId="20577"/>
          <ac:spMkLst>
            <pc:docMk/>
            <pc:sldMk cId="3684158188" sldId="267"/>
            <ac:spMk id="2" creationId="{6A7EB8B5-837C-01FA-E27B-726C3210E505}"/>
          </ac:spMkLst>
        </pc:spChg>
        <pc:spChg chg="del mod">
          <ac:chgData name="Laura González i Vilardaga" userId="69192fb29b49cef1" providerId="LiveId" clId="{ED438556-BEE4-454F-B5B7-B05AE57EF495}" dt="2026-09-04T05:18:50.178" v="1969" actId="21"/>
          <ac:spMkLst>
            <pc:docMk/>
            <pc:sldMk cId="3684158188" sldId="267"/>
            <ac:spMk id="3" creationId="{7E29FE01-ABF1-6E58-BCEA-856A0575B18E}"/>
          </ac:spMkLst>
        </pc:spChg>
        <pc:spChg chg="add mod">
          <ac:chgData name="Laura González i Vilardaga" userId="69192fb29b49cef1" providerId="LiveId" clId="{ED438556-BEE4-454F-B5B7-B05AE57EF495}" dt="2026-09-04T04:50:41.579" v="1426" actId="1076"/>
          <ac:spMkLst>
            <pc:docMk/>
            <pc:sldMk cId="3684158188" sldId="267"/>
            <ac:spMk id="7" creationId="{9D1F170B-DAE4-4290-C820-6E84B9ED3EA0}"/>
          </ac:spMkLst>
        </pc:spChg>
        <pc:spChg chg="add del mod">
          <ac:chgData name="Laura González i Vilardaga" userId="69192fb29b49cef1" providerId="LiveId" clId="{ED438556-BEE4-454F-B5B7-B05AE57EF495}" dt="2026-09-04T04:48:43.599" v="1357"/>
          <ac:spMkLst>
            <pc:docMk/>
            <pc:sldMk cId="3684158188" sldId="267"/>
            <ac:spMk id="8" creationId="{BDA89394-AE59-DCC8-621E-8163619F04D9}"/>
          </ac:spMkLst>
        </pc:spChg>
        <pc:spChg chg="add mod">
          <ac:chgData name="Laura González i Vilardaga" userId="69192fb29b49cef1" providerId="LiveId" clId="{ED438556-BEE4-454F-B5B7-B05AE57EF495}" dt="2026-09-04T05:19:52.372" v="1979" actId="164"/>
          <ac:spMkLst>
            <pc:docMk/>
            <pc:sldMk cId="3684158188" sldId="267"/>
            <ac:spMk id="10" creationId="{0DCE8169-8EFE-0574-FA8C-F025A4C306F7}"/>
          </ac:spMkLst>
        </pc:spChg>
        <pc:spChg chg="add del mod">
          <ac:chgData name="Laura González i Vilardaga" userId="69192fb29b49cef1" providerId="LiveId" clId="{ED438556-BEE4-454F-B5B7-B05AE57EF495}" dt="2026-09-04T04:54:32.991" v="1502" actId="478"/>
          <ac:spMkLst>
            <pc:docMk/>
            <pc:sldMk cId="3684158188" sldId="267"/>
            <ac:spMk id="13" creationId="{197259BD-8248-A6B7-ECB8-227BB0E4001D}"/>
          </ac:spMkLst>
        </pc:spChg>
        <pc:spChg chg="add del mod">
          <ac:chgData name="Laura González i Vilardaga" userId="69192fb29b49cef1" providerId="LiveId" clId="{ED438556-BEE4-454F-B5B7-B05AE57EF495}" dt="2026-09-04T05:18:45.143" v="1968" actId="478"/>
          <ac:spMkLst>
            <pc:docMk/>
            <pc:sldMk cId="3684158188" sldId="267"/>
            <ac:spMk id="19" creationId="{21E80A23-4596-F2D5-AD66-6387F34AB606}"/>
          </ac:spMkLst>
        </pc:spChg>
        <pc:spChg chg="add mod">
          <ac:chgData name="Laura González i Vilardaga" userId="69192fb29b49cef1" providerId="LiveId" clId="{ED438556-BEE4-454F-B5B7-B05AE57EF495}" dt="2026-09-04T05:10:21.563" v="1552" actId="1076"/>
          <ac:spMkLst>
            <pc:docMk/>
            <pc:sldMk cId="3684158188" sldId="267"/>
            <ac:spMk id="25" creationId="{FC75EC7A-3744-B411-E456-E3C33C9B398C}"/>
          </ac:spMkLst>
        </pc:spChg>
        <pc:spChg chg="add del mod">
          <ac:chgData name="Laura González i Vilardaga" userId="69192fb29b49cef1" providerId="LiveId" clId="{ED438556-BEE4-454F-B5B7-B05AE57EF495}" dt="2026-09-04T05:22:23.535" v="2003" actId="478"/>
          <ac:spMkLst>
            <pc:docMk/>
            <pc:sldMk cId="3684158188" sldId="267"/>
            <ac:spMk id="27" creationId="{0342B1CE-AB50-D6E3-4399-4A1B565BB9A6}"/>
          </ac:spMkLst>
        </pc:spChg>
        <pc:spChg chg="add del mod ord">
          <ac:chgData name="Laura González i Vilardaga" userId="69192fb29b49cef1" providerId="LiveId" clId="{ED438556-BEE4-454F-B5B7-B05AE57EF495}" dt="2026-09-04T05:22:19.544" v="2002" actId="478"/>
          <ac:spMkLst>
            <pc:docMk/>
            <pc:sldMk cId="3684158188" sldId="267"/>
            <ac:spMk id="28" creationId="{E6E05CF8-E805-2708-6F0A-86841C179DA5}"/>
          </ac:spMkLst>
        </pc:spChg>
        <pc:spChg chg="add mod">
          <ac:chgData name="Laura González i Vilardaga" userId="69192fb29b49cef1" providerId="LiveId" clId="{ED438556-BEE4-454F-B5B7-B05AE57EF495}" dt="2026-09-04T05:14:10.021" v="1804"/>
          <ac:spMkLst>
            <pc:docMk/>
            <pc:sldMk cId="3684158188" sldId="267"/>
            <ac:spMk id="29" creationId="{C117D736-E619-4B1D-4CA5-50CFFE16C530}"/>
          </ac:spMkLst>
        </pc:spChg>
        <pc:spChg chg="add mod">
          <ac:chgData name="Laura González i Vilardaga" userId="69192fb29b49cef1" providerId="LiveId" clId="{ED438556-BEE4-454F-B5B7-B05AE57EF495}" dt="2026-09-04T05:14:10.021" v="1804"/>
          <ac:spMkLst>
            <pc:docMk/>
            <pc:sldMk cId="3684158188" sldId="267"/>
            <ac:spMk id="30" creationId="{9CC84E06-C764-3CB3-42DE-3C54255AFE53}"/>
          </ac:spMkLst>
        </pc:spChg>
        <pc:spChg chg="add del mod">
          <ac:chgData name="Laura González i Vilardaga" userId="69192fb29b49cef1" providerId="LiveId" clId="{ED438556-BEE4-454F-B5B7-B05AE57EF495}" dt="2026-09-04T05:22:28.772" v="2005" actId="478"/>
          <ac:spMkLst>
            <pc:docMk/>
            <pc:sldMk cId="3684158188" sldId="267"/>
            <ac:spMk id="33" creationId="{17097C19-AD07-7016-2311-FFA55A895999}"/>
          </ac:spMkLst>
        </pc:spChg>
        <pc:spChg chg="add mod">
          <ac:chgData name="Laura González i Vilardaga" userId="69192fb29b49cef1" providerId="LiveId" clId="{ED438556-BEE4-454F-B5B7-B05AE57EF495}" dt="2026-09-04T05:19:36.709" v="1977" actId="1076"/>
          <ac:spMkLst>
            <pc:docMk/>
            <pc:sldMk cId="3684158188" sldId="267"/>
            <ac:spMk id="36" creationId="{09F9C509-25A1-0E05-77E9-F4814A957C78}"/>
          </ac:spMkLst>
        </pc:spChg>
        <pc:spChg chg="add del mod">
          <ac:chgData name="Laura González i Vilardaga" userId="69192fb29b49cef1" providerId="LiveId" clId="{ED438556-BEE4-454F-B5B7-B05AE57EF495}" dt="2026-09-04T05:18:52.588" v="1971" actId="478"/>
          <ac:spMkLst>
            <pc:docMk/>
            <pc:sldMk cId="3684158188" sldId="267"/>
            <ac:spMk id="38" creationId="{619B6021-ADAA-0E1F-70C0-C83DF6F299E6}"/>
          </ac:spMkLst>
        </pc:spChg>
        <pc:spChg chg="add del mod">
          <ac:chgData name="Laura González i Vilardaga" userId="69192fb29b49cef1" providerId="LiveId" clId="{ED438556-BEE4-454F-B5B7-B05AE57EF495}" dt="2026-09-04T05:21:03.615" v="1989" actId="478"/>
          <ac:spMkLst>
            <pc:docMk/>
            <pc:sldMk cId="3684158188" sldId="267"/>
            <ac:spMk id="40" creationId="{7E29FE01-ABF1-6E58-BCEA-856A0575B18E}"/>
          </ac:spMkLst>
        </pc:spChg>
        <pc:spChg chg="add del">
          <ac:chgData name="Laura González i Vilardaga" userId="69192fb29b49cef1" providerId="LiveId" clId="{ED438556-BEE4-454F-B5B7-B05AE57EF495}" dt="2026-09-04T05:20:27.355" v="1987" actId="11529"/>
          <ac:spMkLst>
            <pc:docMk/>
            <pc:sldMk cId="3684158188" sldId="267"/>
            <ac:spMk id="41" creationId="{5A8A4C57-EF52-0838-FD90-E2073C63BEC3}"/>
          </ac:spMkLst>
        </pc:spChg>
        <pc:spChg chg="add del mod">
          <ac:chgData name="Laura González i Vilardaga" userId="69192fb29b49cef1" providerId="LiveId" clId="{ED438556-BEE4-454F-B5B7-B05AE57EF495}" dt="2026-09-04T05:21:07.354" v="1990" actId="478"/>
          <ac:spMkLst>
            <pc:docMk/>
            <pc:sldMk cId="3684158188" sldId="267"/>
            <ac:spMk id="43" creationId="{58A6C00E-28F5-9294-0BED-02833DD3099A}"/>
          </ac:spMkLst>
        </pc:spChg>
        <pc:spChg chg="add mod">
          <ac:chgData name="Laura González i Vilardaga" userId="69192fb29b49cef1" providerId="LiveId" clId="{ED438556-BEE4-454F-B5B7-B05AE57EF495}" dt="2026-09-04T05:21:56.990" v="1997" actId="1076"/>
          <ac:spMkLst>
            <pc:docMk/>
            <pc:sldMk cId="3684158188" sldId="267"/>
            <ac:spMk id="44" creationId="{154C865A-54C9-5975-B6E8-F753D059BC2D}"/>
          </ac:spMkLst>
        </pc:spChg>
        <pc:grpChg chg="add mod">
          <ac:chgData name="Laura González i Vilardaga" userId="69192fb29b49cef1" providerId="LiveId" clId="{ED438556-BEE4-454F-B5B7-B05AE57EF495}" dt="2026-09-04T05:19:52.372" v="1979" actId="164"/>
          <ac:grpSpMkLst>
            <pc:docMk/>
            <pc:sldMk cId="3684158188" sldId="267"/>
            <ac:grpSpMk id="18" creationId="{09C5E196-54D0-2A01-ED3C-46404571FA97}"/>
          </ac:grpSpMkLst>
        </pc:grpChg>
        <pc:grpChg chg="add mod">
          <ac:chgData name="Laura González i Vilardaga" userId="69192fb29b49cef1" providerId="LiveId" clId="{ED438556-BEE4-454F-B5B7-B05AE57EF495}" dt="2026-09-04T05:19:10.106" v="1972" actId="1076"/>
          <ac:grpSpMkLst>
            <pc:docMk/>
            <pc:sldMk cId="3684158188" sldId="267"/>
            <ac:grpSpMk id="26" creationId="{DF512574-7244-6490-BF2F-B6943D66AB0D}"/>
          </ac:grpSpMkLst>
        </pc:grpChg>
        <pc:grpChg chg="add mod">
          <ac:chgData name="Laura González i Vilardaga" userId="69192fb29b49cef1" providerId="LiveId" clId="{ED438556-BEE4-454F-B5B7-B05AE57EF495}" dt="2026-09-04T05:19:56.356" v="1980" actId="1076"/>
          <ac:grpSpMkLst>
            <pc:docMk/>
            <pc:sldMk cId="3684158188" sldId="267"/>
            <ac:grpSpMk id="39" creationId="{2A0E2805-D5CD-7680-9BF4-4E81EA726B75}"/>
          </ac:grpSpMkLst>
        </pc:grpChg>
        <pc:picChg chg="add mod ord">
          <ac:chgData name="Laura González i Vilardaga" userId="69192fb29b49cef1" providerId="LiveId" clId="{ED438556-BEE4-454F-B5B7-B05AE57EF495}" dt="2026-09-04T05:19:36.709" v="1977" actId="1076"/>
          <ac:picMkLst>
            <pc:docMk/>
            <pc:sldMk cId="3684158188" sldId="267"/>
            <ac:picMk id="21" creationId="{8B9E05EF-75F2-6336-E9CA-565C88350655}"/>
          </ac:picMkLst>
        </pc:picChg>
        <pc:picChg chg="add mod">
          <ac:chgData name="Laura González i Vilardaga" userId="69192fb29b49cef1" providerId="LiveId" clId="{ED438556-BEE4-454F-B5B7-B05AE57EF495}" dt="2026-09-04T05:10:23.130" v="1553" actId="1076"/>
          <ac:picMkLst>
            <pc:docMk/>
            <pc:sldMk cId="3684158188" sldId="267"/>
            <ac:picMk id="23" creationId="{9585A3AB-9297-3F40-F460-BA4122FCB61E}"/>
          </ac:picMkLst>
        </pc:picChg>
        <pc:picChg chg="add del mod">
          <ac:chgData name="Laura González i Vilardaga" userId="69192fb29b49cef1" providerId="LiveId" clId="{ED438556-BEE4-454F-B5B7-B05AE57EF495}" dt="2026-09-04T05:22:27.096" v="2004" actId="478"/>
          <ac:picMkLst>
            <pc:docMk/>
            <pc:sldMk cId="3684158188" sldId="267"/>
            <ac:picMk id="32" creationId="{3BAD4C16-E4E2-B920-B784-75112807A6F9}"/>
          </ac:picMkLst>
        </pc:picChg>
        <pc:cxnChg chg="add mod">
          <ac:chgData name="Laura González i Vilardaga" userId="69192fb29b49cef1" providerId="LiveId" clId="{ED438556-BEE4-454F-B5B7-B05AE57EF495}" dt="2026-09-04T04:51:09.573" v="1430" actId="1076"/>
          <ac:cxnSpMkLst>
            <pc:docMk/>
            <pc:sldMk cId="3684158188" sldId="267"/>
            <ac:cxnSpMk id="9" creationId="{B8EF7E61-EBD4-31F4-1B39-C4CBF89A0EC1}"/>
          </ac:cxnSpMkLst>
        </pc:cxnChg>
        <pc:cxnChg chg="add del">
          <ac:chgData name="Laura González i Vilardaga" userId="69192fb29b49cef1" providerId="LiveId" clId="{ED438556-BEE4-454F-B5B7-B05AE57EF495}" dt="2026-09-04T04:54:12.624" v="1487" actId="478"/>
          <ac:cxnSpMkLst>
            <pc:docMk/>
            <pc:sldMk cId="3684158188" sldId="267"/>
            <ac:cxnSpMk id="12" creationId="{F5A3096E-8908-6EBD-C66E-7C4DDF0E05BE}"/>
          </ac:cxnSpMkLst>
        </pc:cxnChg>
        <pc:cxnChg chg="add mod">
          <ac:chgData name="Laura González i Vilardaga" userId="69192fb29b49cef1" providerId="LiveId" clId="{ED438556-BEE4-454F-B5B7-B05AE57EF495}" dt="2026-09-04T04:55:00.730" v="1508" actId="164"/>
          <ac:cxnSpMkLst>
            <pc:docMk/>
            <pc:sldMk cId="3684158188" sldId="267"/>
            <ac:cxnSpMk id="15" creationId="{4A9E66D9-46B8-0A34-4CB5-B7176F9D836E}"/>
          </ac:cxnSpMkLst>
        </pc:cxnChg>
        <pc:cxnChg chg="add mod">
          <ac:chgData name="Laura González i Vilardaga" userId="69192fb29b49cef1" providerId="LiveId" clId="{ED438556-BEE4-454F-B5B7-B05AE57EF495}" dt="2026-09-04T04:55:00.730" v="1508" actId="164"/>
          <ac:cxnSpMkLst>
            <pc:docMk/>
            <pc:sldMk cId="3684158188" sldId="267"/>
            <ac:cxnSpMk id="17" creationId="{2DE379B9-8A20-ADDE-4DBA-84CF312EAA3E}"/>
          </ac:cxnSpMkLst>
        </pc:cxnChg>
        <pc:cxnChg chg="add del mod">
          <ac:chgData name="Laura González i Vilardaga" userId="69192fb29b49cef1" providerId="LiveId" clId="{ED438556-BEE4-454F-B5B7-B05AE57EF495}" dt="2026-09-04T05:22:27.096" v="2004" actId="478"/>
          <ac:cxnSpMkLst>
            <pc:docMk/>
            <pc:sldMk cId="3684158188" sldId="267"/>
            <ac:cxnSpMk id="35" creationId="{B8E22E4D-DEFC-BF27-0B42-7A3B4FB8A370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12:10:48.098" v="7146" actId="478"/>
        <pc:sldMkLst>
          <pc:docMk/>
          <pc:sldMk cId="186784154" sldId="268"/>
        </pc:sldMkLst>
        <pc:spChg chg="del">
          <ac:chgData name="Laura González i Vilardaga" userId="69192fb29b49cef1" providerId="LiveId" clId="{ED438556-BEE4-454F-B5B7-B05AE57EF495}" dt="2026-09-04T05:41:30.808" v="2496" actId="478"/>
          <ac:spMkLst>
            <pc:docMk/>
            <pc:sldMk cId="186784154" sldId="268"/>
            <ac:spMk id="2" creationId="{8CEAB0B2-6681-5F89-586A-00FFDE8BABF4}"/>
          </ac:spMkLst>
        </pc:spChg>
        <pc:spChg chg="mod">
          <ac:chgData name="Laura González i Vilardaga" userId="69192fb29b49cef1" providerId="LiveId" clId="{ED438556-BEE4-454F-B5B7-B05AE57EF495}" dt="2026-09-04T05:42:08.505" v="2516" actId="1076"/>
          <ac:spMkLst>
            <pc:docMk/>
            <pc:sldMk cId="186784154" sldId="268"/>
            <ac:spMk id="3" creationId="{391D4A24-E63F-43FF-819E-AD589D2EA146}"/>
          </ac:spMkLst>
        </pc:spChg>
        <pc:spChg chg="mod">
          <ac:chgData name="Laura González i Vilardaga" userId="69192fb29b49cef1" providerId="LiveId" clId="{ED438556-BEE4-454F-B5B7-B05AE57EF495}" dt="2026-09-04T05:37:36.268" v="2409" actId="207"/>
          <ac:spMkLst>
            <pc:docMk/>
            <pc:sldMk cId="186784154" sldId="268"/>
            <ac:spMk id="8" creationId="{55DCC7F2-4C89-1D24-4228-10D37C29431C}"/>
          </ac:spMkLst>
        </pc:spChg>
        <pc:spChg chg="add del mod">
          <ac:chgData name="Laura González i Vilardaga" userId="69192fb29b49cef1" providerId="LiveId" clId="{ED438556-BEE4-454F-B5B7-B05AE57EF495}" dt="2026-09-04T05:42:32.235" v="2559" actId="478"/>
          <ac:spMkLst>
            <pc:docMk/>
            <pc:sldMk cId="186784154" sldId="268"/>
            <ac:spMk id="14" creationId="{20A2C3C1-9076-899D-E85E-0AFED2D68088}"/>
          </ac:spMkLst>
        </pc:spChg>
        <pc:spChg chg="add del mod">
          <ac:chgData name="Laura González i Vilardaga" userId="69192fb29b49cef1" providerId="LiveId" clId="{ED438556-BEE4-454F-B5B7-B05AE57EF495}" dt="2026-09-04T12:10:44.059" v="7144" actId="478"/>
          <ac:spMkLst>
            <pc:docMk/>
            <pc:sldMk cId="186784154" sldId="268"/>
            <ac:spMk id="15" creationId="{83EFB98F-CA5B-0462-410A-BACA3F250B0A}"/>
          </ac:spMkLst>
        </pc:spChg>
        <pc:spChg chg="add del mod">
          <ac:chgData name="Laura González i Vilardaga" userId="69192fb29b49cef1" providerId="LiveId" clId="{ED438556-BEE4-454F-B5B7-B05AE57EF495}" dt="2026-09-04T05:43:47.213" v="2568"/>
          <ac:spMkLst>
            <pc:docMk/>
            <pc:sldMk cId="186784154" sldId="268"/>
            <ac:spMk id="16" creationId="{D8D4EDAD-715B-C1E0-A432-15DC06C6FE3C}"/>
          </ac:spMkLst>
        </pc:spChg>
        <pc:spChg chg="add del mod">
          <ac:chgData name="Laura González i Vilardaga" userId="69192fb29b49cef1" providerId="LiveId" clId="{ED438556-BEE4-454F-B5B7-B05AE57EF495}" dt="2026-09-04T12:10:47.115" v="7145" actId="478"/>
          <ac:spMkLst>
            <pc:docMk/>
            <pc:sldMk cId="186784154" sldId="268"/>
            <ac:spMk id="17" creationId="{64E18E63-824D-583D-B297-D476202DB53F}"/>
          </ac:spMkLst>
        </pc:spChg>
        <pc:spChg chg="add del mod">
          <ac:chgData name="Laura González i Vilardaga" userId="69192fb29b49cef1" providerId="LiveId" clId="{ED438556-BEE4-454F-B5B7-B05AE57EF495}" dt="2026-09-04T12:10:48.098" v="7146" actId="478"/>
          <ac:spMkLst>
            <pc:docMk/>
            <pc:sldMk cId="186784154" sldId="268"/>
            <ac:spMk id="18" creationId="{2239DA01-B4F0-BF00-FF70-0DFE73591D2D}"/>
          </ac:spMkLst>
        </pc:spChg>
        <pc:grpChg chg="add mod">
          <ac:chgData name="Laura González i Vilardaga" userId="69192fb29b49cef1" providerId="LiveId" clId="{ED438556-BEE4-454F-B5B7-B05AE57EF495}" dt="2026-09-04T05:34:43.194" v="2399"/>
          <ac:grpSpMkLst>
            <pc:docMk/>
            <pc:sldMk cId="186784154" sldId="268"/>
            <ac:grpSpMk id="7" creationId="{2A74488B-D42A-C768-6B01-3323C0AC211D}"/>
          </ac:grpSpMkLst>
        </pc:grpChg>
        <pc:picChg chg="add mod">
          <ac:chgData name="Laura González i Vilardaga" userId="69192fb29b49cef1" providerId="LiveId" clId="{ED438556-BEE4-454F-B5B7-B05AE57EF495}" dt="2026-09-04T05:42:45.701" v="2563" actId="14100"/>
          <ac:picMkLst>
            <pc:docMk/>
            <pc:sldMk cId="186784154" sldId="268"/>
            <ac:picMk id="11" creationId="{702737CD-DA3E-ACCD-A164-EC6FB17E2977}"/>
          </ac:picMkLst>
        </pc:picChg>
        <pc:picChg chg="add del mod">
          <ac:chgData name="Laura González i Vilardaga" userId="69192fb29b49cef1" providerId="LiveId" clId="{ED438556-BEE4-454F-B5B7-B05AE57EF495}" dt="2026-09-04T12:10:44.059" v="7144" actId="478"/>
          <ac:picMkLst>
            <pc:docMk/>
            <pc:sldMk cId="186784154" sldId="268"/>
            <ac:picMk id="13" creationId="{FE9D6685-E672-BB6E-D846-E7D2F19AE4B8}"/>
          </ac:picMkLst>
        </pc:picChg>
        <pc:picChg chg="add mod">
          <ac:chgData name="Laura González i Vilardaga" userId="69192fb29b49cef1" providerId="LiveId" clId="{ED438556-BEE4-454F-B5B7-B05AE57EF495}" dt="2026-09-04T06:23:56.960" v="3028" actId="1076"/>
          <ac:picMkLst>
            <pc:docMk/>
            <pc:sldMk cId="186784154" sldId="268"/>
            <ac:picMk id="21" creationId="{855D3D3F-C856-570F-649C-0FD19026AC9B}"/>
          </ac:picMkLst>
        </pc:picChg>
        <pc:cxnChg chg="mod">
          <ac:chgData name="Laura González i Vilardaga" userId="69192fb29b49cef1" providerId="LiveId" clId="{ED438556-BEE4-454F-B5B7-B05AE57EF495}" dt="2026-09-04T05:34:43.194" v="2399"/>
          <ac:cxnSpMkLst>
            <pc:docMk/>
            <pc:sldMk cId="186784154" sldId="268"/>
            <ac:cxnSpMk id="9" creationId="{26CB14FD-FA56-F5F2-FD28-3D670E36682D}"/>
          </ac:cxnSpMkLst>
        </pc:cxnChg>
        <pc:cxnChg chg="add del mod">
          <ac:chgData name="Laura González i Vilardaga" userId="69192fb29b49cef1" providerId="LiveId" clId="{ED438556-BEE4-454F-B5B7-B05AE57EF495}" dt="2026-09-04T12:10:44.059" v="7144" actId="478"/>
          <ac:cxnSpMkLst>
            <pc:docMk/>
            <pc:sldMk cId="186784154" sldId="268"/>
            <ac:cxnSpMk id="20" creationId="{B894F8F9-F9F3-5A8E-C5BB-A9A113106AB5}"/>
          </ac:cxnSpMkLst>
        </pc:cxnChg>
      </pc:sldChg>
      <pc:sldChg chg="add">
        <pc:chgData name="Laura González i Vilardaga" userId="69192fb29b49cef1" providerId="LiveId" clId="{ED438556-BEE4-454F-B5B7-B05AE57EF495}" dt="2026-09-04T04:04:59.385" v="555" actId="2890"/>
        <pc:sldMkLst>
          <pc:docMk/>
          <pc:sldMk cId="1965105319" sldId="269"/>
        </pc:sldMkLst>
      </pc:sldChg>
      <pc:sldChg chg="modSp add mod ord">
        <pc:chgData name="Laura González i Vilardaga" userId="69192fb29b49cef1" providerId="LiveId" clId="{ED438556-BEE4-454F-B5B7-B05AE57EF495}" dt="2026-09-04T04:27:34.254" v="1092" actId="113"/>
        <pc:sldMkLst>
          <pc:docMk/>
          <pc:sldMk cId="1649834368" sldId="270"/>
        </pc:sldMkLst>
        <pc:spChg chg="mod">
          <ac:chgData name="Laura González i Vilardaga" userId="69192fb29b49cef1" providerId="LiveId" clId="{ED438556-BEE4-454F-B5B7-B05AE57EF495}" dt="2026-09-04T04:27:34.254" v="1092" actId="113"/>
          <ac:spMkLst>
            <pc:docMk/>
            <pc:sldMk cId="1649834368" sldId="270"/>
            <ac:spMk id="3" creationId="{DF2CEBA2-998D-7480-712A-A0EDC5C11068}"/>
          </ac:spMkLst>
        </pc:spChg>
      </pc:sldChg>
      <pc:sldChg chg="modSp add mod ord">
        <pc:chgData name="Laura González i Vilardaga" userId="69192fb29b49cef1" providerId="LiveId" clId="{ED438556-BEE4-454F-B5B7-B05AE57EF495}" dt="2026-09-04T04:46:43.851" v="1347" actId="207"/>
        <pc:sldMkLst>
          <pc:docMk/>
          <pc:sldMk cId="4015707423" sldId="271"/>
        </pc:sldMkLst>
        <pc:spChg chg="mod">
          <ac:chgData name="Laura González i Vilardaga" userId="69192fb29b49cef1" providerId="LiveId" clId="{ED438556-BEE4-454F-B5B7-B05AE57EF495}" dt="2026-09-04T04:46:43.851" v="1347" actId="207"/>
          <ac:spMkLst>
            <pc:docMk/>
            <pc:sldMk cId="4015707423" sldId="271"/>
            <ac:spMk id="3" creationId="{42639B5F-38B4-E3F3-E74E-CDC50D24B1CD}"/>
          </ac:spMkLst>
        </pc:spChg>
      </pc:sldChg>
      <pc:sldChg chg="add del">
        <pc:chgData name="Laura González i Vilardaga" userId="69192fb29b49cef1" providerId="LiveId" clId="{ED438556-BEE4-454F-B5B7-B05AE57EF495}" dt="2026-09-04T05:22:59.485" v="2009" actId="47"/>
        <pc:sldMkLst>
          <pc:docMk/>
          <pc:sldMk cId="3975073381" sldId="272"/>
        </pc:sldMkLst>
      </pc:sldChg>
      <pc:sldChg chg="add del">
        <pc:chgData name="Laura González i Vilardaga" userId="69192fb29b49cef1" providerId="LiveId" clId="{ED438556-BEE4-454F-B5B7-B05AE57EF495}" dt="2026-09-04T05:23:03.211" v="2010" actId="47"/>
        <pc:sldMkLst>
          <pc:docMk/>
          <pc:sldMk cId="3282179497" sldId="273"/>
        </pc:sldMkLst>
      </pc:sldChg>
      <pc:sldChg chg="add del">
        <pc:chgData name="Laura González i Vilardaga" userId="69192fb29b49cef1" providerId="LiveId" clId="{ED438556-BEE4-454F-B5B7-B05AE57EF495}" dt="2026-09-04T05:23:03.211" v="2010" actId="47"/>
        <pc:sldMkLst>
          <pc:docMk/>
          <pc:sldMk cId="1487828262" sldId="274"/>
        </pc:sldMkLst>
      </pc:sldChg>
      <pc:sldChg chg="addSp delSp modSp add mod">
        <pc:chgData name="Laura González i Vilardaga" userId="69192fb29b49cef1" providerId="LiveId" clId="{ED438556-BEE4-454F-B5B7-B05AE57EF495}" dt="2026-09-04T05:31:42.220" v="2327" actId="478"/>
        <pc:sldMkLst>
          <pc:docMk/>
          <pc:sldMk cId="2992277248" sldId="275"/>
        </pc:sldMkLst>
        <pc:spChg chg="add del mod">
          <ac:chgData name="Laura González i Vilardaga" userId="69192fb29b49cef1" providerId="LiveId" clId="{ED438556-BEE4-454F-B5B7-B05AE57EF495}" dt="2026-09-04T05:31:37.535" v="2325" actId="478"/>
          <ac:spMkLst>
            <pc:docMk/>
            <pc:sldMk cId="2992277248" sldId="275"/>
            <ac:spMk id="3" creationId="{CAB70790-0B18-5CE7-251B-5C630FE2E16C}"/>
          </ac:spMkLst>
        </pc:spChg>
        <pc:spChg chg="mod topLvl">
          <ac:chgData name="Laura González i Vilardaga" userId="69192fb29b49cef1" providerId="LiveId" clId="{ED438556-BEE4-454F-B5B7-B05AE57EF495}" dt="2026-09-04T05:31:29.425" v="2323" actId="478"/>
          <ac:spMkLst>
            <pc:docMk/>
            <pc:sldMk cId="2992277248" sldId="275"/>
            <ac:spMk id="10" creationId="{E05A0417-AFC6-4ABC-D0FB-DD5471E3E86E}"/>
          </ac:spMkLst>
        </pc:spChg>
        <pc:spChg chg="del">
          <ac:chgData name="Laura González i Vilardaga" userId="69192fb29b49cef1" providerId="LiveId" clId="{ED438556-BEE4-454F-B5B7-B05AE57EF495}" dt="2026-09-04T05:25:40.282" v="2087" actId="478"/>
          <ac:spMkLst>
            <pc:docMk/>
            <pc:sldMk cId="2992277248" sldId="275"/>
            <ac:spMk id="27" creationId="{B5C1D970-3FBB-B835-0A1C-6FBBC87216E5}"/>
          </ac:spMkLst>
        </pc:spChg>
        <pc:spChg chg="del">
          <ac:chgData name="Laura González i Vilardaga" userId="69192fb29b49cef1" providerId="LiveId" clId="{ED438556-BEE4-454F-B5B7-B05AE57EF495}" dt="2026-09-04T05:25:42.521" v="2088" actId="478"/>
          <ac:spMkLst>
            <pc:docMk/>
            <pc:sldMk cId="2992277248" sldId="275"/>
            <ac:spMk id="28" creationId="{82318478-3494-A01A-96E7-D3E8BFD9A470}"/>
          </ac:spMkLst>
        </pc:spChg>
        <pc:spChg chg="del">
          <ac:chgData name="Laura González i Vilardaga" userId="69192fb29b49cef1" providerId="LiveId" clId="{ED438556-BEE4-454F-B5B7-B05AE57EF495}" dt="2026-09-04T05:25:40.282" v="2087" actId="478"/>
          <ac:spMkLst>
            <pc:docMk/>
            <pc:sldMk cId="2992277248" sldId="275"/>
            <ac:spMk id="33" creationId="{B26D27C1-4B47-0DB1-6659-819790EA73EE}"/>
          </ac:spMkLst>
        </pc:spChg>
        <pc:spChg chg="del mod">
          <ac:chgData name="Laura González i Vilardaga" userId="69192fb29b49cef1" providerId="LiveId" clId="{ED438556-BEE4-454F-B5B7-B05AE57EF495}" dt="2026-09-04T05:25:52.775" v="2092" actId="478"/>
          <ac:spMkLst>
            <pc:docMk/>
            <pc:sldMk cId="2992277248" sldId="275"/>
            <ac:spMk id="36" creationId="{C57467C7-E448-19AD-96EA-053C3DE8AF8C}"/>
          </ac:spMkLst>
        </pc:spChg>
        <pc:spChg chg="del mod">
          <ac:chgData name="Laura González i Vilardaga" userId="69192fb29b49cef1" providerId="LiveId" clId="{ED438556-BEE4-454F-B5B7-B05AE57EF495}" dt="2026-09-04T05:31:40.321" v="2326" actId="478"/>
          <ac:spMkLst>
            <pc:docMk/>
            <pc:sldMk cId="2992277248" sldId="275"/>
            <ac:spMk id="44" creationId="{B0569BCA-A614-8C45-D8C6-5B059F15851E}"/>
          </ac:spMkLst>
        </pc:spChg>
        <pc:grpChg chg="del">
          <ac:chgData name="Laura González i Vilardaga" userId="69192fb29b49cef1" providerId="LiveId" clId="{ED438556-BEE4-454F-B5B7-B05AE57EF495}" dt="2026-09-04T05:31:27.901" v="2322" actId="478"/>
          <ac:grpSpMkLst>
            <pc:docMk/>
            <pc:sldMk cId="2992277248" sldId="275"/>
            <ac:grpSpMk id="18" creationId="{7DA4C380-DEE9-D97F-383E-49865CF41765}"/>
          </ac:grpSpMkLst>
        </pc:grpChg>
        <pc:grpChg chg="del mod">
          <ac:chgData name="Laura González i Vilardaga" userId="69192fb29b49cef1" providerId="LiveId" clId="{ED438556-BEE4-454F-B5B7-B05AE57EF495}" dt="2026-09-04T05:31:40.321" v="2326" actId="478"/>
          <ac:grpSpMkLst>
            <pc:docMk/>
            <pc:sldMk cId="2992277248" sldId="275"/>
            <ac:grpSpMk id="26" creationId="{CAEEB917-5248-7CF5-6695-979439A6E545}"/>
          </ac:grpSpMkLst>
        </pc:grpChg>
        <pc:grpChg chg="del mod">
          <ac:chgData name="Laura González i Vilardaga" userId="69192fb29b49cef1" providerId="LiveId" clId="{ED438556-BEE4-454F-B5B7-B05AE57EF495}" dt="2026-09-04T05:31:29.425" v="2323" actId="478"/>
          <ac:grpSpMkLst>
            <pc:docMk/>
            <pc:sldMk cId="2992277248" sldId="275"/>
            <ac:grpSpMk id="39" creationId="{71C3F098-5AA7-9CE1-EB3A-A10AA37B167D}"/>
          </ac:grpSpMkLst>
        </pc:grpChg>
        <pc:picChg chg="add del mod">
          <ac:chgData name="Laura González i Vilardaga" userId="69192fb29b49cef1" providerId="LiveId" clId="{ED438556-BEE4-454F-B5B7-B05AE57EF495}" dt="2026-09-04T05:31:42.220" v="2327" actId="478"/>
          <ac:picMkLst>
            <pc:docMk/>
            <pc:sldMk cId="2992277248" sldId="275"/>
            <ac:picMk id="19" creationId="{E0658F39-DAAD-2134-4940-65AB8A73212F}"/>
          </ac:picMkLst>
        </pc:picChg>
        <pc:picChg chg="del">
          <ac:chgData name="Laura González i Vilardaga" userId="69192fb29b49cef1" providerId="LiveId" clId="{ED438556-BEE4-454F-B5B7-B05AE57EF495}" dt="2026-09-04T05:25:44.325" v="2089" actId="478"/>
          <ac:picMkLst>
            <pc:docMk/>
            <pc:sldMk cId="2992277248" sldId="275"/>
            <ac:picMk id="21" creationId="{60E97997-AD43-895B-9031-14431CDDF92F}"/>
          </ac:picMkLst>
        </pc:picChg>
        <pc:picChg chg="del">
          <ac:chgData name="Laura González i Vilardaga" userId="69192fb29b49cef1" providerId="LiveId" clId="{ED438556-BEE4-454F-B5B7-B05AE57EF495}" dt="2026-09-04T05:25:40.282" v="2087" actId="478"/>
          <ac:picMkLst>
            <pc:docMk/>
            <pc:sldMk cId="2992277248" sldId="275"/>
            <ac:picMk id="32" creationId="{11385470-0388-0196-9F25-2A5F9789E56F}"/>
          </ac:picMkLst>
        </pc:picChg>
        <pc:cxnChg chg="add del">
          <ac:chgData name="Laura González i Vilardaga" userId="69192fb29b49cef1" providerId="LiveId" clId="{ED438556-BEE4-454F-B5B7-B05AE57EF495}" dt="2026-09-04T05:26:42.241" v="2105" actId="11529"/>
          <ac:cxnSpMkLst>
            <pc:docMk/>
            <pc:sldMk cId="2992277248" sldId="275"/>
            <ac:cxnSpMk id="11" creationId="{3118770B-8EC2-C69F-C906-2443A2D2DC31}"/>
          </ac:cxnSpMkLst>
        </pc:cxnChg>
        <pc:cxnChg chg="add del mod">
          <ac:chgData name="Laura González i Vilardaga" userId="69192fb29b49cef1" providerId="LiveId" clId="{ED438556-BEE4-454F-B5B7-B05AE57EF495}" dt="2026-09-04T05:31:35.191" v="2324" actId="478"/>
          <ac:cxnSpMkLst>
            <pc:docMk/>
            <pc:sldMk cId="2992277248" sldId="275"/>
            <ac:cxnSpMk id="13" creationId="{CAE170A1-6337-B12A-D376-4FA0ED7E0B5C}"/>
          </ac:cxnSpMkLst>
        </pc:cxnChg>
        <pc:cxnChg chg="del topLvl">
          <ac:chgData name="Laura González i Vilardaga" userId="69192fb29b49cef1" providerId="LiveId" clId="{ED438556-BEE4-454F-B5B7-B05AE57EF495}" dt="2026-09-04T05:31:29.425" v="2323" actId="478"/>
          <ac:cxnSpMkLst>
            <pc:docMk/>
            <pc:sldMk cId="2992277248" sldId="275"/>
            <ac:cxnSpMk id="15" creationId="{59D6DAF6-5D32-DC95-F378-406B43A8E46E}"/>
          </ac:cxnSpMkLst>
        </pc:cxnChg>
        <pc:cxnChg chg="del">
          <ac:chgData name="Laura González i Vilardaga" userId="69192fb29b49cef1" providerId="LiveId" clId="{ED438556-BEE4-454F-B5B7-B05AE57EF495}" dt="2026-09-04T05:31:27.901" v="2322" actId="478"/>
          <ac:cxnSpMkLst>
            <pc:docMk/>
            <pc:sldMk cId="2992277248" sldId="275"/>
            <ac:cxnSpMk id="17" creationId="{BCD7CBA4-73F6-17CA-C15A-580894C37758}"/>
          </ac:cxnSpMkLst>
        </pc:cxnChg>
        <pc:cxnChg chg="del">
          <ac:chgData name="Laura González i Vilardaga" userId="69192fb29b49cef1" providerId="LiveId" clId="{ED438556-BEE4-454F-B5B7-B05AE57EF495}" dt="2026-09-04T05:25:40.282" v="2087" actId="478"/>
          <ac:cxnSpMkLst>
            <pc:docMk/>
            <pc:sldMk cId="2992277248" sldId="275"/>
            <ac:cxnSpMk id="35" creationId="{4AE56090-21E9-D90F-54CE-CB57FCA2AD84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5:33:48.106" v="2343" actId="478"/>
        <pc:sldMkLst>
          <pc:docMk/>
          <pc:sldMk cId="2700308967" sldId="276"/>
        </pc:sldMkLst>
        <pc:spChg chg="mod">
          <ac:chgData name="Laura González i Vilardaga" userId="69192fb29b49cef1" providerId="LiveId" clId="{ED438556-BEE4-454F-B5B7-B05AE57EF495}" dt="2026-09-04T05:25:35.581" v="2086" actId="20577"/>
          <ac:spMkLst>
            <pc:docMk/>
            <pc:sldMk cId="2700308967" sldId="276"/>
            <ac:spMk id="2" creationId="{77DCFFC0-4E25-8A06-8460-05E6BD73D451}"/>
          </ac:spMkLst>
        </pc:spChg>
        <pc:spChg chg="del">
          <ac:chgData name="Laura González i Vilardaga" userId="69192fb29b49cef1" providerId="LiveId" clId="{ED438556-BEE4-454F-B5B7-B05AE57EF495}" dt="2026-09-04T05:28:00.412" v="2127" actId="478"/>
          <ac:spMkLst>
            <pc:docMk/>
            <pc:sldMk cId="2700308967" sldId="276"/>
            <ac:spMk id="3" creationId="{3591ECC6-26CD-FDDD-4CF4-AAD358908448}"/>
          </ac:spMkLst>
        </pc:spChg>
        <pc:spChg chg="mod">
          <ac:chgData name="Laura González i Vilardaga" userId="69192fb29b49cef1" providerId="LiveId" clId="{ED438556-BEE4-454F-B5B7-B05AE57EF495}" dt="2026-09-04T05:32:50.947" v="2336" actId="1076"/>
          <ac:spMkLst>
            <pc:docMk/>
            <pc:sldMk cId="2700308967" sldId="276"/>
            <ac:spMk id="6" creationId="{1CB974A5-91A6-6CDC-9A44-3AAAF532B1C7}"/>
          </ac:spMkLst>
        </pc:spChg>
        <pc:spChg chg="add del mod">
          <ac:chgData name="Laura González i Vilardaga" userId="69192fb29b49cef1" providerId="LiveId" clId="{ED438556-BEE4-454F-B5B7-B05AE57EF495}" dt="2026-09-04T05:33:48.106" v="2343" actId="478"/>
          <ac:spMkLst>
            <pc:docMk/>
            <pc:sldMk cId="2700308967" sldId="276"/>
            <ac:spMk id="8" creationId="{6E41278C-EE8E-00EF-01A5-81E96F47F153}"/>
          </ac:spMkLst>
        </pc:spChg>
        <pc:spChg chg="del topLvl">
          <ac:chgData name="Laura González i Vilardaga" userId="69192fb29b49cef1" providerId="LiveId" clId="{ED438556-BEE4-454F-B5B7-B05AE57EF495}" dt="2026-09-04T05:27:57.041" v="2124" actId="478"/>
          <ac:spMkLst>
            <pc:docMk/>
            <pc:sldMk cId="2700308967" sldId="276"/>
            <ac:spMk id="10" creationId="{D72AAD6E-4F22-0D6B-827A-17DC29F55EEA}"/>
          </ac:spMkLst>
        </pc:spChg>
        <pc:spChg chg="mod">
          <ac:chgData name="Laura González i Vilardaga" userId="69192fb29b49cef1" providerId="LiveId" clId="{ED438556-BEE4-454F-B5B7-B05AE57EF495}" dt="2026-09-04T05:32:58.484" v="2337" actId="1076"/>
          <ac:spMkLst>
            <pc:docMk/>
            <pc:sldMk cId="2700308967" sldId="276"/>
            <ac:spMk id="27" creationId="{1F1C5C89-1977-E937-922B-08D851767FB8}"/>
          </ac:spMkLst>
        </pc:spChg>
        <pc:spChg chg="mod">
          <ac:chgData name="Laura González i Vilardaga" userId="69192fb29b49cef1" providerId="LiveId" clId="{ED438556-BEE4-454F-B5B7-B05AE57EF495}" dt="2026-09-04T05:32:58.484" v="2337" actId="1076"/>
          <ac:spMkLst>
            <pc:docMk/>
            <pc:sldMk cId="2700308967" sldId="276"/>
            <ac:spMk id="28" creationId="{8B358CB4-863F-BCE3-690F-3FD8C6664A0B}"/>
          </ac:spMkLst>
        </pc:spChg>
        <pc:spChg chg="del mod">
          <ac:chgData name="Laura González i Vilardaga" userId="69192fb29b49cef1" providerId="LiveId" clId="{ED438556-BEE4-454F-B5B7-B05AE57EF495}" dt="2026-09-04T05:33:48.106" v="2343" actId="478"/>
          <ac:spMkLst>
            <pc:docMk/>
            <pc:sldMk cId="2700308967" sldId="276"/>
            <ac:spMk id="33" creationId="{E0B2541D-72BA-1870-293F-395A55C9C8EF}"/>
          </ac:spMkLst>
        </pc:spChg>
        <pc:spChg chg="del mod">
          <ac:chgData name="Laura González i Vilardaga" userId="69192fb29b49cef1" providerId="LiveId" clId="{ED438556-BEE4-454F-B5B7-B05AE57EF495}" dt="2026-09-04T05:33:48.106" v="2343" actId="478"/>
          <ac:spMkLst>
            <pc:docMk/>
            <pc:sldMk cId="2700308967" sldId="276"/>
            <ac:spMk id="36" creationId="{796037EB-C991-131F-D7F8-BE730282B669}"/>
          </ac:spMkLst>
        </pc:spChg>
        <pc:spChg chg="mod">
          <ac:chgData name="Laura González i Vilardaga" userId="69192fb29b49cef1" providerId="LiveId" clId="{ED438556-BEE4-454F-B5B7-B05AE57EF495}" dt="2026-09-04T05:33:11.339" v="2339" actId="1076"/>
          <ac:spMkLst>
            <pc:docMk/>
            <pc:sldMk cId="2700308967" sldId="276"/>
            <ac:spMk id="44" creationId="{99243678-7BBA-D9A9-2285-8DF6816E2821}"/>
          </ac:spMkLst>
        </pc:spChg>
        <pc:grpChg chg="del topLvl">
          <ac:chgData name="Laura González i Vilardaga" userId="69192fb29b49cef1" providerId="LiveId" clId="{ED438556-BEE4-454F-B5B7-B05AE57EF495}" dt="2026-09-04T05:27:59.213" v="2126" actId="478"/>
          <ac:grpSpMkLst>
            <pc:docMk/>
            <pc:sldMk cId="2700308967" sldId="276"/>
            <ac:grpSpMk id="18" creationId="{5824014A-F935-F609-6DD0-EF960843944E}"/>
          </ac:grpSpMkLst>
        </pc:grpChg>
        <pc:grpChg chg="del">
          <ac:chgData name="Laura González i Vilardaga" userId="69192fb29b49cef1" providerId="LiveId" clId="{ED438556-BEE4-454F-B5B7-B05AE57EF495}" dt="2026-09-04T05:27:58.065" v="2125" actId="478"/>
          <ac:grpSpMkLst>
            <pc:docMk/>
            <pc:sldMk cId="2700308967" sldId="276"/>
            <ac:grpSpMk id="26" creationId="{022773A7-2796-828E-9710-D9559B5FC06E}"/>
          </ac:grpSpMkLst>
        </pc:grpChg>
        <pc:grpChg chg="del">
          <ac:chgData name="Laura González i Vilardaga" userId="69192fb29b49cef1" providerId="LiveId" clId="{ED438556-BEE4-454F-B5B7-B05AE57EF495}" dt="2026-09-04T05:27:57.041" v="2124" actId="478"/>
          <ac:grpSpMkLst>
            <pc:docMk/>
            <pc:sldMk cId="2700308967" sldId="276"/>
            <ac:grpSpMk id="39" creationId="{B24A7401-F0CF-DD9F-A1E2-F0A18744E0DD}"/>
          </ac:grpSpMkLst>
        </pc:grpChg>
        <pc:picChg chg="mod">
          <ac:chgData name="Laura González i Vilardaga" userId="69192fb29b49cef1" providerId="LiveId" clId="{ED438556-BEE4-454F-B5B7-B05AE57EF495}" dt="2026-09-04T05:32:58.484" v="2337" actId="1076"/>
          <ac:picMkLst>
            <pc:docMk/>
            <pc:sldMk cId="2700308967" sldId="276"/>
            <ac:picMk id="21" creationId="{A183AB1F-D023-C7F6-E334-BA56F7851CE5}"/>
          </ac:picMkLst>
        </pc:picChg>
        <pc:picChg chg="del mod">
          <ac:chgData name="Laura González i Vilardaga" userId="69192fb29b49cef1" providerId="LiveId" clId="{ED438556-BEE4-454F-B5B7-B05AE57EF495}" dt="2026-09-04T05:33:48.106" v="2343" actId="478"/>
          <ac:picMkLst>
            <pc:docMk/>
            <pc:sldMk cId="2700308967" sldId="276"/>
            <ac:picMk id="32" creationId="{54779402-9812-6650-1802-19F7B8D3D505}"/>
          </ac:picMkLst>
        </pc:picChg>
        <pc:cxnChg chg="del mod">
          <ac:chgData name="Laura González i Vilardaga" userId="69192fb29b49cef1" providerId="LiveId" clId="{ED438556-BEE4-454F-B5B7-B05AE57EF495}" dt="2026-09-04T05:33:48.106" v="2343" actId="478"/>
          <ac:cxnSpMkLst>
            <pc:docMk/>
            <pc:sldMk cId="2700308967" sldId="276"/>
            <ac:cxnSpMk id="35" creationId="{648761F8-18CE-61E2-D121-6B217604E66F}"/>
          </ac:cxnSpMkLst>
        </pc:cxnChg>
      </pc:sldChg>
      <pc:sldChg chg="add del">
        <pc:chgData name="Laura González i Vilardaga" userId="69192fb29b49cef1" providerId="LiveId" clId="{ED438556-BEE4-454F-B5B7-B05AE57EF495}" dt="2026-09-04T05:22:58.082" v="2008" actId="47"/>
        <pc:sldMkLst>
          <pc:docMk/>
          <pc:sldMk cId="3242398200" sldId="276"/>
        </pc:sldMkLst>
      </pc:sldChg>
      <pc:sldChg chg="delSp modSp add mod">
        <pc:chgData name="Laura González i Vilardaga" userId="69192fb29b49cef1" providerId="LiveId" clId="{ED438556-BEE4-454F-B5B7-B05AE57EF495}" dt="2026-09-04T05:31:58.340" v="2332" actId="478"/>
        <pc:sldMkLst>
          <pc:docMk/>
          <pc:sldMk cId="68710817" sldId="277"/>
        </pc:sldMkLst>
        <pc:spChg chg="del mod">
          <ac:chgData name="Laura González i Vilardaga" userId="69192fb29b49cef1" providerId="LiveId" clId="{ED438556-BEE4-454F-B5B7-B05AE57EF495}" dt="2026-09-04T05:31:58.340" v="2332" actId="478"/>
          <ac:spMkLst>
            <pc:docMk/>
            <pc:sldMk cId="68710817" sldId="277"/>
            <ac:spMk id="44" creationId="{B0041375-44A7-338C-2C86-5ADDB793090D}"/>
          </ac:spMkLst>
        </pc:spChg>
        <pc:grpChg chg="del">
          <ac:chgData name="Laura González i Vilardaga" userId="69192fb29b49cef1" providerId="LiveId" clId="{ED438556-BEE4-454F-B5B7-B05AE57EF495}" dt="2026-09-04T05:31:54.979" v="2330" actId="478"/>
          <ac:grpSpMkLst>
            <pc:docMk/>
            <pc:sldMk cId="68710817" sldId="277"/>
            <ac:grpSpMk id="26" creationId="{950BD86A-648E-4181-8DEB-15DBFC70B00B}"/>
          </ac:grpSpMkLst>
        </pc:grpChg>
        <pc:picChg chg="del">
          <ac:chgData name="Laura González i Vilardaga" userId="69192fb29b49cef1" providerId="LiveId" clId="{ED438556-BEE4-454F-B5B7-B05AE57EF495}" dt="2026-09-04T05:31:52.590" v="2329" actId="478"/>
          <ac:picMkLst>
            <pc:docMk/>
            <pc:sldMk cId="68710817" sldId="277"/>
            <ac:picMk id="19" creationId="{51318E8C-40E7-B515-0C70-0B91CCF8568D}"/>
          </ac:picMkLst>
        </pc:picChg>
      </pc:sldChg>
      <pc:sldChg chg="add">
        <pc:chgData name="Laura González i Vilardaga" userId="69192fb29b49cef1" providerId="LiveId" clId="{ED438556-BEE4-454F-B5B7-B05AE57EF495}" dt="2026-09-04T05:31:46.933" v="2328" actId="2890"/>
        <pc:sldMkLst>
          <pc:docMk/>
          <pc:sldMk cId="2460957822" sldId="278"/>
        </pc:sldMkLst>
      </pc:sldChg>
      <pc:sldChg chg="add del">
        <pc:chgData name="Laura González i Vilardaga" userId="69192fb29b49cef1" providerId="LiveId" clId="{ED438556-BEE4-454F-B5B7-B05AE57EF495}" dt="2026-09-04T05:33:14.821" v="2340" actId="47"/>
        <pc:sldMkLst>
          <pc:docMk/>
          <pc:sldMk cId="418688817" sldId="279"/>
        </pc:sldMkLst>
      </pc:sldChg>
      <pc:sldChg chg="addSp delSp modSp add mod">
        <pc:chgData name="Laura González i Vilardaga" userId="69192fb29b49cef1" providerId="LiveId" clId="{ED438556-BEE4-454F-B5B7-B05AE57EF495}" dt="2026-09-04T05:34:40.114" v="2398" actId="164"/>
        <pc:sldMkLst>
          <pc:docMk/>
          <pc:sldMk cId="2074635882" sldId="279"/>
        </pc:sldMkLst>
        <pc:spChg chg="mod">
          <ac:chgData name="Laura González i Vilardaga" userId="69192fb29b49cef1" providerId="LiveId" clId="{ED438556-BEE4-454F-B5B7-B05AE57EF495}" dt="2026-09-04T05:34:40.114" v="2398" actId="164"/>
          <ac:spMkLst>
            <pc:docMk/>
            <pc:sldMk cId="2074635882" sldId="279"/>
            <ac:spMk id="7" creationId="{887EC469-7ED5-7F05-4034-31C6EDD91089}"/>
          </ac:spMkLst>
        </pc:spChg>
        <pc:spChg chg="add del">
          <ac:chgData name="Laura González i Vilardaga" userId="69192fb29b49cef1" providerId="LiveId" clId="{ED438556-BEE4-454F-B5B7-B05AE57EF495}" dt="2026-09-04T05:34:32.386" v="2397" actId="478"/>
          <ac:spMkLst>
            <pc:docMk/>
            <pc:sldMk cId="2074635882" sldId="279"/>
            <ac:spMk id="8" creationId="{470FFAF4-EC82-7787-0510-746435D7B13A}"/>
          </ac:spMkLst>
        </pc:spChg>
        <pc:grpChg chg="add mod">
          <ac:chgData name="Laura González i Vilardaga" userId="69192fb29b49cef1" providerId="LiveId" clId="{ED438556-BEE4-454F-B5B7-B05AE57EF495}" dt="2026-09-04T05:34:40.114" v="2398" actId="164"/>
          <ac:grpSpMkLst>
            <pc:docMk/>
            <pc:sldMk cId="2074635882" sldId="279"/>
            <ac:grpSpMk id="3" creationId="{D3BD4E13-5257-FE41-1651-6FAFE49E49FC}"/>
          </ac:grpSpMkLst>
        </pc:grpChg>
        <pc:cxnChg chg="mod">
          <ac:chgData name="Laura González i Vilardaga" userId="69192fb29b49cef1" providerId="LiveId" clId="{ED438556-BEE4-454F-B5B7-B05AE57EF495}" dt="2026-09-04T05:34:40.114" v="2398" actId="164"/>
          <ac:cxnSpMkLst>
            <pc:docMk/>
            <pc:sldMk cId="2074635882" sldId="279"/>
            <ac:cxnSpMk id="9" creationId="{EB8258F3-0896-5E79-09A1-6519312963EC}"/>
          </ac:cxnSpMkLst>
        </pc:cxnChg>
      </pc:sldChg>
      <pc:sldChg chg="modSp add mod">
        <pc:chgData name="Laura González i Vilardaga" userId="69192fb29b49cef1" providerId="LiveId" clId="{ED438556-BEE4-454F-B5B7-B05AE57EF495}" dt="2026-09-04T08:50:48.270" v="4884" actId="6549"/>
        <pc:sldMkLst>
          <pc:docMk/>
          <pc:sldMk cId="3186887976" sldId="280"/>
        </pc:sldMkLst>
        <pc:spChg chg="mod">
          <ac:chgData name="Laura González i Vilardaga" userId="69192fb29b49cef1" providerId="LiveId" clId="{ED438556-BEE4-454F-B5B7-B05AE57EF495}" dt="2026-09-04T05:34:29.986" v="2395" actId="1035"/>
          <ac:spMkLst>
            <pc:docMk/>
            <pc:sldMk cId="3186887976" sldId="280"/>
            <ac:spMk id="7" creationId="{1C70D101-E0D2-8433-86B8-FED8C2120A81}"/>
          </ac:spMkLst>
        </pc:spChg>
        <pc:spChg chg="mod">
          <ac:chgData name="Laura González i Vilardaga" userId="69192fb29b49cef1" providerId="LiveId" clId="{ED438556-BEE4-454F-B5B7-B05AE57EF495}" dt="2026-09-04T08:50:48.270" v="4884" actId="6549"/>
          <ac:spMkLst>
            <pc:docMk/>
            <pc:sldMk cId="3186887976" sldId="280"/>
            <ac:spMk id="8" creationId="{EF566D84-F943-5C05-A7AF-C72C30A89858}"/>
          </ac:spMkLst>
        </pc:spChg>
        <pc:cxnChg chg="mod">
          <ac:chgData name="Laura González i Vilardaga" userId="69192fb29b49cef1" providerId="LiveId" clId="{ED438556-BEE4-454F-B5B7-B05AE57EF495}" dt="2026-09-04T05:34:29.986" v="2395" actId="1035"/>
          <ac:cxnSpMkLst>
            <pc:docMk/>
            <pc:sldMk cId="3186887976" sldId="280"/>
            <ac:cxnSpMk id="9" creationId="{5C43F595-1A31-AEB8-5577-7A576F14BCF8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6:20:15.696" v="3012" actId="1582"/>
        <pc:sldMkLst>
          <pc:docMk/>
          <pc:sldMk cId="3026105797" sldId="281"/>
        </pc:sldMkLst>
        <pc:spChg chg="del">
          <ac:chgData name="Laura González i Vilardaga" userId="69192fb29b49cef1" providerId="LiveId" clId="{ED438556-BEE4-454F-B5B7-B05AE57EF495}" dt="2026-09-04T05:48:24.546" v="2717" actId="478"/>
          <ac:spMkLst>
            <pc:docMk/>
            <pc:sldMk cId="3026105797" sldId="281"/>
            <ac:spMk id="2" creationId="{378494C6-B6FE-A8EC-A24F-E5B37C4DFC13}"/>
          </ac:spMkLst>
        </pc:spChg>
        <pc:spChg chg="del">
          <ac:chgData name="Laura González i Vilardaga" userId="69192fb29b49cef1" providerId="LiveId" clId="{ED438556-BEE4-454F-B5B7-B05AE57EF495}" dt="2026-09-04T05:48:20.651" v="2716" actId="478"/>
          <ac:spMkLst>
            <pc:docMk/>
            <pc:sldMk cId="3026105797" sldId="281"/>
            <ac:spMk id="3" creationId="{B394CCCD-B7CF-EAFA-1C1D-4CA77C9BC0F5}"/>
          </ac:spMkLst>
        </pc:spChg>
        <pc:spChg chg="mod">
          <ac:chgData name="Laura González i Vilardaga" userId="69192fb29b49cef1" providerId="LiveId" clId="{ED438556-BEE4-454F-B5B7-B05AE57EF495}" dt="2026-09-04T05:37:48.730" v="2412" actId="113"/>
          <ac:spMkLst>
            <pc:docMk/>
            <pc:sldMk cId="3026105797" sldId="281"/>
            <ac:spMk id="8" creationId="{62E114CF-D5DA-8C6A-7A2E-4AB4A3A03C48}"/>
          </ac:spMkLst>
        </pc:spChg>
        <pc:spChg chg="add del mod">
          <ac:chgData name="Laura González i Vilardaga" userId="69192fb29b49cef1" providerId="LiveId" clId="{ED438556-BEE4-454F-B5B7-B05AE57EF495}" dt="2026-09-04T06:19:10.328" v="2989" actId="478"/>
          <ac:spMkLst>
            <pc:docMk/>
            <pc:sldMk cId="3026105797" sldId="281"/>
            <ac:spMk id="12" creationId="{CF21DC71-4564-03CD-9A2C-3CFC107FC1A3}"/>
          </ac:spMkLst>
        </pc:spChg>
        <pc:spChg chg="add del mod">
          <ac:chgData name="Laura González i Vilardaga" userId="69192fb29b49cef1" providerId="LiveId" clId="{ED438556-BEE4-454F-B5B7-B05AE57EF495}" dt="2026-09-04T06:12:23.965" v="2763"/>
          <ac:spMkLst>
            <pc:docMk/>
            <pc:sldMk cId="3026105797" sldId="281"/>
            <ac:spMk id="13" creationId="{DAC185CC-070D-B70A-2662-2EC800504992}"/>
          </ac:spMkLst>
        </pc:spChg>
        <pc:spChg chg="add mod">
          <ac:chgData name="Laura González i Vilardaga" userId="69192fb29b49cef1" providerId="LiveId" clId="{ED438556-BEE4-454F-B5B7-B05AE57EF495}" dt="2026-09-04T06:19:23.826" v="2991" actId="14100"/>
          <ac:spMkLst>
            <pc:docMk/>
            <pc:sldMk cId="3026105797" sldId="281"/>
            <ac:spMk id="14" creationId="{210C4203-5005-150D-1BD0-F6C535DDD8E9}"/>
          </ac:spMkLst>
        </pc:spChg>
        <pc:spChg chg="add mod">
          <ac:chgData name="Laura González i Vilardaga" userId="69192fb29b49cef1" providerId="LiveId" clId="{ED438556-BEE4-454F-B5B7-B05AE57EF495}" dt="2026-09-04T06:20:00.083" v="3009" actId="1076"/>
          <ac:spMkLst>
            <pc:docMk/>
            <pc:sldMk cId="3026105797" sldId="281"/>
            <ac:spMk id="15" creationId="{28A81EE6-EE49-17E9-5CFB-44CE483D137C}"/>
          </ac:spMkLst>
        </pc:spChg>
        <pc:picChg chg="add mod modCrop">
          <ac:chgData name="Laura González i Vilardaga" userId="69192fb29b49cef1" providerId="LiveId" clId="{ED438556-BEE4-454F-B5B7-B05AE57EF495}" dt="2026-09-04T05:48:52.596" v="2723" actId="1076"/>
          <ac:picMkLst>
            <pc:docMk/>
            <pc:sldMk cId="3026105797" sldId="281"/>
            <ac:picMk id="11" creationId="{CBAF98DC-2417-9B00-E573-7614FFA3229B}"/>
          </ac:picMkLst>
        </pc:picChg>
        <pc:cxnChg chg="add mod">
          <ac:chgData name="Laura González i Vilardaga" userId="69192fb29b49cef1" providerId="LiveId" clId="{ED438556-BEE4-454F-B5B7-B05AE57EF495}" dt="2026-09-04T06:20:15.696" v="3012" actId="1582"/>
          <ac:cxnSpMkLst>
            <pc:docMk/>
            <pc:sldMk cId="3026105797" sldId="281"/>
            <ac:cxnSpMk id="17" creationId="{D9D960C6-1264-4C3E-599B-5ADAAFAE0A59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6:26:40.060" v="3110" actId="6549"/>
        <pc:sldMkLst>
          <pc:docMk/>
          <pc:sldMk cId="3331356042" sldId="282"/>
        </pc:sldMkLst>
        <pc:spChg chg="mod">
          <ac:chgData name="Laura González i Vilardaga" userId="69192fb29b49cef1" providerId="LiveId" clId="{ED438556-BEE4-454F-B5B7-B05AE57EF495}" dt="2026-09-04T06:24:08.855" v="3055" actId="20577"/>
          <ac:spMkLst>
            <pc:docMk/>
            <pc:sldMk cId="3331356042" sldId="282"/>
            <ac:spMk id="2" creationId="{6A348750-A5E0-A56D-732A-3B232230DF99}"/>
          </ac:spMkLst>
        </pc:spChg>
        <pc:spChg chg="del">
          <ac:chgData name="Laura González i Vilardaga" userId="69192fb29b49cef1" providerId="LiveId" clId="{ED438556-BEE4-454F-B5B7-B05AE57EF495}" dt="2026-09-04T06:22:49.742" v="3014"/>
          <ac:spMkLst>
            <pc:docMk/>
            <pc:sldMk cId="3331356042" sldId="282"/>
            <ac:spMk id="3" creationId="{3FEFEFA1-8FD2-AD2F-531F-18C691EAA5C5}"/>
          </ac:spMkLst>
        </pc:spChg>
        <pc:spChg chg="mod">
          <ac:chgData name="Laura González i Vilardaga" userId="69192fb29b49cef1" providerId="LiveId" clId="{ED438556-BEE4-454F-B5B7-B05AE57EF495}" dt="2026-09-04T05:37:55.176" v="2414" actId="207"/>
          <ac:spMkLst>
            <pc:docMk/>
            <pc:sldMk cId="3331356042" sldId="282"/>
            <ac:spMk id="8" creationId="{0DE87759-49A0-86F3-97DA-F37A2B62EED7}"/>
          </ac:spMkLst>
        </pc:spChg>
        <pc:spChg chg="add del mod">
          <ac:chgData name="Laura González i Vilardaga" userId="69192fb29b49cef1" providerId="LiveId" clId="{ED438556-BEE4-454F-B5B7-B05AE57EF495}" dt="2026-09-04T06:24:57.645" v="3062" actId="478"/>
          <ac:spMkLst>
            <pc:docMk/>
            <pc:sldMk cId="3331356042" sldId="282"/>
            <ac:spMk id="15" creationId="{97316B26-8B9C-ED37-F8BC-BC5162C9BF01}"/>
          </ac:spMkLst>
        </pc:spChg>
        <pc:spChg chg="add mod">
          <ac:chgData name="Laura González i Vilardaga" userId="69192fb29b49cef1" providerId="LiveId" clId="{ED438556-BEE4-454F-B5B7-B05AE57EF495}" dt="2026-09-04T06:26:40.060" v="3110" actId="6549"/>
          <ac:spMkLst>
            <pc:docMk/>
            <pc:sldMk cId="3331356042" sldId="282"/>
            <ac:spMk id="18" creationId="{0D1F93EB-D5AD-0557-9145-6F3F612ACD0D}"/>
          </ac:spMkLst>
        </pc:spChg>
        <pc:picChg chg="add del mod ord modCrop">
          <ac:chgData name="Laura González i Vilardaga" userId="69192fb29b49cef1" providerId="LiveId" clId="{ED438556-BEE4-454F-B5B7-B05AE57EF495}" dt="2026-09-04T06:23:52.582" v="3024" actId="21"/>
          <ac:picMkLst>
            <pc:docMk/>
            <pc:sldMk cId="3331356042" sldId="282"/>
            <ac:picMk id="11" creationId="{855D3D3F-C856-570F-649C-0FD19026AC9B}"/>
          </ac:picMkLst>
        </pc:picChg>
        <pc:picChg chg="add mod">
          <ac:chgData name="Laura González i Vilardaga" userId="69192fb29b49cef1" providerId="LiveId" clId="{ED438556-BEE4-454F-B5B7-B05AE57EF495}" dt="2026-09-04T06:24:52" v="3060" actId="1076"/>
          <ac:picMkLst>
            <pc:docMk/>
            <pc:sldMk cId="3331356042" sldId="282"/>
            <ac:picMk id="13" creationId="{D82F3289-631F-D6E8-C6CC-1225351D69B6}"/>
          </ac:picMkLst>
        </pc:picChg>
        <pc:picChg chg="add mod">
          <ac:chgData name="Laura González i Vilardaga" userId="69192fb29b49cef1" providerId="LiveId" clId="{ED438556-BEE4-454F-B5B7-B05AE57EF495}" dt="2026-09-04T06:25:02.638" v="3064" actId="1076"/>
          <ac:picMkLst>
            <pc:docMk/>
            <pc:sldMk cId="3331356042" sldId="282"/>
            <ac:picMk id="17" creationId="{3777CE2F-A975-6F5B-9BB5-A1503AA7E512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6:27:52.845" v="3165" actId="1076"/>
        <pc:sldMkLst>
          <pc:docMk/>
          <pc:sldMk cId="2516439496" sldId="283"/>
        </pc:sldMkLst>
        <pc:spChg chg="mod">
          <ac:chgData name="Laura González i Vilardaga" userId="69192fb29b49cef1" providerId="LiveId" clId="{ED438556-BEE4-454F-B5B7-B05AE57EF495}" dt="2026-09-04T06:27:12.563" v="3161" actId="20577"/>
          <ac:spMkLst>
            <pc:docMk/>
            <pc:sldMk cId="2516439496" sldId="283"/>
            <ac:spMk id="2" creationId="{065BB607-62BB-CE73-94EB-80E91DBB1EC7}"/>
          </ac:spMkLst>
        </pc:spChg>
        <pc:spChg chg="del mod">
          <ac:chgData name="Laura González i Vilardaga" userId="69192fb29b49cef1" providerId="LiveId" clId="{ED438556-BEE4-454F-B5B7-B05AE57EF495}" dt="2026-09-04T06:27:03.065" v="3115" actId="478"/>
          <ac:spMkLst>
            <pc:docMk/>
            <pc:sldMk cId="2516439496" sldId="283"/>
            <ac:spMk id="18" creationId="{F5CCD32B-B815-0784-B3AC-B8205CA3CA0E}"/>
          </ac:spMkLst>
        </pc:spChg>
        <pc:picChg chg="add mod">
          <ac:chgData name="Laura González i Vilardaga" userId="69192fb29b49cef1" providerId="LiveId" clId="{ED438556-BEE4-454F-B5B7-B05AE57EF495}" dt="2026-09-04T06:27:52.845" v="3165" actId="1076"/>
          <ac:picMkLst>
            <pc:docMk/>
            <pc:sldMk cId="2516439496" sldId="283"/>
            <ac:picMk id="10" creationId="{C35BA035-A50A-B699-B215-A48B1B8F4F25}"/>
          </ac:picMkLst>
        </pc:picChg>
        <pc:picChg chg="del">
          <ac:chgData name="Laura González i Vilardaga" userId="69192fb29b49cef1" providerId="LiveId" clId="{ED438556-BEE4-454F-B5B7-B05AE57EF495}" dt="2026-09-04T06:27:00.472" v="3112" actId="478"/>
          <ac:picMkLst>
            <pc:docMk/>
            <pc:sldMk cId="2516439496" sldId="283"/>
            <ac:picMk id="13" creationId="{284749D7-30B5-358A-BC2F-2C33754B2758}"/>
          </ac:picMkLst>
        </pc:picChg>
        <pc:picChg chg="del">
          <ac:chgData name="Laura González i Vilardaga" userId="69192fb29b49cef1" providerId="LiveId" clId="{ED438556-BEE4-454F-B5B7-B05AE57EF495}" dt="2026-09-04T06:27:01.422" v="3113" actId="478"/>
          <ac:picMkLst>
            <pc:docMk/>
            <pc:sldMk cId="2516439496" sldId="283"/>
            <ac:picMk id="17" creationId="{CC110F86-4BB2-E998-3424-07126215C366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6:33:31.508" v="3230" actId="2085"/>
        <pc:sldMkLst>
          <pc:docMk/>
          <pc:sldMk cId="2980670581" sldId="284"/>
        </pc:sldMkLst>
        <pc:spChg chg="add del">
          <ac:chgData name="Laura González i Vilardaga" userId="69192fb29b49cef1" providerId="LiveId" clId="{ED438556-BEE4-454F-B5B7-B05AE57EF495}" dt="2026-09-04T06:30:36.900" v="3168" actId="478"/>
          <ac:spMkLst>
            <pc:docMk/>
            <pc:sldMk cId="2980670581" sldId="284"/>
            <ac:spMk id="3" creationId="{A22F2560-A8F3-B953-DBFF-0BA4634EB8B4}"/>
          </ac:spMkLst>
        </pc:spChg>
        <pc:spChg chg="add mod">
          <ac:chgData name="Laura González i Vilardaga" userId="69192fb29b49cef1" providerId="LiveId" clId="{ED438556-BEE4-454F-B5B7-B05AE57EF495}" dt="2026-09-04T06:31:09.472" v="3175" actId="1582"/>
          <ac:spMkLst>
            <pc:docMk/>
            <pc:sldMk cId="2980670581" sldId="284"/>
            <ac:spMk id="11" creationId="{50916027-35E9-4616-98F1-948004E7CDD9}"/>
          </ac:spMkLst>
        </pc:spChg>
        <pc:spChg chg="add mod">
          <ac:chgData name="Laura González i Vilardaga" userId="69192fb29b49cef1" providerId="LiveId" clId="{ED438556-BEE4-454F-B5B7-B05AE57EF495}" dt="2026-09-04T06:33:31.508" v="3230" actId="2085"/>
          <ac:spMkLst>
            <pc:docMk/>
            <pc:sldMk cId="2980670581" sldId="284"/>
            <ac:spMk id="12" creationId="{1936655C-77D4-4A19-A3AF-C10823D80B84}"/>
          </ac:spMkLst>
        </pc:spChg>
        <pc:picChg chg="mod">
          <ac:chgData name="Laura González i Vilardaga" userId="69192fb29b49cef1" providerId="LiveId" clId="{ED438556-BEE4-454F-B5B7-B05AE57EF495}" dt="2026-09-04T06:30:48.727" v="3172" actId="1076"/>
          <ac:picMkLst>
            <pc:docMk/>
            <pc:sldMk cId="2980670581" sldId="284"/>
            <ac:picMk id="10" creationId="{4DA5020F-C501-7223-09A7-2A69005E654C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8:51:09.026" v="4887" actId="1076"/>
        <pc:sldMkLst>
          <pc:docMk/>
          <pc:sldMk cId="2011313586" sldId="285"/>
        </pc:sldMkLst>
        <pc:spChg chg="mod">
          <ac:chgData name="Laura González i Vilardaga" userId="69192fb29b49cef1" providerId="LiveId" clId="{ED438556-BEE4-454F-B5B7-B05AE57EF495}" dt="2026-09-04T06:33:56.919" v="3245" actId="20577"/>
          <ac:spMkLst>
            <pc:docMk/>
            <pc:sldMk cId="2011313586" sldId="285"/>
            <ac:spMk id="2" creationId="{008538B9-DA59-A0FD-7EB4-5B7C28CC0A6B}"/>
          </ac:spMkLst>
        </pc:spChg>
        <pc:spChg chg="del">
          <ac:chgData name="Laura González i Vilardaga" userId="69192fb29b49cef1" providerId="LiveId" clId="{ED438556-BEE4-454F-B5B7-B05AE57EF495}" dt="2026-09-04T06:34:00.667" v="3248" actId="478"/>
          <ac:spMkLst>
            <pc:docMk/>
            <pc:sldMk cId="2011313586" sldId="285"/>
            <ac:spMk id="11" creationId="{52C795B2-86E7-4FD9-3B76-F2579EC22B21}"/>
          </ac:spMkLst>
        </pc:spChg>
        <pc:spChg chg="del">
          <ac:chgData name="Laura González i Vilardaga" userId="69192fb29b49cef1" providerId="LiveId" clId="{ED438556-BEE4-454F-B5B7-B05AE57EF495}" dt="2026-09-04T06:34:00.380" v="3247" actId="478"/>
          <ac:spMkLst>
            <pc:docMk/>
            <pc:sldMk cId="2011313586" sldId="285"/>
            <ac:spMk id="12" creationId="{1277A055-D7BE-79D9-1EB3-13E0C300A0C9}"/>
          </ac:spMkLst>
        </pc:spChg>
        <pc:spChg chg="add mod">
          <ac:chgData name="Laura González i Vilardaga" userId="69192fb29b49cef1" providerId="LiveId" clId="{ED438556-BEE4-454F-B5B7-B05AE57EF495}" dt="2026-09-04T08:51:05.078" v="4885" actId="13926"/>
          <ac:spMkLst>
            <pc:docMk/>
            <pc:sldMk cId="2011313586" sldId="285"/>
            <ac:spMk id="16" creationId="{FD6FEDE5-9763-1D45-EAF9-CB503DB0704B}"/>
          </ac:spMkLst>
        </pc:spChg>
        <pc:spChg chg="add mod">
          <ac:chgData name="Laura González i Vilardaga" userId="69192fb29b49cef1" providerId="LiveId" clId="{ED438556-BEE4-454F-B5B7-B05AE57EF495}" dt="2026-09-04T08:51:09.026" v="4887" actId="1076"/>
          <ac:spMkLst>
            <pc:docMk/>
            <pc:sldMk cId="2011313586" sldId="285"/>
            <ac:spMk id="17" creationId="{110C19B5-E75E-77C3-7FBD-BFE25AEE5315}"/>
          </ac:spMkLst>
        </pc:spChg>
        <pc:picChg chg="del">
          <ac:chgData name="Laura González i Vilardaga" userId="69192fb29b49cef1" providerId="LiveId" clId="{ED438556-BEE4-454F-B5B7-B05AE57EF495}" dt="2026-09-04T06:33:59.093" v="3246" actId="478"/>
          <ac:picMkLst>
            <pc:docMk/>
            <pc:sldMk cId="2011313586" sldId="285"/>
            <ac:picMk id="10" creationId="{5A74E976-80A8-B43F-903B-351116E5DFF2}"/>
          </ac:picMkLst>
        </pc:picChg>
        <pc:picChg chg="add mod">
          <ac:chgData name="Laura González i Vilardaga" userId="69192fb29b49cef1" providerId="LiveId" clId="{ED438556-BEE4-454F-B5B7-B05AE57EF495}" dt="2026-09-04T06:34:33.176" v="3256" actId="14100"/>
          <ac:picMkLst>
            <pc:docMk/>
            <pc:sldMk cId="2011313586" sldId="285"/>
            <ac:picMk id="13" creationId="{2120BEE8-EE8F-7A00-B327-225A6B4378DF}"/>
          </ac:picMkLst>
        </pc:picChg>
        <pc:picChg chg="add del mod">
          <ac:chgData name="Laura González i Vilardaga" userId="69192fb29b49cef1" providerId="LiveId" clId="{ED438556-BEE4-454F-B5B7-B05AE57EF495}" dt="2026-09-04T06:35:30.302" v="3264" actId="478"/>
          <ac:picMkLst>
            <pc:docMk/>
            <pc:sldMk cId="2011313586" sldId="285"/>
            <ac:picMk id="15" creationId="{16CFF508-9861-35E6-F270-F652D67A1A28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6:42:27.702" v="3583" actId="1582"/>
        <pc:sldMkLst>
          <pc:docMk/>
          <pc:sldMk cId="1164831460" sldId="286"/>
        </pc:sldMkLst>
        <pc:spChg chg="add mod">
          <ac:chgData name="Laura González i Vilardaga" userId="69192fb29b49cef1" providerId="LiveId" clId="{ED438556-BEE4-454F-B5B7-B05AE57EF495}" dt="2026-09-04T06:40:08.570" v="3495" actId="1076"/>
          <ac:spMkLst>
            <pc:docMk/>
            <pc:sldMk cId="1164831460" sldId="286"/>
            <ac:spMk id="3" creationId="{72BB4AB9-24B9-032B-1016-0CF527C05E90}"/>
          </ac:spMkLst>
        </pc:spChg>
        <pc:spChg chg="add del mod">
          <ac:chgData name="Laura González i Vilardaga" userId="69192fb29b49cef1" providerId="LiveId" clId="{ED438556-BEE4-454F-B5B7-B05AE57EF495}" dt="2026-09-04T06:40:55.164" v="3550" actId="478"/>
          <ac:spMkLst>
            <pc:docMk/>
            <pc:sldMk cId="1164831460" sldId="286"/>
            <ac:spMk id="10" creationId="{DFFFA982-1CF7-37B6-15A7-DF49601CF4FE}"/>
          </ac:spMkLst>
        </pc:spChg>
        <pc:spChg chg="add mod">
          <ac:chgData name="Laura González i Vilardaga" userId="69192fb29b49cef1" providerId="LiveId" clId="{ED438556-BEE4-454F-B5B7-B05AE57EF495}" dt="2026-09-04T06:42:27.702" v="3583" actId="1582"/>
          <ac:spMkLst>
            <pc:docMk/>
            <pc:sldMk cId="1164831460" sldId="286"/>
            <ac:spMk id="11" creationId="{5909431C-4CEA-0AB8-C686-E7631F082544}"/>
          </ac:spMkLst>
        </pc:spChg>
        <pc:picChg chg="del">
          <ac:chgData name="Laura González i Vilardaga" userId="69192fb29b49cef1" providerId="LiveId" clId="{ED438556-BEE4-454F-B5B7-B05AE57EF495}" dt="2026-09-04T06:36:08.883" v="3347" actId="478"/>
          <ac:picMkLst>
            <pc:docMk/>
            <pc:sldMk cId="1164831460" sldId="286"/>
            <ac:picMk id="13" creationId="{2D5F0956-F7D1-859A-2D00-2ABFF1D6ECFA}"/>
          </ac:picMkLst>
        </pc:picChg>
        <pc:picChg chg="add del mod">
          <ac:chgData name="Laura González i Vilardaga" userId="69192fb29b49cef1" providerId="LiveId" clId="{ED438556-BEE4-454F-B5B7-B05AE57EF495}" dt="2026-09-04T06:36:29.961" v="3348" actId="1076"/>
          <ac:picMkLst>
            <pc:docMk/>
            <pc:sldMk cId="1164831460" sldId="286"/>
            <ac:picMk id="15" creationId="{C5B5330A-DD32-308A-1E50-B5DC02163744}"/>
          </ac:picMkLst>
        </pc:picChg>
      </pc:sldChg>
      <pc:sldChg chg="modSp add mod ord">
        <pc:chgData name="Laura González i Vilardaga" userId="69192fb29b49cef1" providerId="LiveId" clId="{ED438556-BEE4-454F-B5B7-B05AE57EF495}" dt="2026-09-04T06:42:42.230" v="3585" actId="113"/>
        <pc:sldMkLst>
          <pc:docMk/>
          <pc:sldMk cId="3143529149" sldId="287"/>
        </pc:sldMkLst>
        <pc:spChg chg="mod">
          <ac:chgData name="Laura González i Vilardaga" userId="69192fb29b49cef1" providerId="LiveId" clId="{ED438556-BEE4-454F-B5B7-B05AE57EF495}" dt="2026-09-04T06:42:42.230" v="3585" actId="113"/>
          <ac:spMkLst>
            <pc:docMk/>
            <pc:sldMk cId="3143529149" sldId="287"/>
            <ac:spMk id="3" creationId="{8A150A44-4A63-356F-AFCD-94471ED6B618}"/>
          </ac:spMkLst>
        </pc:spChg>
      </pc:sldChg>
      <pc:sldChg chg="addSp delSp modSp add mod ord">
        <pc:chgData name="Laura González i Vilardaga" userId="69192fb29b49cef1" providerId="LiveId" clId="{ED438556-BEE4-454F-B5B7-B05AE57EF495}" dt="2026-09-04T12:25:29.324" v="7151" actId="478"/>
        <pc:sldMkLst>
          <pc:docMk/>
          <pc:sldMk cId="3294092079" sldId="288"/>
        </pc:sldMkLst>
        <pc:spChg chg="mod">
          <ac:chgData name="Laura González i Vilardaga" userId="69192fb29b49cef1" providerId="LiveId" clId="{ED438556-BEE4-454F-B5B7-B05AE57EF495}" dt="2026-09-04T06:53:03.977" v="3778" actId="20577"/>
          <ac:spMkLst>
            <pc:docMk/>
            <pc:sldMk cId="3294092079" sldId="288"/>
            <ac:spMk id="2" creationId="{9CE4260D-E701-8BFC-1332-D1DA85D77286}"/>
          </ac:spMkLst>
        </pc:spChg>
        <pc:spChg chg="del mod">
          <ac:chgData name="Laura González i Vilardaga" userId="69192fb29b49cef1" providerId="LiveId" clId="{ED438556-BEE4-454F-B5B7-B05AE57EF495}" dt="2026-09-04T06:44:18.377" v="3594" actId="21"/>
          <ac:spMkLst>
            <pc:docMk/>
            <pc:sldMk cId="3294092079" sldId="288"/>
            <ac:spMk id="8" creationId="{0E166DF8-C0BF-FF96-6B85-AE9E5AE54441}"/>
          </ac:spMkLst>
        </pc:spChg>
        <pc:spChg chg="add mod">
          <ac:chgData name="Laura González i Vilardaga" userId="69192fb29b49cef1" providerId="LiveId" clId="{ED438556-BEE4-454F-B5B7-B05AE57EF495}" dt="2026-09-04T07:20:35.436" v="4213" actId="1076"/>
          <ac:spMkLst>
            <pc:docMk/>
            <pc:sldMk cId="3294092079" sldId="288"/>
            <ac:spMk id="11" creationId="{8F1207E3-1861-D616-02A6-1D0755F25473}"/>
          </ac:spMkLst>
        </pc:spChg>
        <pc:spChg chg="add mod">
          <ac:chgData name="Laura González i Vilardaga" userId="69192fb29b49cef1" providerId="LiveId" clId="{ED438556-BEE4-454F-B5B7-B05AE57EF495}" dt="2026-09-04T10:28:44.733" v="6627" actId="1076"/>
          <ac:spMkLst>
            <pc:docMk/>
            <pc:sldMk cId="3294092079" sldId="288"/>
            <ac:spMk id="13" creationId="{DEAD2274-6B3E-685A-8922-F652A567AC37}"/>
          </ac:spMkLst>
        </pc:spChg>
        <pc:spChg chg="add mod">
          <ac:chgData name="Laura González i Vilardaga" userId="69192fb29b49cef1" providerId="LiveId" clId="{ED438556-BEE4-454F-B5B7-B05AE57EF495}" dt="2026-09-04T10:28:44.733" v="6627" actId="1076"/>
          <ac:spMkLst>
            <pc:docMk/>
            <pc:sldMk cId="3294092079" sldId="288"/>
            <ac:spMk id="14" creationId="{C0EF5C3E-44F0-E398-9AED-0AAFFC4C11A7}"/>
          </ac:spMkLst>
        </pc:spChg>
        <pc:spChg chg="add mod">
          <ac:chgData name="Laura González i Vilardaga" userId="69192fb29b49cef1" providerId="LiveId" clId="{ED438556-BEE4-454F-B5B7-B05AE57EF495}" dt="2026-09-04T10:28:40.606" v="6626" actId="1076"/>
          <ac:spMkLst>
            <pc:docMk/>
            <pc:sldMk cId="3294092079" sldId="288"/>
            <ac:spMk id="15" creationId="{EAADE6D1-A4C8-5646-3FE2-D323137DB417}"/>
          </ac:spMkLst>
        </pc:spChg>
        <pc:spChg chg="add mod">
          <ac:chgData name="Laura González i Vilardaga" userId="69192fb29b49cef1" providerId="LiveId" clId="{ED438556-BEE4-454F-B5B7-B05AE57EF495}" dt="2026-09-04T10:28:40.606" v="6626" actId="1076"/>
          <ac:spMkLst>
            <pc:docMk/>
            <pc:sldMk cId="3294092079" sldId="288"/>
            <ac:spMk id="16" creationId="{7CABDC9B-1E4D-A364-4D79-5C28B739EC98}"/>
          </ac:spMkLst>
        </pc:spChg>
        <pc:spChg chg="add del mod">
          <ac:chgData name="Laura González i Vilardaga" userId="69192fb29b49cef1" providerId="LiveId" clId="{ED438556-BEE4-454F-B5B7-B05AE57EF495}" dt="2026-09-04T07:20:00.074" v="4189" actId="478"/>
          <ac:spMkLst>
            <pc:docMk/>
            <pc:sldMk cId="3294092079" sldId="288"/>
            <ac:spMk id="17" creationId="{F4F2A0F6-C487-2C56-DA2B-AADFDD32B372}"/>
          </ac:spMkLst>
        </pc:spChg>
        <pc:spChg chg="add del mod">
          <ac:chgData name="Laura González i Vilardaga" userId="69192fb29b49cef1" providerId="LiveId" clId="{ED438556-BEE4-454F-B5B7-B05AE57EF495}" dt="2026-09-04T07:19:57.669" v="4188" actId="478"/>
          <ac:spMkLst>
            <pc:docMk/>
            <pc:sldMk cId="3294092079" sldId="288"/>
            <ac:spMk id="18" creationId="{5B0406FD-9570-173F-015F-894A25F9F430}"/>
          </ac:spMkLst>
        </pc:spChg>
        <pc:spChg chg="add del mod">
          <ac:chgData name="Laura González i Vilardaga" userId="69192fb29b49cef1" providerId="LiveId" clId="{ED438556-BEE4-454F-B5B7-B05AE57EF495}" dt="2026-09-04T12:25:29.324" v="7151" actId="478"/>
          <ac:spMkLst>
            <pc:docMk/>
            <pc:sldMk cId="3294092079" sldId="288"/>
            <ac:spMk id="19" creationId="{8F1238FB-AE1E-2482-036A-41B5C87C0CB1}"/>
          </ac:spMkLst>
        </pc:spChg>
        <pc:spChg chg="add del mod">
          <ac:chgData name="Laura González i Vilardaga" userId="69192fb29b49cef1" providerId="LiveId" clId="{ED438556-BEE4-454F-B5B7-B05AE57EF495}" dt="2026-09-04T07:12:11.964" v="4127" actId="478"/>
          <ac:spMkLst>
            <pc:docMk/>
            <pc:sldMk cId="3294092079" sldId="288"/>
            <ac:spMk id="22" creationId="{58123B76-1C4E-4772-30BD-FCDCD1B6BA8F}"/>
          </ac:spMkLst>
        </pc:spChg>
        <pc:spChg chg="add del mod">
          <ac:chgData name="Laura González i Vilardaga" userId="69192fb29b49cef1" providerId="LiveId" clId="{ED438556-BEE4-454F-B5B7-B05AE57EF495}" dt="2026-09-04T07:11:00.990" v="4095" actId="478"/>
          <ac:spMkLst>
            <pc:docMk/>
            <pc:sldMk cId="3294092079" sldId="288"/>
            <ac:spMk id="23" creationId="{56E2A852-A4F5-E0A5-2C64-E78573CD0B5D}"/>
          </ac:spMkLst>
        </pc:spChg>
        <pc:spChg chg="add del mod">
          <ac:chgData name="Laura González i Vilardaga" userId="69192fb29b49cef1" providerId="LiveId" clId="{ED438556-BEE4-454F-B5B7-B05AE57EF495}" dt="2026-09-04T07:19:53.475" v="4184" actId="478"/>
          <ac:spMkLst>
            <pc:docMk/>
            <pc:sldMk cId="3294092079" sldId="288"/>
            <ac:spMk id="25" creationId="{0957F720-366F-2214-3739-D35D1119AD6B}"/>
          </ac:spMkLst>
        </pc:spChg>
        <pc:spChg chg="add del mod">
          <ac:chgData name="Laura González i Vilardaga" userId="69192fb29b49cef1" providerId="LiveId" clId="{ED438556-BEE4-454F-B5B7-B05AE57EF495}" dt="2026-09-04T12:25:29.324" v="7151" actId="478"/>
          <ac:spMkLst>
            <pc:docMk/>
            <pc:sldMk cId="3294092079" sldId="288"/>
            <ac:spMk id="26" creationId="{30EECAD1-6994-F6CA-6FCC-A4A823E42A8F}"/>
          </ac:spMkLst>
        </pc:spChg>
        <pc:spChg chg="del">
          <ac:chgData name="Laura González i Vilardaga" userId="69192fb29b49cef1" providerId="LiveId" clId="{ED438556-BEE4-454F-B5B7-B05AE57EF495}" dt="2026-09-04T06:44:12.391" v="3592" actId="478"/>
          <ac:spMkLst>
            <pc:docMk/>
            <pc:sldMk cId="3294092079" sldId="288"/>
            <ac:spMk id="27" creationId="{3CAE4E1F-021B-6CE4-D27E-FF07672AD313}"/>
          </ac:spMkLst>
        </pc:spChg>
        <pc:spChg chg="del">
          <ac:chgData name="Laura González i Vilardaga" userId="69192fb29b49cef1" providerId="LiveId" clId="{ED438556-BEE4-454F-B5B7-B05AE57EF495}" dt="2026-09-04T06:44:12.391" v="3592" actId="478"/>
          <ac:spMkLst>
            <pc:docMk/>
            <pc:sldMk cId="3294092079" sldId="288"/>
            <ac:spMk id="28" creationId="{AEF6667E-B8E5-BE60-862B-E9D886F4F1E7}"/>
          </ac:spMkLst>
        </pc:spChg>
        <pc:spChg chg="add mod">
          <ac:chgData name="Laura González i Vilardaga" userId="69192fb29b49cef1" providerId="LiveId" clId="{ED438556-BEE4-454F-B5B7-B05AE57EF495}" dt="2026-09-04T10:28:52.947" v="6629" actId="1076"/>
          <ac:spMkLst>
            <pc:docMk/>
            <pc:sldMk cId="3294092079" sldId="288"/>
            <ac:spMk id="30" creationId="{824495F8-4F8F-97C0-E71B-317E104D214D}"/>
          </ac:spMkLst>
        </pc:spChg>
        <pc:spChg chg="del">
          <ac:chgData name="Laura González i Vilardaga" userId="69192fb29b49cef1" providerId="LiveId" clId="{ED438556-BEE4-454F-B5B7-B05AE57EF495}" dt="2026-09-04T06:44:12.391" v="3592" actId="478"/>
          <ac:spMkLst>
            <pc:docMk/>
            <pc:sldMk cId="3294092079" sldId="288"/>
            <ac:spMk id="33" creationId="{A2C7D66F-B205-AAC8-F3A3-0066B84D7B12}"/>
          </ac:spMkLst>
        </pc:spChg>
        <pc:spChg chg="add mod">
          <ac:chgData name="Laura González i Vilardaga" userId="69192fb29b49cef1" providerId="LiveId" clId="{ED438556-BEE4-454F-B5B7-B05AE57EF495}" dt="2026-09-04T10:28:52.947" v="6629" actId="1076"/>
          <ac:spMkLst>
            <pc:docMk/>
            <pc:sldMk cId="3294092079" sldId="288"/>
            <ac:spMk id="34" creationId="{E71701AE-9AFD-FB1B-A824-CC23CB48FD78}"/>
          </ac:spMkLst>
        </pc:spChg>
        <pc:spChg chg="del">
          <ac:chgData name="Laura González i Vilardaga" userId="69192fb29b49cef1" providerId="LiveId" clId="{ED438556-BEE4-454F-B5B7-B05AE57EF495}" dt="2026-09-04T06:44:26.603" v="3595" actId="478"/>
          <ac:spMkLst>
            <pc:docMk/>
            <pc:sldMk cId="3294092079" sldId="288"/>
            <ac:spMk id="36" creationId="{1A2024FD-FE72-8025-1C22-2307D35D50FD}"/>
          </ac:spMkLst>
        </pc:spChg>
        <pc:spChg chg="add del mod">
          <ac:chgData name="Laura González i Vilardaga" userId="69192fb29b49cef1" providerId="LiveId" clId="{ED438556-BEE4-454F-B5B7-B05AE57EF495}" dt="2026-09-04T12:25:29.324" v="7151" actId="478"/>
          <ac:spMkLst>
            <pc:docMk/>
            <pc:sldMk cId="3294092079" sldId="288"/>
            <ac:spMk id="38" creationId="{15B49D59-43D5-0F0E-0969-4DA6115A4A5B}"/>
          </ac:spMkLst>
        </pc:spChg>
        <pc:spChg chg="del mod">
          <ac:chgData name="Laura González i Vilardaga" userId="69192fb29b49cef1" providerId="LiveId" clId="{ED438556-BEE4-454F-B5B7-B05AE57EF495}" dt="2026-09-04T06:44:27.868" v="3597" actId="478"/>
          <ac:spMkLst>
            <pc:docMk/>
            <pc:sldMk cId="3294092079" sldId="288"/>
            <ac:spMk id="44" creationId="{EB3A9F7C-AA13-8D65-8B8B-B2E2C76D8C55}"/>
          </ac:spMkLst>
        </pc:spChg>
        <pc:picChg chg="add del mod modCrop">
          <ac:chgData name="Laura González i Vilardaga" userId="69192fb29b49cef1" providerId="LiveId" clId="{ED438556-BEE4-454F-B5B7-B05AE57EF495}" dt="2026-09-04T06:54:59.619" v="3789" actId="478"/>
          <ac:picMkLst>
            <pc:docMk/>
            <pc:sldMk cId="3294092079" sldId="288"/>
            <ac:picMk id="10" creationId="{F5259199-12A3-380A-3E06-8BEA3B8B303E}"/>
          </ac:picMkLst>
        </pc:picChg>
        <pc:picChg chg="add del mod">
          <ac:chgData name="Laura González i Vilardaga" userId="69192fb29b49cef1" providerId="LiveId" clId="{ED438556-BEE4-454F-B5B7-B05AE57EF495}" dt="2026-09-04T10:29:24.899" v="6654" actId="478"/>
          <ac:picMkLst>
            <pc:docMk/>
            <pc:sldMk cId="3294092079" sldId="288"/>
            <ac:picMk id="12" creationId="{113A1468-00E2-74E5-57FA-23809B1DF50D}"/>
          </ac:picMkLst>
        </pc:picChg>
        <pc:picChg chg="del">
          <ac:chgData name="Laura González i Vilardaga" userId="69192fb29b49cef1" providerId="LiveId" clId="{ED438556-BEE4-454F-B5B7-B05AE57EF495}" dt="2026-09-04T06:44:12.391" v="3592" actId="478"/>
          <ac:picMkLst>
            <pc:docMk/>
            <pc:sldMk cId="3294092079" sldId="288"/>
            <ac:picMk id="21" creationId="{3EF39821-F992-C3EC-C19D-34D38F648B32}"/>
          </ac:picMkLst>
        </pc:picChg>
        <pc:picChg chg="del">
          <ac:chgData name="Laura González i Vilardaga" userId="69192fb29b49cef1" providerId="LiveId" clId="{ED438556-BEE4-454F-B5B7-B05AE57EF495}" dt="2026-09-04T06:44:12.391" v="3592" actId="478"/>
          <ac:picMkLst>
            <pc:docMk/>
            <pc:sldMk cId="3294092079" sldId="288"/>
            <ac:picMk id="32" creationId="{B937A427-7054-1891-C2CC-C3FE6D1DBC2A}"/>
          </ac:picMkLst>
        </pc:picChg>
        <pc:cxnChg chg="del">
          <ac:chgData name="Laura González i Vilardaga" userId="69192fb29b49cef1" providerId="LiveId" clId="{ED438556-BEE4-454F-B5B7-B05AE57EF495}" dt="2026-09-04T06:44:12.391" v="3592" actId="478"/>
          <ac:cxnSpMkLst>
            <pc:docMk/>
            <pc:sldMk cId="3294092079" sldId="288"/>
            <ac:cxnSpMk id="35" creationId="{DAF082F3-6FE0-8B86-183B-5F181F926504}"/>
          </ac:cxnSpMkLst>
        </pc:cxnChg>
      </pc:sldChg>
      <pc:sldChg chg="addSp delSp modSp add mod ord">
        <pc:chgData name="Laura González i Vilardaga" userId="69192fb29b49cef1" providerId="LiveId" clId="{ED438556-BEE4-454F-B5B7-B05AE57EF495}" dt="2026-09-04T12:34:59.211" v="7209" actId="478"/>
        <pc:sldMkLst>
          <pc:docMk/>
          <pc:sldMk cId="57486652" sldId="289"/>
        </pc:sldMkLst>
        <pc:spChg chg="del mod">
          <ac:chgData name="Laura González i Vilardaga" userId="69192fb29b49cef1" providerId="LiveId" clId="{ED438556-BEE4-454F-B5B7-B05AE57EF495}" dt="2026-09-04T10:17:48.970" v="6412" actId="478"/>
          <ac:spMkLst>
            <pc:docMk/>
            <pc:sldMk cId="57486652" sldId="289"/>
            <ac:spMk id="2" creationId="{E5A83943-C90C-5408-DEA7-610449AA0062}"/>
          </ac:spMkLst>
        </pc:spChg>
        <pc:spChg chg="add del mod">
          <ac:chgData name="Laura González i Vilardaga" userId="69192fb29b49cef1" providerId="LiveId" clId="{ED438556-BEE4-454F-B5B7-B05AE57EF495}" dt="2026-09-04T10:20:33.777" v="6501"/>
          <ac:spMkLst>
            <pc:docMk/>
            <pc:sldMk cId="57486652" sldId="289"/>
            <ac:spMk id="3" creationId="{075CD12C-22FE-67FB-486D-E75A9E8ABD25}"/>
          </ac:spMkLst>
        </pc:spChg>
        <pc:spChg chg="mod">
          <ac:chgData name="Laura González i Vilardaga" userId="69192fb29b49cef1" providerId="LiveId" clId="{ED438556-BEE4-454F-B5B7-B05AE57EF495}" dt="2026-09-04T07:29:28.802" v="4326" actId="207"/>
          <ac:spMkLst>
            <pc:docMk/>
            <pc:sldMk cId="57486652" sldId="289"/>
            <ac:spMk id="7" creationId="{C9C81149-6886-1828-39FB-20B6176E7A79}"/>
          </ac:spMkLst>
        </pc:spChg>
        <pc:spChg chg="add del mod">
          <ac:chgData name="Laura González i Vilardaga" userId="69192fb29b49cef1" providerId="LiveId" clId="{ED438556-BEE4-454F-B5B7-B05AE57EF495}" dt="2026-09-04T07:33:05.894" v="4383"/>
          <ac:spMkLst>
            <pc:docMk/>
            <pc:sldMk cId="57486652" sldId="289"/>
            <ac:spMk id="8" creationId="{7AF2A47C-C33A-1CE9-84F8-8245893078C7}"/>
          </ac:spMkLst>
        </pc:spChg>
        <pc:spChg chg="add del mod">
          <ac:chgData name="Laura González i Vilardaga" userId="69192fb29b49cef1" providerId="LiveId" clId="{ED438556-BEE4-454F-B5B7-B05AE57EF495}" dt="2026-09-04T10:17:11.019" v="6408" actId="478"/>
          <ac:spMkLst>
            <pc:docMk/>
            <pc:sldMk cId="57486652" sldId="289"/>
            <ac:spMk id="10" creationId="{FA2BA833-78AC-1751-C695-99651DD8F9E3}"/>
          </ac:spMkLst>
        </pc:spChg>
        <pc:spChg chg="add del mod">
          <ac:chgData name="Laura González i Vilardaga" userId="69192fb29b49cef1" providerId="LiveId" clId="{ED438556-BEE4-454F-B5B7-B05AE57EF495}" dt="2026-09-04T10:18:14.586" v="6413" actId="478"/>
          <ac:spMkLst>
            <pc:docMk/>
            <pc:sldMk cId="57486652" sldId="289"/>
            <ac:spMk id="11" creationId="{4D765CA5-E42B-BC36-E5B9-8F0CB5EC1880}"/>
          </ac:spMkLst>
        </pc:spChg>
        <pc:spChg chg="add del mod">
          <ac:chgData name="Laura González i Vilardaga" userId="69192fb29b49cef1" providerId="LiveId" clId="{ED438556-BEE4-454F-B5B7-B05AE57EF495}" dt="2026-09-04T12:34:54.051" v="7206" actId="478"/>
          <ac:spMkLst>
            <pc:docMk/>
            <pc:sldMk cId="57486652" sldId="289"/>
            <ac:spMk id="13" creationId="{BDC8A82A-FCFD-2B6B-B5EF-95F05206F761}"/>
          </ac:spMkLst>
        </pc:spChg>
        <pc:spChg chg="add del mod">
          <ac:chgData name="Laura González i Vilardaga" userId="69192fb29b49cef1" providerId="LiveId" clId="{ED438556-BEE4-454F-B5B7-B05AE57EF495}" dt="2026-09-04T12:34:59.211" v="7209" actId="478"/>
          <ac:spMkLst>
            <pc:docMk/>
            <pc:sldMk cId="57486652" sldId="289"/>
            <ac:spMk id="14" creationId="{BF4EA4E9-B70A-486D-B66A-0797E947977E}"/>
          </ac:spMkLst>
        </pc:spChg>
        <pc:spChg chg="add mod">
          <ac:chgData name="Laura González i Vilardaga" userId="69192fb29b49cef1" providerId="LiveId" clId="{ED438556-BEE4-454F-B5B7-B05AE57EF495}" dt="2026-09-04T10:20:40.245" v="6503" actId="1076"/>
          <ac:spMkLst>
            <pc:docMk/>
            <pc:sldMk cId="57486652" sldId="289"/>
            <ac:spMk id="16" creationId="{62D21D19-C246-3145-0ADE-27C68826AFCA}"/>
          </ac:spMkLst>
        </pc:spChg>
        <pc:spChg chg="add del mod">
          <ac:chgData name="Laura González i Vilardaga" userId="69192fb29b49cef1" providerId="LiveId" clId="{ED438556-BEE4-454F-B5B7-B05AE57EF495}" dt="2026-09-04T12:34:56.683" v="7208" actId="478"/>
          <ac:spMkLst>
            <pc:docMk/>
            <pc:sldMk cId="57486652" sldId="289"/>
            <ac:spMk id="17" creationId="{59FC9BDA-F4A4-0478-905E-33A432AB36A0}"/>
          </ac:spMkLst>
        </pc:spChg>
        <pc:picChg chg="add del">
          <ac:chgData name="Laura González i Vilardaga" userId="69192fb29b49cef1" providerId="LiveId" clId="{ED438556-BEE4-454F-B5B7-B05AE57EF495}" dt="2026-09-04T12:34:52.730" v="7205" actId="478"/>
          <ac:picMkLst>
            <pc:docMk/>
            <pc:sldMk cId="57486652" sldId="289"/>
            <ac:picMk id="19" creationId="{CC238271-4140-67F3-54D6-A63CBC303D5C}"/>
          </ac:picMkLst>
        </pc:picChg>
        <pc:picChg chg="add del mod">
          <ac:chgData name="Laura González i Vilardaga" userId="69192fb29b49cef1" providerId="LiveId" clId="{ED438556-BEE4-454F-B5B7-B05AE57EF495}" dt="2026-09-04T12:34:52.730" v="7205" actId="478"/>
          <ac:picMkLst>
            <pc:docMk/>
            <pc:sldMk cId="57486652" sldId="289"/>
            <ac:picMk id="21" creationId="{CA6B04EC-04EE-E654-5F94-F74CC81BB949}"/>
          </ac:picMkLst>
        </pc:picChg>
        <pc:cxnChg chg="add mod">
          <ac:chgData name="Laura González i Vilardaga" userId="69192fb29b49cef1" providerId="LiveId" clId="{ED438556-BEE4-454F-B5B7-B05AE57EF495}" dt="2026-09-04T10:17:44.088" v="6411" actId="1076"/>
          <ac:cxnSpMkLst>
            <pc:docMk/>
            <pc:sldMk cId="57486652" sldId="289"/>
            <ac:cxnSpMk id="12" creationId="{F2109792-8999-3141-2AF5-77AA6C1939AC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15:10:49.008" v="7270" actId="14100"/>
        <pc:sldMkLst>
          <pc:docMk/>
          <pc:sldMk cId="3037247726" sldId="290"/>
        </pc:sldMkLst>
        <pc:spChg chg="mod">
          <ac:chgData name="Laura González i Vilardaga" userId="69192fb29b49cef1" providerId="LiveId" clId="{ED438556-BEE4-454F-B5B7-B05AE57EF495}" dt="2026-09-04T08:54:16.493" v="4977" actId="1076"/>
          <ac:spMkLst>
            <pc:docMk/>
            <pc:sldMk cId="3037247726" sldId="290"/>
            <ac:spMk id="2" creationId="{11B31767-DDB3-FC0E-9C1A-BCD1C8FEEACE}"/>
          </ac:spMkLst>
        </pc:spChg>
        <pc:spChg chg="mod">
          <ac:chgData name="Laura González i Vilardaga" userId="69192fb29b49cef1" providerId="LiveId" clId="{ED438556-BEE4-454F-B5B7-B05AE57EF495}" dt="2026-09-04T08:46:39.019" v="4871" actId="207"/>
          <ac:spMkLst>
            <pc:docMk/>
            <pc:sldMk cId="3037247726" sldId="290"/>
            <ac:spMk id="7" creationId="{C0392B23-B3B2-A2B7-6FDE-22F823D6AA18}"/>
          </ac:spMkLst>
        </pc:spChg>
        <pc:spChg chg="add mod">
          <ac:chgData name="Laura González i Vilardaga" userId="69192fb29b49cef1" providerId="LiveId" clId="{ED438556-BEE4-454F-B5B7-B05AE57EF495}" dt="2026-09-04T09:35:57.176" v="5944" actId="20577"/>
          <ac:spMkLst>
            <pc:docMk/>
            <pc:sldMk cId="3037247726" sldId="290"/>
            <ac:spMk id="12" creationId="{07AF8934-4917-09B2-B76A-4BB45308BAC7}"/>
          </ac:spMkLst>
        </pc:spChg>
        <pc:picChg chg="add del mod">
          <ac:chgData name="Laura González i Vilardaga" userId="69192fb29b49cef1" providerId="LiveId" clId="{ED438556-BEE4-454F-B5B7-B05AE57EF495}" dt="2026-09-04T08:47:15.451" v="4874" actId="21"/>
          <ac:picMkLst>
            <pc:docMk/>
            <pc:sldMk cId="3037247726" sldId="290"/>
            <ac:picMk id="8" creationId="{9816E0EF-B33A-320E-6DAD-914D03CA07C4}"/>
          </ac:picMkLst>
        </pc:picChg>
        <pc:picChg chg="add mod">
          <ac:chgData name="Laura González i Vilardaga" userId="69192fb29b49cef1" providerId="LiveId" clId="{ED438556-BEE4-454F-B5B7-B05AE57EF495}" dt="2026-09-04T15:10:46.002" v="7269" actId="1076"/>
          <ac:picMkLst>
            <pc:docMk/>
            <pc:sldMk cId="3037247726" sldId="290"/>
            <ac:picMk id="11" creationId="{3C754981-7D1A-AB4B-81EC-BA5D7F892B21}"/>
          </ac:picMkLst>
        </pc:picChg>
        <pc:picChg chg="add mod">
          <ac:chgData name="Laura González i Vilardaga" userId="69192fb29b49cef1" providerId="LiveId" clId="{ED438556-BEE4-454F-B5B7-B05AE57EF495}" dt="2026-09-04T15:10:49.008" v="7270" actId="14100"/>
          <ac:picMkLst>
            <pc:docMk/>
            <pc:sldMk cId="3037247726" sldId="290"/>
            <ac:picMk id="14" creationId="{42E0724A-78C1-AAEE-1B73-063426301DF9}"/>
          </ac:picMkLst>
        </pc:picChg>
      </pc:sldChg>
      <pc:sldChg chg="add del ord">
        <pc:chgData name="Laura González i Vilardaga" userId="69192fb29b49cef1" providerId="LiveId" clId="{ED438556-BEE4-454F-B5B7-B05AE57EF495}" dt="2026-09-04T07:38:26.901" v="4472" actId="2696"/>
        <pc:sldMkLst>
          <pc:docMk/>
          <pc:sldMk cId="3957704527" sldId="290"/>
        </pc:sldMkLst>
      </pc:sldChg>
      <pc:sldChg chg="addSp delSp modSp add mod">
        <pc:chgData name="Laura González i Vilardaga" userId="69192fb29b49cef1" providerId="LiveId" clId="{ED438556-BEE4-454F-B5B7-B05AE57EF495}" dt="2026-09-04T07:46:49.448" v="4541" actId="478"/>
        <pc:sldMkLst>
          <pc:docMk/>
          <pc:sldMk cId="2933901288" sldId="291"/>
        </pc:sldMkLst>
        <pc:spChg chg="mod">
          <ac:chgData name="Laura González i Vilardaga" userId="69192fb29b49cef1" providerId="LiveId" clId="{ED438556-BEE4-454F-B5B7-B05AE57EF495}" dt="2026-09-04T07:41:37.556" v="4493"/>
          <ac:spMkLst>
            <pc:docMk/>
            <pc:sldMk cId="2933901288" sldId="291"/>
            <ac:spMk id="2" creationId="{608A1980-D1C6-EEEF-FE99-95882C59377E}"/>
          </ac:spMkLst>
        </pc:spChg>
        <pc:spChg chg="mod">
          <ac:chgData name="Laura González i Vilardaga" userId="69192fb29b49cef1" providerId="LiveId" clId="{ED438556-BEE4-454F-B5B7-B05AE57EF495}" dt="2026-09-04T07:38:40.086" v="4476" actId="113"/>
          <ac:spMkLst>
            <pc:docMk/>
            <pc:sldMk cId="2933901288" sldId="291"/>
            <ac:spMk id="7" creationId="{2857471B-F1C6-104B-582A-C48F7543A517}"/>
          </ac:spMkLst>
        </pc:spChg>
        <pc:spChg chg="add del mod">
          <ac:chgData name="Laura González i Vilardaga" userId="69192fb29b49cef1" providerId="LiveId" clId="{ED438556-BEE4-454F-B5B7-B05AE57EF495}" dt="2026-09-04T07:46:47.841" v="4540" actId="478"/>
          <ac:spMkLst>
            <pc:docMk/>
            <pc:sldMk cId="2933901288" sldId="291"/>
            <ac:spMk id="12" creationId="{67E7CA35-BCD1-1AEF-63B4-DD000599C148}"/>
          </ac:spMkLst>
        </pc:spChg>
        <pc:picChg chg="add mod">
          <ac:chgData name="Laura González i Vilardaga" userId="69192fb29b49cef1" providerId="LiveId" clId="{ED438556-BEE4-454F-B5B7-B05AE57EF495}" dt="2026-09-04T07:40:58.481" v="4492" actId="1076"/>
          <ac:picMkLst>
            <pc:docMk/>
            <pc:sldMk cId="2933901288" sldId="291"/>
            <ac:picMk id="8" creationId="{E54BC24F-F920-D691-0BDB-D555801C8215}"/>
          </ac:picMkLst>
        </pc:picChg>
        <pc:picChg chg="add mod">
          <ac:chgData name="Laura González i Vilardaga" userId="69192fb29b49cef1" providerId="LiveId" clId="{ED438556-BEE4-454F-B5B7-B05AE57EF495}" dt="2026-09-04T07:40:56.141" v="4491" actId="1076"/>
          <ac:picMkLst>
            <pc:docMk/>
            <pc:sldMk cId="2933901288" sldId="291"/>
            <ac:picMk id="11" creationId="{513CDBE8-A638-C6B8-8414-F6DBED725344}"/>
          </ac:picMkLst>
        </pc:picChg>
        <pc:cxnChg chg="add del mod">
          <ac:chgData name="Laura González i Vilardaga" userId="69192fb29b49cef1" providerId="LiveId" clId="{ED438556-BEE4-454F-B5B7-B05AE57EF495}" dt="2026-09-04T07:46:49.448" v="4541" actId="478"/>
          <ac:cxnSpMkLst>
            <pc:docMk/>
            <pc:sldMk cId="2933901288" sldId="291"/>
            <ac:cxnSpMk id="14" creationId="{9FE49C6A-25F6-14F9-46C6-AF2CC84DC6AB}"/>
          </ac:cxnSpMkLst>
        </pc:cxnChg>
      </pc:sldChg>
      <pc:sldChg chg="addSp delSp modSp add mod ord">
        <pc:chgData name="Laura González i Vilardaga" userId="69192fb29b49cef1" providerId="LiveId" clId="{ED438556-BEE4-454F-B5B7-B05AE57EF495}" dt="2026-09-04T12:32:03.989" v="7197" actId="478"/>
        <pc:sldMkLst>
          <pc:docMk/>
          <pc:sldMk cId="797277760" sldId="292"/>
        </pc:sldMkLst>
        <pc:spChg chg="mod">
          <ac:chgData name="Laura González i Vilardaga" userId="69192fb29b49cef1" providerId="LiveId" clId="{ED438556-BEE4-454F-B5B7-B05AE57EF495}" dt="2026-09-04T06:45:48.085" v="3628"/>
          <ac:spMkLst>
            <pc:docMk/>
            <pc:sldMk cId="797277760" sldId="292"/>
            <ac:spMk id="2" creationId="{A628F9D9-B8C7-00FE-0F31-7423DA52526E}"/>
          </ac:spMkLst>
        </pc:spChg>
        <pc:spChg chg="add mod">
          <ac:chgData name="Laura González i Vilardaga" userId="69192fb29b49cef1" providerId="LiveId" clId="{ED438556-BEE4-454F-B5B7-B05AE57EF495}" dt="2026-09-04T06:49:40.551" v="3729" actId="2085"/>
          <ac:spMkLst>
            <pc:docMk/>
            <pc:sldMk cId="797277760" sldId="292"/>
            <ac:spMk id="8" creationId="{8262D4E2-8867-A7F6-753E-A65BB40F0416}"/>
          </ac:spMkLst>
        </pc:spChg>
        <pc:spChg chg="add del mod">
          <ac:chgData name="Laura González i Vilardaga" userId="69192fb29b49cef1" providerId="LiveId" clId="{ED438556-BEE4-454F-B5B7-B05AE57EF495}" dt="2026-09-04T07:26:42.051" v="4283" actId="21"/>
          <ac:spMkLst>
            <pc:docMk/>
            <pc:sldMk cId="797277760" sldId="292"/>
            <ac:spMk id="11" creationId="{E6B72EED-671C-1D40-7005-B5A705A6C90C}"/>
          </ac:spMkLst>
        </pc:spChg>
        <pc:spChg chg="add">
          <ac:chgData name="Laura González i Vilardaga" userId="69192fb29b49cef1" providerId="LiveId" clId="{ED438556-BEE4-454F-B5B7-B05AE57EF495}" dt="2026-09-04T07:26:45.271" v="4284" actId="22"/>
          <ac:spMkLst>
            <pc:docMk/>
            <pc:sldMk cId="797277760" sldId="292"/>
            <ac:spMk id="13" creationId="{213DE75D-4149-55EE-6FEB-E77F83793795}"/>
          </ac:spMkLst>
        </pc:spChg>
        <pc:spChg chg="del mod">
          <ac:chgData name="Laura González i Vilardaga" userId="69192fb29b49cef1" providerId="LiveId" clId="{ED438556-BEE4-454F-B5B7-B05AE57EF495}" dt="2026-09-04T06:49:18.319" v="3726" actId="478"/>
          <ac:spMkLst>
            <pc:docMk/>
            <pc:sldMk cId="797277760" sldId="292"/>
            <ac:spMk id="27" creationId="{07419A17-2C52-80F2-85C1-17CF3F44B414}"/>
          </ac:spMkLst>
        </pc:spChg>
        <pc:spChg chg="del mod">
          <ac:chgData name="Laura González i Vilardaga" userId="69192fb29b49cef1" providerId="LiveId" clId="{ED438556-BEE4-454F-B5B7-B05AE57EF495}" dt="2026-09-04T12:32:03.989" v="7197" actId="478"/>
          <ac:spMkLst>
            <pc:docMk/>
            <pc:sldMk cId="797277760" sldId="292"/>
            <ac:spMk id="28" creationId="{33B929EC-1303-BC08-9197-64A92775F8B7}"/>
          </ac:spMkLst>
        </pc:spChg>
        <pc:spChg chg="mod">
          <ac:chgData name="Laura González i Vilardaga" userId="69192fb29b49cef1" providerId="LiveId" clId="{ED438556-BEE4-454F-B5B7-B05AE57EF495}" dt="2026-09-04T06:46:46.664" v="3629" actId="1076"/>
          <ac:spMkLst>
            <pc:docMk/>
            <pc:sldMk cId="797277760" sldId="292"/>
            <ac:spMk id="33" creationId="{779746E5-2B83-C641-82A0-BCCE4824BA04}"/>
          </ac:spMkLst>
        </pc:spChg>
        <pc:spChg chg="mod">
          <ac:chgData name="Laura González i Vilardaga" userId="69192fb29b49cef1" providerId="LiveId" clId="{ED438556-BEE4-454F-B5B7-B05AE57EF495}" dt="2026-09-04T06:46:46.664" v="3629" actId="1076"/>
          <ac:spMkLst>
            <pc:docMk/>
            <pc:sldMk cId="797277760" sldId="292"/>
            <ac:spMk id="36" creationId="{15CD19E6-6763-E7FD-B56F-E54BEB256CB2}"/>
          </ac:spMkLst>
        </pc:spChg>
        <pc:picChg chg="mod">
          <ac:chgData name="Laura González i Vilardaga" userId="69192fb29b49cef1" providerId="LiveId" clId="{ED438556-BEE4-454F-B5B7-B05AE57EF495}" dt="2026-09-04T06:46:46.664" v="3629" actId="1076"/>
          <ac:picMkLst>
            <pc:docMk/>
            <pc:sldMk cId="797277760" sldId="292"/>
            <ac:picMk id="21" creationId="{3F8AA7AD-703D-459F-5449-ABADA0DCC64A}"/>
          </ac:picMkLst>
        </pc:picChg>
        <pc:picChg chg="mod">
          <ac:chgData name="Laura González i Vilardaga" userId="69192fb29b49cef1" providerId="LiveId" clId="{ED438556-BEE4-454F-B5B7-B05AE57EF495}" dt="2026-09-04T06:48:04.202" v="3630" actId="1076"/>
          <ac:picMkLst>
            <pc:docMk/>
            <pc:sldMk cId="797277760" sldId="292"/>
            <ac:picMk id="32" creationId="{523D6A65-EEB3-50AD-5456-222BED44B4FF}"/>
          </ac:picMkLst>
        </pc:picChg>
        <pc:cxnChg chg="mod">
          <ac:chgData name="Laura González i Vilardaga" userId="69192fb29b49cef1" providerId="LiveId" clId="{ED438556-BEE4-454F-B5B7-B05AE57EF495}" dt="2026-09-04T06:46:46.664" v="3629" actId="1076"/>
          <ac:cxnSpMkLst>
            <pc:docMk/>
            <pc:sldMk cId="797277760" sldId="292"/>
            <ac:cxnSpMk id="35" creationId="{B198FCFB-3D59-3991-FEEB-51933974B746}"/>
          </ac:cxnSpMkLst>
        </pc:cxnChg>
      </pc:sldChg>
      <pc:sldChg chg="delSp add del mod">
        <pc:chgData name="Laura González i Vilardaga" userId="69192fb29b49cef1" providerId="LiveId" clId="{ED438556-BEE4-454F-B5B7-B05AE57EF495}" dt="2026-09-04T07:26:48.330" v="4285" actId="47"/>
        <pc:sldMkLst>
          <pc:docMk/>
          <pc:sldMk cId="4230665666" sldId="293"/>
        </pc:sldMkLst>
        <pc:spChg chg="del">
          <ac:chgData name="Laura González i Vilardaga" userId="69192fb29b49cef1" providerId="LiveId" clId="{ED438556-BEE4-454F-B5B7-B05AE57EF495}" dt="2026-09-04T06:49:57.408" v="3730" actId="478"/>
          <ac:spMkLst>
            <pc:docMk/>
            <pc:sldMk cId="4230665666" sldId="293"/>
            <ac:spMk id="33" creationId="{EA6EB65F-A988-2B20-C0EB-8C7659B91E6E}"/>
          </ac:spMkLst>
        </pc:spChg>
        <pc:spChg chg="del">
          <ac:chgData name="Laura González i Vilardaga" userId="69192fb29b49cef1" providerId="LiveId" clId="{ED438556-BEE4-454F-B5B7-B05AE57EF495}" dt="2026-09-04T06:49:57.408" v="3730" actId="478"/>
          <ac:spMkLst>
            <pc:docMk/>
            <pc:sldMk cId="4230665666" sldId="293"/>
            <ac:spMk id="36" creationId="{EE3873AA-7E52-8C05-A7AB-66AAAAAA0BF2}"/>
          </ac:spMkLst>
        </pc:spChg>
        <pc:picChg chg="del">
          <ac:chgData name="Laura González i Vilardaga" userId="69192fb29b49cef1" providerId="LiveId" clId="{ED438556-BEE4-454F-B5B7-B05AE57EF495}" dt="2026-09-04T06:49:57.408" v="3730" actId="478"/>
          <ac:picMkLst>
            <pc:docMk/>
            <pc:sldMk cId="4230665666" sldId="293"/>
            <ac:picMk id="32" creationId="{D571611D-D18A-F598-98C2-13A559DB2473}"/>
          </ac:picMkLst>
        </pc:picChg>
        <pc:cxnChg chg="del">
          <ac:chgData name="Laura González i Vilardaga" userId="69192fb29b49cef1" providerId="LiveId" clId="{ED438556-BEE4-454F-B5B7-B05AE57EF495}" dt="2026-09-04T06:49:57.408" v="3730" actId="478"/>
          <ac:cxnSpMkLst>
            <pc:docMk/>
            <pc:sldMk cId="4230665666" sldId="293"/>
            <ac:cxnSpMk id="35" creationId="{C8628E9E-96B6-C1E7-17F2-3741C233F3BF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7:41:46.949" v="4496" actId="1076"/>
        <pc:sldMkLst>
          <pc:docMk/>
          <pc:sldMk cId="3055877946" sldId="294"/>
        </pc:sldMkLst>
        <pc:spChg chg="del mod">
          <ac:chgData name="Laura González i Vilardaga" userId="69192fb29b49cef1" providerId="LiveId" clId="{ED438556-BEE4-454F-B5B7-B05AE57EF495}" dt="2026-09-04T07:41:40.961" v="4494" actId="478"/>
          <ac:spMkLst>
            <pc:docMk/>
            <pc:sldMk cId="3055877946" sldId="294"/>
            <ac:spMk id="2" creationId="{24D8C224-35E3-4D87-16A5-97803157D05F}"/>
          </ac:spMkLst>
        </pc:spChg>
        <pc:spChg chg="mod">
          <ac:chgData name="Laura González i Vilardaga" userId="69192fb29b49cef1" providerId="LiveId" clId="{ED438556-BEE4-454F-B5B7-B05AE57EF495}" dt="2026-09-04T07:34:30.720" v="4430" actId="207"/>
          <ac:spMkLst>
            <pc:docMk/>
            <pc:sldMk cId="3055877946" sldId="294"/>
            <ac:spMk id="7" creationId="{9D8174B3-FFFB-5C11-CF44-2AA45F6FF270}"/>
          </ac:spMkLst>
        </pc:spChg>
        <pc:spChg chg="add del mod">
          <ac:chgData name="Laura González i Vilardaga" userId="69192fb29b49cef1" providerId="LiveId" clId="{ED438556-BEE4-454F-B5B7-B05AE57EF495}" dt="2026-09-04T07:41:43.053" v="4495" actId="478"/>
          <ac:spMkLst>
            <pc:docMk/>
            <pc:sldMk cId="3055877946" sldId="294"/>
            <ac:spMk id="11" creationId="{190C901D-E17B-F548-7CD7-00BF377953E7}"/>
          </ac:spMkLst>
        </pc:spChg>
        <pc:picChg chg="add mod modCrop">
          <ac:chgData name="Laura González i Vilardaga" userId="69192fb29b49cef1" providerId="LiveId" clId="{ED438556-BEE4-454F-B5B7-B05AE57EF495}" dt="2026-09-04T07:41:46.949" v="4496" actId="1076"/>
          <ac:picMkLst>
            <pc:docMk/>
            <pc:sldMk cId="3055877946" sldId="294"/>
            <ac:picMk id="8" creationId="{1F61E6B5-9B72-9254-043A-074286A2A7A3}"/>
          </ac:picMkLst>
        </pc:picChg>
      </pc:sldChg>
      <pc:sldChg chg="modSp add mod ord">
        <pc:chgData name="Laura González i Vilardaga" userId="69192fb29b49cef1" providerId="LiveId" clId="{ED438556-BEE4-454F-B5B7-B05AE57EF495}" dt="2026-09-04T08:36:02.186" v="4789"/>
        <pc:sldMkLst>
          <pc:docMk/>
          <pc:sldMk cId="2397388145" sldId="295"/>
        </pc:sldMkLst>
        <pc:spChg chg="mod">
          <ac:chgData name="Laura González i Vilardaga" userId="69192fb29b49cef1" providerId="LiveId" clId="{ED438556-BEE4-454F-B5B7-B05AE57EF495}" dt="2026-09-04T07:13:57.537" v="4148" actId="207"/>
          <ac:spMkLst>
            <pc:docMk/>
            <pc:sldMk cId="2397388145" sldId="295"/>
            <ac:spMk id="3" creationId="{40AA1860-EBDA-F925-7C17-5CCA2F52FE16}"/>
          </ac:spMkLst>
        </pc:spChg>
      </pc:sldChg>
      <pc:sldChg chg="addSp delSp modSp add mod ord">
        <pc:chgData name="Laura González i Vilardaga" userId="69192fb29b49cef1" providerId="LiveId" clId="{ED438556-BEE4-454F-B5B7-B05AE57EF495}" dt="2026-09-04T10:35:43.928" v="6852" actId="20577"/>
        <pc:sldMkLst>
          <pc:docMk/>
          <pc:sldMk cId="1694663610" sldId="296"/>
        </pc:sldMkLst>
        <pc:spChg chg="mod">
          <ac:chgData name="Laura González i Vilardaga" userId="69192fb29b49cef1" providerId="LiveId" clId="{ED438556-BEE4-454F-B5B7-B05AE57EF495}" dt="2026-09-04T10:25:18.851" v="6566" actId="14100"/>
          <ac:spMkLst>
            <pc:docMk/>
            <pc:sldMk cId="1694663610" sldId="296"/>
            <ac:spMk id="2" creationId="{4FA840D7-8AAB-599E-92A0-386265A96C88}"/>
          </ac:spMkLst>
        </pc:spChg>
        <pc:spChg chg="add mod">
          <ac:chgData name="Laura González i Vilardaga" userId="69192fb29b49cef1" providerId="LiveId" clId="{ED438556-BEE4-454F-B5B7-B05AE57EF495}" dt="2026-09-04T10:29:52.797" v="6658" actId="1076"/>
          <ac:spMkLst>
            <pc:docMk/>
            <pc:sldMk cId="1694663610" sldId="296"/>
            <ac:spMk id="3" creationId="{8F877782-1AB2-5CCF-704C-8CC5258F5F85}"/>
          </ac:spMkLst>
        </pc:spChg>
        <pc:spChg chg="add mod">
          <ac:chgData name="Laura González i Vilardaga" userId="69192fb29b49cef1" providerId="LiveId" clId="{ED438556-BEE4-454F-B5B7-B05AE57EF495}" dt="2026-09-04T10:30:55.310" v="6687" actId="20577"/>
          <ac:spMkLst>
            <pc:docMk/>
            <pc:sldMk cId="1694663610" sldId="296"/>
            <ac:spMk id="8" creationId="{B4B1A4FA-CA92-D796-9143-0D2FEBFE137B}"/>
          </ac:spMkLst>
        </pc:spChg>
        <pc:spChg chg="del mod">
          <ac:chgData name="Laura González i Vilardaga" userId="69192fb29b49cef1" providerId="LiveId" clId="{ED438556-BEE4-454F-B5B7-B05AE57EF495}" dt="2026-09-04T10:29:37.376" v="6655" actId="478"/>
          <ac:spMkLst>
            <pc:docMk/>
            <pc:sldMk cId="1694663610" sldId="296"/>
            <ac:spMk id="13" creationId="{F2517CE7-CAFB-9FC3-BCE7-28FE91AB497B}"/>
          </ac:spMkLst>
        </pc:spChg>
        <pc:spChg chg="del mod">
          <ac:chgData name="Laura González i Vilardaga" userId="69192fb29b49cef1" providerId="LiveId" clId="{ED438556-BEE4-454F-B5B7-B05AE57EF495}" dt="2026-09-04T10:29:41.386" v="6657" actId="478"/>
          <ac:spMkLst>
            <pc:docMk/>
            <pc:sldMk cId="1694663610" sldId="296"/>
            <ac:spMk id="14" creationId="{7165A8B9-7B2F-C4BC-0523-42F1A15EAF7D}"/>
          </ac:spMkLst>
        </pc:spChg>
        <pc:spChg chg="del">
          <ac:chgData name="Laura González i Vilardaga" userId="69192fb29b49cef1" providerId="LiveId" clId="{ED438556-BEE4-454F-B5B7-B05AE57EF495}" dt="2026-09-04T10:23:27.794" v="6561" actId="478"/>
          <ac:spMkLst>
            <pc:docMk/>
            <pc:sldMk cId="1694663610" sldId="296"/>
            <ac:spMk id="15" creationId="{20B5C0D5-E2BC-AAE6-B0DE-A8CF67F2F00A}"/>
          </ac:spMkLst>
        </pc:spChg>
        <pc:spChg chg="del">
          <ac:chgData name="Laura González i Vilardaga" userId="69192fb29b49cef1" providerId="LiveId" clId="{ED438556-BEE4-454F-B5B7-B05AE57EF495}" dt="2026-09-04T10:23:27.794" v="6561" actId="478"/>
          <ac:spMkLst>
            <pc:docMk/>
            <pc:sldMk cId="1694663610" sldId="296"/>
            <ac:spMk id="16" creationId="{0C285116-7B18-BAE1-0BCD-6871D5AEF1F1}"/>
          </ac:spMkLst>
        </pc:spChg>
        <pc:spChg chg="del mod">
          <ac:chgData name="Laura González i Vilardaga" userId="69192fb29b49cef1" providerId="LiveId" clId="{ED438556-BEE4-454F-B5B7-B05AE57EF495}" dt="2026-09-04T10:29:37.376" v="6655" actId="478"/>
          <ac:spMkLst>
            <pc:docMk/>
            <pc:sldMk cId="1694663610" sldId="296"/>
            <ac:spMk id="17" creationId="{A444FE41-25CD-5605-A7D9-AEFE14C4B9D6}"/>
          </ac:spMkLst>
        </pc:spChg>
        <pc:spChg chg="del mod">
          <ac:chgData name="Laura González i Vilardaga" userId="69192fb29b49cef1" providerId="LiveId" clId="{ED438556-BEE4-454F-B5B7-B05AE57EF495}" dt="2026-09-04T10:29:37.376" v="6655" actId="478"/>
          <ac:spMkLst>
            <pc:docMk/>
            <pc:sldMk cId="1694663610" sldId="296"/>
            <ac:spMk id="18" creationId="{1C3549B7-A62A-C11B-CB55-0A41BE35B529}"/>
          </ac:spMkLst>
        </pc:spChg>
        <pc:spChg chg="del mod">
          <ac:chgData name="Laura González i Vilardaga" userId="69192fb29b49cef1" providerId="LiveId" clId="{ED438556-BEE4-454F-B5B7-B05AE57EF495}" dt="2026-09-04T10:29:40.235" v="6656" actId="478"/>
          <ac:spMkLst>
            <pc:docMk/>
            <pc:sldMk cId="1694663610" sldId="296"/>
            <ac:spMk id="19" creationId="{649E8D64-28DB-8A6E-F253-725F6DD69DAE}"/>
          </ac:spMkLst>
        </pc:spChg>
        <pc:spChg chg="add mod">
          <ac:chgData name="Laura González i Vilardaga" userId="69192fb29b49cef1" providerId="LiveId" clId="{ED438556-BEE4-454F-B5B7-B05AE57EF495}" dt="2026-09-04T10:34:52.789" v="6802" actId="1076"/>
          <ac:spMkLst>
            <pc:docMk/>
            <pc:sldMk cId="1694663610" sldId="296"/>
            <ac:spMk id="20" creationId="{CE2C886D-3F40-3E91-67F5-F00858F54A5D}"/>
          </ac:spMkLst>
        </pc:spChg>
        <pc:spChg chg="add mod">
          <ac:chgData name="Laura González i Vilardaga" userId="69192fb29b49cef1" providerId="LiveId" clId="{ED438556-BEE4-454F-B5B7-B05AE57EF495}" dt="2026-09-04T10:31:44.837" v="6725" actId="1076"/>
          <ac:spMkLst>
            <pc:docMk/>
            <pc:sldMk cId="1694663610" sldId="296"/>
            <ac:spMk id="22" creationId="{10BF7F80-0C69-5C4E-7749-B0FC6D0C4542}"/>
          </ac:spMkLst>
        </pc:spChg>
        <pc:spChg chg="add mod">
          <ac:chgData name="Laura González i Vilardaga" userId="69192fb29b49cef1" providerId="LiveId" clId="{ED438556-BEE4-454F-B5B7-B05AE57EF495}" dt="2026-09-04T10:34:57.553" v="6803" actId="1076"/>
          <ac:spMkLst>
            <pc:docMk/>
            <pc:sldMk cId="1694663610" sldId="296"/>
            <ac:spMk id="24" creationId="{B9F337E9-C49E-4343-A815-5229DDE8B6DD}"/>
          </ac:spMkLst>
        </pc:spChg>
        <pc:spChg chg="del mod">
          <ac:chgData name="Laura González i Vilardaga" userId="69192fb29b49cef1" providerId="LiveId" clId="{ED438556-BEE4-454F-B5B7-B05AE57EF495}" dt="2026-09-04T10:29:37.376" v="6655" actId="478"/>
          <ac:spMkLst>
            <pc:docMk/>
            <pc:sldMk cId="1694663610" sldId="296"/>
            <ac:spMk id="25" creationId="{44E08E26-4463-5D4B-50C5-78AFB57C4F08}"/>
          </ac:spMkLst>
        </pc:spChg>
        <pc:spChg chg="add mod">
          <ac:chgData name="Laura González i Vilardaga" userId="69192fb29b49cef1" providerId="LiveId" clId="{ED438556-BEE4-454F-B5B7-B05AE57EF495}" dt="2026-09-04T10:33:18.007" v="6774" actId="14100"/>
          <ac:spMkLst>
            <pc:docMk/>
            <pc:sldMk cId="1694663610" sldId="296"/>
            <ac:spMk id="27" creationId="{4F69B5DD-92E3-1358-D839-0D6109CD5613}"/>
          </ac:spMkLst>
        </pc:spChg>
        <pc:spChg chg="add mod">
          <ac:chgData name="Laura González i Vilardaga" userId="69192fb29b49cef1" providerId="LiveId" clId="{ED438556-BEE4-454F-B5B7-B05AE57EF495}" dt="2026-09-04T10:35:38.147" v="6842" actId="20577"/>
          <ac:spMkLst>
            <pc:docMk/>
            <pc:sldMk cId="1694663610" sldId="296"/>
            <ac:spMk id="29" creationId="{53CA87BA-2F42-A681-099B-32F4B0C514E8}"/>
          </ac:spMkLst>
        </pc:spChg>
        <pc:spChg chg="add del mod">
          <ac:chgData name="Laura González i Vilardaga" userId="69192fb29b49cef1" providerId="LiveId" clId="{ED438556-BEE4-454F-B5B7-B05AE57EF495}" dt="2026-09-04T10:35:23.825" v="6824" actId="478"/>
          <ac:spMkLst>
            <pc:docMk/>
            <pc:sldMk cId="1694663610" sldId="296"/>
            <ac:spMk id="31" creationId="{DD4314DD-5A34-2B5D-A44B-4C18B05843F3}"/>
          </ac:spMkLst>
        </pc:spChg>
        <pc:spChg chg="add mod">
          <ac:chgData name="Laura González i Vilardaga" userId="69192fb29b49cef1" providerId="LiveId" clId="{ED438556-BEE4-454F-B5B7-B05AE57EF495}" dt="2026-09-04T10:35:43.928" v="6852" actId="20577"/>
          <ac:spMkLst>
            <pc:docMk/>
            <pc:sldMk cId="1694663610" sldId="296"/>
            <ac:spMk id="32" creationId="{B9DD1108-50B9-0877-2A2D-C25DF86B5DEE}"/>
          </ac:spMkLst>
        </pc:spChg>
        <pc:spChg chg="add mod">
          <ac:chgData name="Laura González i Vilardaga" userId="69192fb29b49cef1" providerId="LiveId" clId="{ED438556-BEE4-454F-B5B7-B05AE57EF495}" dt="2026-09-04T10:35:32.851" v="6833" actId="20577"/>
          <ac:spMkLst>
            <pc:docMk/>
            <pc:sldMk cId="1694663610" sldId="296"/>
            <ac:spMk id="33" creationId="{81FECFA0-8E78-5BD9-578B-7B5911728864}"/>
          </ac:spMkLst>
        </pc:spChg>
        <pc:spChg chg="add mod">
          <ac:chgData name="Laura González i Vilardaga" userId="69192fb29b49cef1" providerId="LiveId" clId="{ED438556-BEE4-454F-B5B7-B05AE57EF495}" dt="2026-09-04T10:35:27.750" v="6825" actId="1076"/>
          <ac:spMkLst>
            <pc:docMk/>
            <pc:sldMk cId="1694663610" sldId="296"/>
            <ac:spMk id="34" creationId="{F163BF03-BA06-04A4-B8AF-0E8F674EAFCD}"/>
          </ac:spMkLst>
        </pc:spChg>
        <pc:picChg chg="del">
          <ac:chgData name="Laura González i Vilardaga" userId="69192fb29b49cef1" providerId="LiveId" clId="{ED438556-BEE4-454F-B5B7-B05AE57EF495}" dt="2026-09-04T10:25:10.306" v="6562" actId="478"/>
          <ac:picMkLst>
            <pc:docMk/>
            <pc:sldMk cId="1694663610" sldId="296"/>
            <ac:picMk id="12" creationId="{BB8B1B58-7B5E-B4D9-1EB8-440C8BDB9519}"/>
          </ac:picMkLst>
        </pc:picChg>
        <pc:cxnChg chg="add mod">
          <ac:chgData name="Laura González i Vilardaga" userId="69192fb29b49cef1" providerId="LiveId" clId="{ED438556-BEE4-454F-B5B7-B05AE57EF495}" dt="2026-09-04T10:30:47.497" v="6683" actId="1076"/>
          <ac:cxnSpMkLst>
            <pc:docMk/>
            <pc:sldMk cId="1694663610" sldId="296"/>
            <ac:cxnSpMk id="21" creationId="{33B7CE97-6B1A-4097-7DF1-B44A4770B420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12:30:06.202" v="7196" actId="20577"/>
        <pc:sldMkLst>
          <pc:docMk/>
          <pc:sldMk cId="596529913" sldId="297"/>
        </pc:sldMkLst>
        <pc:spChg chg="mod">
          <ac:chgData name="Laura González i Vilardaga" userId="69192fb29b49cef1" providerId="LiveId" clId="{ED438556-BEE4-454F-B5B7-B05AE57EF495}" dt="2026-09-04T07:22:29.980" v="4272" actId="20577"/>
          <ac:spMkLst>
            <pc:docMk/>
            <pc:sldMk cId="596529913" sldId="297"/>
            <ac:spMk id="2" creationId="{B83073FC-19AF-C2DF-EA48-43B3DBFF1AF1}"/>
          </ac:spMkLst>
        </pc:spChg>
        <pc:spChg chg="del mod">
          <ac:chgData name="Laura González i Vilardaga" userId="69192fb29b49cef1" providerId="LiveId" clId="{ED438556-BEE4-454F-B5B7-B05AE57EF495}" dt="2026-09-04T07:22:33.210" v="4274" actId="478"/>
          <ac:spMkLst>
            <pc:docMk/>
            <pc:sldMk cId="596529913" sldId="297"/>
            <ac:spMk id="3" creationId="{F43A2D86-BA9F-F91E-DDE6-8F8EA3FCE279}"/>
          </ac:spMkLst>
        </pc:spChg>
        <pc:spChg chg="add mod">
          <ac:chgData name="Laura González i Vilardaga" userId="69192fb29b49cef1" providerId="LiveId" clId="{ED438556-BEE4-454F-B5B7-B05AE57EF495}" dt="2026-09-04T07:28:49.733" v="4306" actId="1076"/>
          <ac:spMkLst>
            <pc:docMk/>
            <pc:sldMk cId="596529913" sldId="297"/>
            <ac:spMk id="7" creationId="{46C15EC5-E5F0-4864-69FA-2A0E5ABB1549}"/>
          </ac:spMkLst>
        </pc:spChg>
        <pc:spChg chg="add mod">
          <ac:chgData name="Laura González i Vilardaga" userId="69192fb29b49cef1" providerId="LiveId" clId="{ED438556-BEE4-454F-B5B7-B05AE57EF495}" dt="2026-09-04T12:30:06.202" v="7196" actId="20577"/>
          <ac:spMkLst>
            <pc:docMk/>
            <pc:sldMk cId="596529913" sldId="297"/>
            <ac:spMk id="11" creationId="{1DE02CF5-0EA8-912B-4CE7-7AD18E64DA2F}"/>
          </ac:spMkLst>
        </pc:spChg>
        <pc:spChg chg="add mod">
          <ac:chgData name="Laura González i Vilardaga" userId="69192fb29b49cef1" providerId="LiveId" clId="{ED438556-BEE4-454F-B5B7-B05AE57EF495}" dt="2026-09-04T07:32:31.775" v="4379"/>
          <ac:spMkLst>
            <pc:docMk/>
            <pc:sldMk cId="596529913" sldId="297"/>
            <ac:spMk id="12" creationId="{8BE5D175-7F47-209B-9574-651F143AA1A8}"/>
          </ac:spMkLst>
        </pc:spChg>
        <pc:spChg chg="del">
          <ac:chgData name="Laura González i Vilardaga" userId="69192fb29b49cef1" providerId="LiveId" clId="{ED438556-BEE4-454F-B5B7-B05AE57EF495}" dt="2026-09-04T07:22:12.780" v="4220" actId="478"/>
          <ac:spMkLst>
            <pc:docMk/>
            <pc:sldMk cId="596529913" sldId="297"/>
            <ac:spMk id="13" creationId="{7AA0C3AD-DE45-D3B5-C910-9D5F539CAE11}"/>
          </ac:spMkLst>
        </pc:spChg>
        <pc:grpChg chg="mod">
          <ac:chgData name="Laura González i Vilardaga" userId="69192fb29b49cef1" providerId="LiveId" clId="{ED438556-BEE4-454F-B5B7-B05AE57EF495}" dt="2026-09-04T07:22:43.631" v="4276" actId="1076"/>
          <ac:grpSpMkLst>
            <pc:docMk/>
            <pc:sldMk cId="596529913" sldId="297"/>
            <ac:grpSpMk id="10" creationId="{89EA326E-4E38-E259-3868-FF458E01C054}"/>
          </ac:grpSpMkLst>
        </pc:grpChg>
        <pc:picChg chg="del">
          <ac:chgData name="Laura González i Vilardaga" userId="69192fb29b49cef1" providerId="LiveId" clId="{ED438556-BEE4-454F-B5B7-B05AE57EF495}" dt="2026-09-04T07:22:11.399" v="4219" actId="478"/>
          <ac:picMkLst>
            <pc:docMk/>
            <pc:sldMk cId="596529913" sldId="297"/>
            <ac:picMk id="15" creationId="{1C9C81F2-9507-1383-55E9-6AFB2F361D73}"/>
          </ac:picMkLst>
        </pc:picChg>
        <pc:cxnChg chg="add mod">
          <ac:chgData name="Laura González i Vilardaga" userId="69192fb29b49cef1" providerId="LiveId" clId="{ED438556-BEE4-454F-B5B7-B05AE57EF495}" dt="2026-09-04T07:32:31.775" v="4379"/>
          <ac:cxnSpMkLst>
            <pc:docMk/>
            <pc:sldMk cId="596529913" sldId="297"/>
            <ac:cxnSpMk id="14" creationId="{9F9DE82E-6713-4873-61BA-E72F32921FC4}"/>
          </ac:cxnSpMkLst>
        </pc:cxnChg>
      </pc:sldChg>
      <pc:sldChg chg="add del">
        <pc:chgData name="Laura González i Vilardaga" userId="69192fb29b49cef1" providerId="LiveId" clId="{ED438556-BEE4-454F-B5B7-B05AE57EF495}" dt="2026-09-04T07:21:13.038" v="4217" actId="2696"/>
        <pc:sldMkLst>
          <pc:docMk/>
          <pc:sldMk cId="3253028774" sldId="297"/>
        </pc:sldMkLst>
      </pc:sldChg>
      <pc:sldChg chg="addSp delSp modSp add mod ord">
        <pc:chgData name="Laura González i Vilardaga" userId="69192fb29b49cef1" providerId="LiveId" clId="{ED438556-BEE4-454F-B5B7-B05AE57EF495}" dt="2026-09-04T10:45:09.785" v="7099" actId="478"/>
        <pc:sldMkLst>
          <pc:docMk/>
          <pc:sldMk cId="173282548" sldId="298"/>
        </pc:sldMkLst>
        <pc:spChg chg="del mod">
          <ac:chgData name="Laura González i Vilardaga" userId="69192fb29b49cef1" providerId="LiveId" clId="{ED438556-BEE4-454F-B5B7-B05AE57EF495}" dt="2026-09-04T10:45:09.785" v="7099" actId="478"/>
          <ac:spMkLst>
            <pc:docMk/>
            <pc:sldMk cId="173282548" sldId="298"/>
            <ac:spMk id="2" creationId="{7BD6F522-6B4B-65B1-83AF-9FAEBCF355B3}"/>
          </ac:spMkLst>
        </pc:spChg>
        <pc:spChg chg="mod">
          <ac:chgData name="Laura González i Vilardaga" userId="69192fb29b49cef1" providerId="LiveId" clId="{ED438556-BEE4-454F-B5B7-B05AE57EF495}" dt="2026-09-04T10:41:43.066" v="6926" actId="113"/>
          <ac:spMkLst>
            <pc:docMk/>
            <pc:sldMk cId="173282548" sldId="298"/>
            <ac:spMk id="7" creationId="{2A7BA992-82DE-FEAE-BB52-2FD5A037EDD4}"/>
          </ac:spMkLst>
        </pc:spChg>
        <pc:spChg chg="add mod">
          <ac:chgData name="Laura González i Vilardaga" userId="69192fb29b49cef1" providerId="LiveId" clId="{ED438556-BEE4-454F-B5B7-B05AE57EF495}" dt="2026-09-04T10:45:06.278" v="7096" actId="1076"/>
          <ac:spMkLst>
            <pc:docMk/>
            <pc:sldMk cId="173282548" sldId="298"/>
            <ac:spMk id="10" creationId="{AE6FD741-5B3F-2ECC-655B-58FAC5498391}"/>
          </ac:spMkLst>
        </pc:spChg>
        <pc:spChg chg="add mod">
          <ac:chgData name="Laura González i Vilardaga" userId="69192fb29b49cef1" providerId="LiveId" clId="{ED438556-BEE4-454F-B5B7-B05AE57EF495}" dt="2026-09-04T10:44:37.680" v="7090" actId="1076"/>
          <ac:spMkLst>
            <pc:docMk/>
            <pc:sldMk cId="173282548" sldId="298"/>
            <ac:spMk id="11" creationId="{BC78FBC0-C16D-DFFC-91B5-23E5F96CFFF0}"/>
          </ac:spMkLst>
        </pc:spChg>
        <pc:picChg chg="add del">
          <ac:chgData name="Laura González i Vilardaga" userId="69192fb29b49cef1" providerId="LiveId" clId="{ED438556-BEE4-454F-B5B7-B05AE57EF495}" dt="2026-09-04T10:41:40.106" v="6924" actId="22"/>
          <ac:picMkLst>
            <pc:docMk/>
            <pc:sldMk cId="173282548" sldId="298"/>
            <ac:picMk id="8" creationId="{AA8B872C-B5F8-9FEB-656F-1663C50E7800}"/>
          </ac:picMkLst>
        </pc:picChg>
        <pc:picChg chg="add mod">
          <ac:chgData name="Laura González i Vilardaga" userId="69192fb29b49cef1" providerId="LiveId" clId="{ED438556-BEE4-454F-B5B7-B05AE57EF495}" dt="2026-09-04T10:45:07.358" v="7097" actId="1076"/>
          <ac:picMkLst>
            <pc:docMk/>
            <pc:sldMk cId="173282548" sldId="298"/>
            <ac:picMk id="13" creationId="{9EC2CBCC-EA76-8D33-F00C-C42DEA5D323C}"/>
          </ac:picMkLst>
        </pc:picChg>
        <pc:picChg chg="add mod">
          <ac:chgData name="Laura González i Vilardaga" userId="69192fb29b49cef1" providerId="LiveId" clId="{ED438556-BEE4-454F-B5B7-B05AE57EF495}" dt="2026-09-04T10:45:08.504" v="7098" actId="1076"/>
          <ac:picMkLst>
            <pc:docMk/>
            <pc:sldMk cId="173282548" sldId="298"/>
            <ac:picMk id="15" creationId="{2870D284-CC41-E43D-A190-DD5807EE4674}"/>
          </ac:picMkLst>
        </pc:picChg>
      </pc:sldChg>
      <pc:sldChg chg="add del">
        <pc:chgData name="Laura González i Vilardaga" userId="69192fb29b49cef1" providerId="LiveId" clId="{ED438556-BEE4-454F-B5B7-B05AE57EF495}" dt="2026-09-04T07:38:26.901" v="4472" actId="2696"/>
        <pc:sldMkLst>
          <pc:docMk/>
          <pc:sldMk cId="1704094494" sldId="298"/>
        </pc:sldMkLst>
      </pc:sldChg>
      <pc:sldChg chg="add del">
        <pc:chgData name="Laura González i Vilardaga" userId="69192fb29b49cef1" providerId="LiveId" clId="{ED438556-BEE4-454F-B5B7-B05AE57EF495}" dt="2026-09-04T07:38:26.901" v="4472" actId="2696"/>
        <pc:sldMkLst>
          <pc:docMk/>
          <pc:sldMk cId="2200807525" sldId="299"/>
        </pc:sldMkLst>
      </pc:sldChg>
      <pc:sldChg chg="add">
        <pc:chgData name="Laura González i Vilardaga" userId="69192fb29b49cef1" providerId="LiveId" clId="{ED438556-BEE4-454F-B5B7-B05AE57EF495}" dt="2026-09-04T07:38:30.817" v="4473"/>
        <pc:sldMkLst>
          <pc:docMk/>
          <pc:sldMk cId="2730349117" sldId="299"/>
        </pc:sldMkLst>
      </pc:sldChg>
      <pc:sldChg chg="addSp modSp add mod">
        <pc:chgData name="Laura González i Vilardaga" userId="69192fb29b49cef1" providerId="LiveId" clId="{ED438556-BEE4-454F-B5B7-B05AE57EF495}" dt="2026-09-04T09:39:31.414" v="6144" actId="20577"/>
        <pc:sldMkLst>
          <pc:docMk/>
          <pc:sldMk cId="59158195" sldId="300"/>
        </pc:sldMkLst>
        <pc:spChg chg="mod">
          <ac:chgData name="Laura González i Vilardaga" userId="69192fb29b49cef1" providerId="LiveId" clId="{ED438556-BEE4-454F-B5B7-B05AE57EF495}" dt="2026-09-04T08:37:29.876" v="4812" actId="113"/>
          <ac:spMkLst>
            <pc:docMk/>
            <pc:sldMk cId="59158195" sldId="300"/>
            <ac:spMk id="7" creationId="{02EFDC0C-B90E-890F-C734-94E10EC2D4F2}"/>
          </ac:spMkLst>
        </pc:spChg>
        <pc:spChg chg="add mod">
          <ac:chgData name="Laura González i Vilardaga" userId="69192fb29b49cef1" providerId="LiveId" clId="{ED438556-BEE4-454F-B5B7-B05AE57EF495}" dt="2026-09-04T08:39:12.660" v="4825" actId="2085"/>
          <ac:spMkLst>
            <pc:docMk/>
            <pc:sldMk cId="59158195" sldId="300"/>
            <ac:spMk id="12" creationId="{9E69CE27-EB0C-517C-40FE-D97F5ABE17C9}"/>
          </ac:spMkLst>
        </pc:spChg>
        <pc:spChg chg="add mod">
          <ac:chgData name="Laura González i Vilardaga" userId="69192fb29b49cef1" providerId="LiveId" clId="{ED438556-BEE4-454F-B5B7-B05AE57EF495}" dt="2026-09-04T08:45:34.144" v="4837" actId="113"/>
          <ac:spMkLst>
            <pc:docMk/>
            <pc:sldMk cId="59158195" sldId="300"/>
            <ac:spMk id="13" creationId="{CCE47590-D647-883D-5FA3-F2C32E0A2EB2}"/>
          </ac:spMkLst>
        </pc:spChg>
        <pc:spChg chg="add mod">
          <ac:chgData name="Laura González i Vilardaga" userId="69192fb29b49cef1" providerId="LiveId" clId="{ED438556-BEE4-454F-B5B7-B05AE57EF495}" dt="2026-09-04T08:46:26.212" v="4867" actId="1076"/>
          <ac:spMkLst>
            <pc:docMk/>
            <pc:sldMk cId="59158195" sldId="300"/>
            <ac:spMk id="14" creationId="{1A0E94DF-E900-E6CE-0966-9C133D7EF13F}"/>
          </ac:spMkLst>
        </pc:spChg>
        <pc:spChg chg="add mod">
          <ac:chgData name="Laura González i Vilardaga" userId="69192fb29b49cef1" providerId="LiveId" clId="{ED438556-BEE4-454F-B5B7-B05AE57EF495}" dt="2026-09-04T09:39:31.414" v="6144" actId="20577"/>
          <ac:spMkLst>
            <pc:docMk/>
            <pc:sldMk cId="59158195" sldId="300"/>
            <ac:spMk id="15" creationId="{973E2D36-6599-8B99-1B40-56A2BED50696}"/>
          </ac:spMkLst>
        </pc:spChg>
        <pc:picChg chg="add mod modCrop">
          <ac:chgData name="Laura González i Vilardaga" userId="69192fb29b49cef1" providerId="LiveId" clId="{ED438556-BEE4-454F-B5B7-B05AE57EF495}" dt="2026-09-04T08:39:37.317" v="4827" actId="1076"/>
          <ac:picMkLst>
            <pc:docMk/>
            <pc:sldMk cId="59158195" sldId="300"/>
            <ac:picMk id="8" creationId="{62151A22-F88E-CA1C-EA63-6700B70B28C2}"/>
          </ac:picMkLst>
        </pc:picChg>
        <pc:picChg chg="add mod">
          <ac:chgData name="Laura González i Vilardaga" userId="69192fb29b49cef1" providerId="LiveId" clId="{ED438556-BEE4-454F-B5B7-B05AE57EF495}" dt="2026-09-04T08:46:28.090" v="4869" actId="1076"/>
          <ac:picMkLst>
            <pc:docMk/>
            <pc:sldMk cId="59158195" sldId="300"/>
            <ac:picMk id="11" creationId="{9043BB26-5467-A457-6F8A-0B4F6F48530F}"/>
          </ac:picMkLst>
        </pc:picChg>
      </pc:sldChg>
      <pc:sldChg chg="addSp delSp modSp add mod modShow">
        <pc:chgData name="Laura González i Vilardaga" userId="69192fb29b49cef1" providerId="LiveId" clId="{ED438556-BEE4-454F-B5B7-B05AE57EF495}" dt="2026-09-04T08:23:37.874" v="4718" actId="729"/>
        <pc:sldMkLst>
          <pc:docMk/>
          <pc:sldMk cId="741831612" sldId="301"/>
        </pc:sldMkLst>
        <pc:spChg chg="add mod">
          <ac:chgData name="Laura González i Vilardaga" userId="69192fb29b49cef1" providerId="LiveId" clId="{ED438556-BEE4-454F-B5B7-B05AE57EF495}" dt="2026-09-04T07:47:29.829" v="4569" actId="1076"/>
          <ac:spMkLst>
            <pc:docMk/>
            <pc:sldMk cId="741831612" sldId="301"/>
            <ac:spMk id="3" creationId="{9EC1902F-DAAF-E054-22A7-1D7D89461989}"/>
          </ac:spMkLst>
        </pc:spChg>
        <pc:spChg chg="add mod">
          <ac:chgData name="Laura González i Vilardaga" userId="69192fb29b49cef1" providerId="LiveId" clId="{ED438556-BEE4-454F-B5B7-B05AE57EF495}" dt="2026-09-04T07:56:29.903" v="4640" actId="1076"/>
          <ac:spMkLst>
            <pc:docMk/>
            <pc:sldMk cId="741831612" sldId="301"/>
            <ac:spMk id="10" creationId="{4E4B8EE0-4375-91BC-D4B2-D389F5D1FD11}"/>
          </ac:spMkLst>
        </pc:spChg>
        <pc:spChg chg="add del">
          <ac:chgData name="Laura González i Vilardaga" userId="69192fb29b49cef1" providerId="LiveId" clId="{ED438556-BEE4-454F-B5B7-B05AE57EF495}" dt="2026-09-04T08:23:29.839" v="4716" actId="478"/>
          <ac:spMkLst>
            <pc:docMk/>
            <pc:sldMk cId="741831612" sldId="301"/>
            <ac:spMk id="12" creationId="{7673CAC4-7C4A-872F-1297-0174AD23FB35}"/>
          </ac:spMkLst>
        </pc:spChg>
      </pc:sldChg>
      <pc:sldChg chg="addSp delSp modSp add mod">
        <pc:chgData name="Laura González i Vilardaga" userId="69192fb29b49cef1" providerId="LiveId" clId="{ED438556-BEE4-454F-B5B7-B05AE57EF495}" dt="2026-09-04T08:35:09.575" v="4787" actId="1076"/>
        <pc:sldMkLst>
          <pc:docMk/>
          <pc:sldMk cId="3446832965" sldId="302"/>
        </pc:sldMkLst>
        <pc:spChg chg="del">
          <ac:chgData name="Laura González i Vilardaga" userId="69192fb29b49cef1" providerId="LiveId" clId="{ED438556-BEE4-454F-B5B7-B05AE57EF495}" dt="2026-09-04T07:59:44.383" v="4644" actId="478"/>
          <ac:spMkLst>
            <pc:docMk/>
            <pc:sldMk cId="3446832965" sldId="302"/>
            <ac:spMk id="3" creationId="{82BA80CB-8F51-1E14-44BA-828B79E3B544}"/>
          </ac:spMkLst>
        </pc:spChg>
        <pc:spChg chg="mod">
          <ac:chgData name="Laura González i Vilardaga" userId="69192fb29b49cef1" providerId="LiveId" clId="{ED438556-BEE4-454F-B5B7-B05AE57EF495}" dt="2026-09-04T08:04:18.655" v="4714" actId="113"/>
          <ac:spMkLst>
            <pc:docMk/>
            <pc:sldMk cId="3446832965" sldId="302"/>
            <ac:spMk id="10" creationId="{DA6554B5-70C0-97A7-1129-C46798736040}"/>
          </ac:spMkLst>
        </pc:spChg>
        <pc:spChg chg="del">
          <ac:chgData name="Laura González i Vilardaga" userId="69192fb29b49cef1" providerId="LiveId" clId="{ED438556-BEE4-454F-B5B7-B05AE57EF495}" dt="2026-09-04T07:59:42.144" v="4643" actId="478"/>
          <ac:spMkLst>
            <pc:docMk/>
            <pc:sldMk cId="3446832965" sldId="302"/>
            <ac:spMk id="12" creationId="{DE5E32D6-6496-595A-9A12-E8FCF45EBF58}"/>
          </ac:spMkLst>
        </pc:spChg>
        <pc:spChg chg="add mod">
          <ac:chgData name="Laura González i Vilardaga" userId="69192fb29b49cef1" providerId="LiveId" clId="{ED438556-BEE4-454F-B5B7-B05AE57EF495}" dt="2026-09-04T08:01:59.989" v="4671" actId="1076"/>
          <ac:spMkLst>
            <pc:docMk/>
            <pc:sldMk cId="3446832965" sldId="302"/>
            <ac:spMk id="17" creationId="{9EEC4F04-6AD1-6B10-CB70-9C8E3CAB2AF9}"/>
          </ac:spMkLst>
        </pc:spChg>
        <pc:spChg chg="add mod">
          <ac:chgData name="Laura González i Vilardaga" userId="69192fb29b49cef1" providerId="LiveId" clId="{ED438556-BEE4-454F-B5B7-B05AE57EF495}" dt="2026-09-04T08:02:27.561" v="4675" actId="14100"/>
          <ac:spMkLst>
            <pc:docMk/>
            <pc:sldMk cId="3446832965" sldId="302"/>
            <ac:spMk id="19" creationId="{D97B5E68-8E86-2311-2178-8ED9D7080EB7}"/>
          </ac:spMkLst>
        </pc:spChg>
        <pc:spChg chg="add mod">
          <ac:chgData name="Laura González i Vilardaga" userId="69192fb29b49cef1" providerId="LiveId" clId="{ED438556-BEE4-454F-B5B7-B05AE57EF495}" dt="2026-09-04T08:03:40.273" v="4713" actId="1076"/>
          <ac:spMkLst>
            <pc:docMk/>
            <pc:sldMk cId="3446832965" sldId="302"/>
            <ac:spMk id="20" creationId="{6D2CE693-D657-9BC6-F91B-88B488D9BF1C}"/>
          </ac:spMkLst>
        </pc:spChg>
        <pc:spChg chg="add mod">
          <ac:chgData name="Laura González i Vilardaga" userId="69192fb29b49cef1" providerId="LiveId" clId="{ED438556-BEE4-454F-B5B7-B05AE57EF495}" dt="2026-09-04T08:35:09.575" v="4787" actId="1076"/>
          <ac:spMkLst>
            <pc:docMk/>
            <pc:sldMk cId="3446832965" sldId="302"/>
            <ac:spMk id="21" creationId="{FF7A225A-3FB1-364E-3A0B-FBDF941829C3}"/>
          </ac:spMkLst>
        </pc:spChg>
        <pc:picChg chg="del">
          <ac:chgData name="Laura González i Vilardaga" userId="69192fb29b49cef1" providerId="LiveId" clId="{ED438556-BEE4-454F-B5B7-B05AE57EF495}" dt="2026-09-04T07:59:40.035" v="4642" actId="478"/>
          <ac:picMkLst>
            <pc:docMk/>
            <pc:sldMk cId="3446832965" sldId="302"/>
            <ac:picMk id="8" creationId="{594851C7-B7AB-11F3-7D2C-93F4326B1E21}"/>
          </ac:picMkLst>
        </pc:picChg>
        <pc:picChg chg="add mod modCrop">
          <ac:chgData name="Laura González i Vilardaga" userId="69192fb29b49cef1" providerId="LiveId" clId="{ED438556-BEE4-454F-B5B7-B05AE57EF495}" dt="2026-09-04T08:01:51.810" v="4670" actId="1076"/>
          <ac:picMkLst>
            <pc:docMk/>
            <pc:sldMk cId="3446832965" sldId="302"/>
            <ac:picMk id="15" creationId="{E9655DE1-345C-F931-D432-86A15B3C0E66}"/>
          </ac:picMkLst>
        </pc:picChg>
        <pc:cxnChg chg="del">
          <ac:chgData name="Laura González i Vilardaga" userId="69192fb29b49cef1" providerId="LiveId" clId="{ED438556-BEE4-454F-B5B7-B05AE57EF495}" dt="2026-09-04T07:59:42.144" v="4643" actId="478"/>
          <ac:cxnSpMkLst>
            <pc:docMk/>
            <pc:sldMk cId="3446832965" sldId="302"/>
            <ac:cxnSpMk id="14" creationId="{9CCED8ED-3F47-AA82-C010-42CA72FA6654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8:28:52.756" v="4730" actId="1076"/>
        <pc:sldMkLst>
          <pc:docMk/>
          <pc:sldMk cId="4139831101" sldId="303"/>
        </pc:sldMkLst>
        <pc:spChg chg="del mod">
          <ac:chgData name="Laura González i Vilardaga" userId="69192fb29b49cef1" providerId="LiveId" clId="{ED438556-BEE4-454F-B5B7-B05AE57EF495}" dt="2026-09-04T08:23:43.899" v="4721" actId="478"/>
          <ac:spMkLst>
            <pc:docMk/>
            <pc:sldMk cId="4139831101" sldId="303"/>
            <ac:spMk id="3" creationId="{9A90FE69-0697-4613-9D9D-549F3B0C7A9E}"/>
          </ac:spMkLst>
        </pc:spChg>
        <pc:spChg chg="del">
          <ac:chgData name="Laura González i Vilardaga" userId="69192fb29b49cef1" providerId="LiveId" clId="{ED438556-BEE4-454F-B5B7-B05AE57EF495}" dt="2026-09-04T08:23:39.900" v="4719" actId="478"/>
          <ac:spMkLst>
            <pc:docMk/>
            <pc:sldMk cId="4139831101" sldId="303"/>
            <ac:spMk id="12" creationId="{5CB17F65-84C0-4DCB-D24C-6BCBA774529F}"/>
          </ac:spMkLst>
        </pc:spChg>
        <pc:spChg chg="add mod">
          <ac:chgData name="Laura González i Vilardaga" userId="69192fb29b49cef1" providerId="LiveId" clId="{ED438556-BEE4-454F-B5B7-B05AE57EF495}" dt="2026-09-04T08:28:52.756" v="4730" actId="1076"/>
          <ac:spMkLst>
            <pc:docMk/>
            <pc:sldMk cId="4139831101" sldId="303"/>
            <ac:spMk id="16" creationId="{A2B57EC8-AF99-10B7-74F5-55DCE0E02E5B}"/>
          </ac:spMkLst>
        </pc:spChg>
        <pc:cxnChg chg="del">
          <ac:chgData name="Laura González i Vilardaga" userId="69192fb29b49cef1" providerId="LiveId" clId="{ED438556-BEE4-454F-B5B7-B05AE57EF495}" dt="2026-09-04T08:23:45.135" v="4722" actId="478"/>
          <ac:cxnSpMkLst>
            <pc:docMk/>
            <pc:sldMk cId="4139831101" sldId="303"/>
            <ac:cxnSpMk id="14" creationId="{800396D6-5DC6-3587-45ED-7283A24FA9A5}"/>
          </ac:cxnSpMkLst>
        </pc:cxnChg>
        <pc:cxnChg chg="add mod">
          <ac:chgData name="Laura González i Vilardaga" userId="69192fb29b49cef1" providerId="LiveId" clId="{ED438556-BEE4-454F-B5B7-B05AE57EF495}" dt="2026-09-04T08:28:32.976" v="4724" actId="13822"/>
          <ac:cxnSpMkLst>
            <pc:docMk/>
            <pc:sldMk cId="4139831101" sldId="303"/>
            <ac:cxnSpMk id="15" creationId="{5C044B42-7B83-B143-38C1-BB64C0704E8D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10:38:50.222" v="6896" actId="20577"/>
        <pc:sldMkLst>
          <pc:docMk/>
          <pc:sldMk cId="3211955470" sldId="304"/>
        </pc:sldMkLst>
        <pc:spChg chg="mod">
          <ac:chgData name="Laura González i Vilardaga" userId="69192fb29b49cef1" providerId="LiveId" clId="{ED438556-BEE4-454F-B5B7-B05AE57EF495}" dt="2026-09-04T10:37:14.524" v="6883" actId="20577"/>
          <ac:spMkLst>
            <pc:docMk/>
            <pc:sldMk cId="3211955470" sldId="304"/>
            <ac:spMk id="2" creationId="{91A6E03D-D7B4-AD1D-E546-E93A788604C1}"/>
          </ac:spMkLst>
        </pc:spChg>
        <pc:spChg chg="add mod">
          <ac:chgData name="Laura González i Vilardaga" userId="69192fb29b49cef1" providerId="LiveId" clId="{ED438556-BEE4-454F-B5B7-B05AE57EF495}" dt="2026-09-04T10:38:07.700" v="6887" actId="1076"/>
          <ac:spMkLst>
            <pc:docMk/>
            <pc:sldMk cId="3211955470" sldId="304"/>
            <ac:spMk id="8" creationId="{122C63AD-CFFA-8BA1-773C-A4540D9BF826}"/>
          </ac:spMkLst>
        </pc:spChg>
        <pc:spChg chg="del">
          <ac:chgData name="Laura González i Vilardaga" userId="69192fb29b49cef1" providerId="LiveId" clId="{ED438556-BEE4-454F-B5B7-B05AE57EF495}" dt="2026-09-04T08:36:45.022" v="4795" actId="478"/>
          <ac:spMkLst>
            <pc:docMk/>
            <pc:sldMk cId="3211955470" sldId="304"/>
            <ac:spMk id="11" creationId="{165F1721-DC41-1C37-081C-E1A2139E8C22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13" creationId="{BFE396A5-42D9-D01A-7F8A-52E4D8198D21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14" creationId="{C1D24A2F-6040-0048-461E-F811490BC74C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15" creationId="{495BE4BF-0098-1192-405A-0AF5E9A5C47F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16" creationId="{F94D75F3-5B48-A829-A892-CA1DEEE8A514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17" creationId="{0BFC3E0E-B17F-786A-3196-FEA4B79DC607}"/>
          </ac:spMkLst>
        </pc:spChg>
        <pc:spChg chg="del">
          <ac:chgData name="Laura González i Vilardaga" userId="69192fb29b49cef1" providerId="LiveId" clId="{ED438556-BEE4-454F-B5B7-B05AE57EF495}" dt="2026-09-04T08:36:43.833" v="4794" actId="478"/>
          <ac:spMkLst>
            <pc:docMk/>
            <pc:sldMk cId="3211955470" sldId="304"/>
            <ac:spMk id="18" creationId="{B1C789DE-CD2A-1097-36A8-9542C8A427E1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19" creationId="{E6C53251-ECAE-782D-DF97-FCF9AD922277}"/>
          </ac:spMkLst>
        </pc:spChg>
        <pc:spChg chg="add mod">
          <ac:chgData name="Laura González i Vilardaga" userId="69192fb29b49cef1" providerId="LiveId" clId="{ED438556-BEE4-454F-B5B7-B05AE57EF495}" dt="2026-09-04T10:38:50.222" v="6896" actId="20577"/>
          <ac:spMkLst>
            <pc:docMk/>
            <pc:sldMk cId="3211955470" sldId="304"/>
            <ac:spMk id="21" creationId="{D5DB1F2E-0E43-68AD-F563-381236FCAD86}"/>
          </ac:spMkLst>
        </pc:spChg>
        <pc:spChg chg="del">
          <ac:chgData name="Laura González i Vilardaga" userId="69192fb29b49cef1" providerId="LiveId" clId="{ED438556-BEE4-454F-B5B7-B05AE57EF495}" dt="2026-09-04T08:36:37.824" v="4793" actId="478"/>
          <ac:spMkLst>
            <pc:docMk/>
            <pc:sldMk cId="3211955470" sldId="304"/>
            <ac:spMk id="25" creationId="{1CF975AC-7B34-55A5-4B53-F5F2742CD5EE}"/>
          </ac:spMkLst>
        </pc:spChg>
        <pc:picChg chg="del">
          <ac:chgData name="Laura González i Vilardaga" userId="69192fb29b49cef1" providerId="LiveId" clId="{ED438556-BEE4-454F-B5B7-B05AE57EF495}" dt="2026-09-04T08:36:37.824" v="4793" actId="478"/>
          <ac:picMkLst>
            <pc:docMk/>
            <pc:sldMk cId="3211955470" sldId="304"/>
            <ac:picMk id="12" creationId="{6B95EC2B-951D-C844-D6D4-8BE32AC28528}"/>
          </ac:picMkLst>
        </pc:picChg>
        <pc:picChg chg="add mod">
          <ac:chgData name="Laura González i Vilardaga" userId="69192fb29b49cef1" providerId="LiveId" clId="{ED438556-BEE4-454F-B5B7-B05AE57EF495}" dt="2026-09-04T10:38:08.377" v="6888" actId="1076"/>
          <ac:picMkLst>
            <pc:docMk/>
            <pc:sldMk cId="3211955470" sldId="304"/>
            <ac:picMk id="20" creationId="{3A327A62-B969-77B5-750C-725752D06B57}"/>
          </ac:picMkLst>
        </pc:picChg>
      </pc:sldChg>
      <pc:sldChg chg="addSp delSp new mod ord">
        <pc:chgData name="Laura González i Vilardaga" userId="69192fb29b49cef1" providerId="LiveId" clId="{ED438556-BEE4-454F-B5B7-B05AE57EF495}" dt="2026-09-04T09:44:08.227" v="6323" actId="21"/>
        <pc:sldMkLst>
          <pc:docMk/>
          <pc:sldMk cId="1638817887" sldId="305"/>
        </pc:sldMkLst>
        <pc:picChg chg="add del">
          <ac:chgData name="Laura González i Vilardaga" userId="69192fb29b49cef1" providerId="LiveId" clId="{ED438556-BEE4-454F-B5B7-B05AE57EF495}" dt="2026-09-04T09:44:08.227" v="6323" actId="21"/>
          <ac:picMkLst>
            <pc:docMk/>
            <pc:sldMk cId="1638817887" sldId="305"/>
            <ac:picMk id="8" creationId="{3859C191-24BE-11C9-ED69-A01698EB8977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9:31:45.475" v="5817" actId="20577"/>
        <pc:sldMkLst>
          <pc:docMk/>
          <pc:sldMk cId="4223338320" sldId="306"/>
        </pc:sldMkLst>
        <pc:spChg chg="mod">
          <ac:chgData name="Laura González i Vilardaga" userId="69192fb29b49cef1" providerId="LiveId" clId="{ED438556-BEE4-454F-B5B7-B05AE57EF495}" dt="2026-09-04T08:58:53.088" v="5121" actId="1076"/>
          <ac:spMkLst>
            <pc:docMk/>
            <pc:sldMk cId="4223338320" sldId="306"/>
            <ac:spMk id="2" creationId="{0E9D7843-3CE6-655A-3DB7-043086B95D50}"/>
          </ac:spMkLst>
        </pc:spChg>
        <pc:spChg chg="add mod">
          <ac:chgData name="Laura González i Vilardaga" userId="69192fb29b49cef1" providerId="LiveId" clId="{ED438556-BEE4-454F-B5B7-B05AE57EF495}" dt="2026-09-04T09:02:27.113" v="5177" actId="1076"/>
          <ac:spMkLst>
            <pc:docMk/>
            <pc:sldMk cId="4223338320" sldId="306"/>
            <ac:spMk id="12" creationId="{3CF6DDFF-2485-7B89-6879-B038CEAC9E6D}"/>
          </ac:spMkLst>
        </pc:spChg>
        <pc:spChg chg="add mod">
          <ac:chgData name="Laura González i Vilardaga" userId="69192fb29b49cef1" providerId="LiveId" clId="{ED438556-BEE4-454F-B5B7-B05AE57EF495}" dt="2026-09-04T09:02:15.105" v="5173" actId="1076"/>
          <ac:spMkLst>
            <pc:docMk/>
            <pc:sldMk cId="4223338320" sldId="306"/>
            <ac:spMk id="13" creationId="{D0F7E6EB-FA3C-03AF-FE05-7093126DF3AE}"/>
          </ac:spMkLst>
        </pc:spChg>
        <pc:spChg chg="add mod">
          <ac:chgData name="Laura González i Vilardaga" userId="69192fb29b49cef1" providerId="LiveId" clId="{ED438556-BEE4-454F-B5B7-B05AE57EF495}" dt="2026-09-04T08:59:31.958" v="5132" actId="1076"/>
          <ac:spMkLst>
            <pc:docMk/>
            <pc:sldMk cId="4223338320" sldId="306"/>
            <ac:spMk id="15" creationId="{3E6BADAC-1A0C-8999-D70A-39380A7910DA}"/>
          </ac:spMkLst>
        </pc:spChg>
        <pc:spChg chg="add del mod">
          <ac:chgData name="Laura González i Vilardaga" userId="69192fb29b49cef1" providerId="LiveId" clId="{ED438556-BEE4-454F-B5B7-B05AE57EF495}" dt="2026-09-04T09:00:50.287" v="5159"/>
          <ac:spMkLst>
            <pc:docMk/>
            <pc:sldMk cId="4223338320" sldId="306"/>
            <ac:spMk id="16" creationId="{F5B12819-75B8-B8EF-3271-9CB5C41521AD}"/>
          </ac:spMkLst>
        </pc:spChg>
        <pc:spChg chg="add del mod">
          <ac:chgData name="Laura González i Vilardaga" userId="69192fb29b49cef1" providerId="LiveId" clId="{ED438556-BEE4-454F-B5B7-B05AE57EF495}" dt="2026-09-04T09:10:35.059" v="5249"/>
          <ac:spMkLst>
            <pc:docMk/>
            <pc:sldMk cId="4223338320" sldId="306"/>
            <ac:spMk id="17" creationId="{034073A7-0ED9-FF01-3473-EEBF0D779BC4}"/>
          </ac:spMkLst>
        </pc:spChg>
        <pc:spChg chg="add mod">
          <ac:chgData name="Laura González i Vilardaga" userId="69192fb29b49cef1" providerId="LiveId" clId="{ED438556-BEE4-454F-B5B7-B05AE57EF495}" dt="2026-09-04T09:02:42.627" v="5181" actId="20577"/>
          <ac:spMkLst>
            <pc:docMk/>
            <pc:sldMk cId="4223338320" sldId="306"/>
            <ac:spMk id="18" creationId="{3420077C-A53A-4578-848B-202C05ABFA53}"/>
          </ac:spMkLst>
        </pc:spChg>
        <pc:spChg chg="add mod">
          <ac:chgData name="Laura González i Vilardaga" userId="69192fb29b49cef1" providerId="LiveId" clId="{ED438556-BEE4-454F-B5B7-B05AE57EF495}" dt="2026-09-04T09:07:53.796" v="5199" actId="20577"/>
          <ac:spMkLst>
            <pc:docMk/>
            <pc:sldMk cId="4223338320" sldId="306"/>
            <ac:spMk id="21" creationId="{138BCCCE-3643-9DE4-EB64-8868A2A26161}"/>
          </ac:spMkLst>
        </pc:spChg>
        <pc:spChg chg="add del mod">
          <ac:chgData name="Laura González i Vilardaga" userId="69192fb29b49cef1" providerId="LiveId" clId="{ED438556-BEE4-454F-B5B7-B05AE57EF495}" dt="2026-09-04T09:07:10.125" v="5189"/>
          <ac:spMkLst>
            <pc:docMk/>
            <pc:sldMk cId="4223338320" sldId="306"/>
            <ac:spMk id="22" creationId="{80C1E0CE-8726-3E95-4170-34DD43C13562}"/>
          </ac:spMkLst>
        </pc:spChg>
        <pc:spChg chg="add mod">
          <ac:chgData name="Laura González i Vilardaga" userId="69192fb29b49cef1" providerId="LiveId" clId="{ED438556-BEE4-454F-B5B7-B05AE57EF495}" dt="2026-09-04T09:07:27.801" v="5194" actId="1076"/>
          <ac:spMkLst>
            <pc:docMk/>
            <pc:sldMk cId="4223338320" sldId="306"/>
            <ac:spMk id="23" creationId="{E0AEE578-E581-B672-7AD4-D3F55ADA997A}"/>
          </ac:spMkLst>
        </pc:spChg>
        <pc:spChg chg="add mod">
          <ac:chgData name="Laura González i Vilardaga" userId="69192fb29b49cef1" providerId="LiveId" clId="{ED438556-BEE4-454F-B5B7-B05AE57EF495}" dt="2026-09-04T09:08:23.992" v="5228" actId="16959"/>
          <ac:spMkLst>
            <pc:docMk/>
            <pc:sldMk cId="4223338320" sldId="306"/>
            <ac:spMk id="24" creationId="{B1CC1A78-1507-B4A4-B3FC-5DDD77DB9786}"/>
          </ac:spMkLst>
        </pc:spChg>
        <pc:spChg chg="add mod">
          <ac:chgData name="Laura González i Vilardaga" userId="69192fb29b49cef1" providerId="LiveId" clId="{ED438556-BEE4-454F-B5B7-B05AE57EF495}" dt="2026-09-04T09:08:55.248" v="5246" actId="1076"/>
          <ac:spMkLst>
            <pc:docMk/>
            <pc:sldMk cId="4223338320" sldId="306"/>
            <ac:spMk id="26" creationId="{6ED257CA-C516-672C-7AAF-877E88215BC3}"/>
          </ac:spMkLst>
        </pc:spChg>
        <pc:spChg chg="add mod">
          <ac:chgData name="Laura González i Vilardaga" userId="69192fb29b49cef1" providerId="LiveId" clId="{ED438556-BEE4-454F-B5B7-B05AE57EF495}" dt="2026-09-04T09:31:45.475" v="5817" actId="20577"/>
          <ac:spMkLst>
            <pc:docMk/>
            <pc:sldMk cId="4223338320" sldId="306"/>
            <ac:spMk id="27" creationId="{5227380A-6059-0A6C-3936-81B3F6BAF607}"/>
          </ac:spMkLst>
        </pc:spChg>
        <pc:picChg chg="add del mod">
          <ac:chgData name="Laura González i Vilardaga" userId="69192fb29b49cef1" providerId="LiveId" clId="{ED438556-BEE4-454F-B5B7-B05AE57EF495}" dt="2026-09-04T08:54:24.048" v="4980" actId="21"/>
          <ac:picMkLst>
            <pc:docMk/>
            <pc:sldMk cId="4223338320" sldId="306"/>
            <ac:picMk id="8" creationId="{CF8BAF41-CAD4-09BE-78DB-FB671961DB5F}"/>
          </ac:picMkLst>
        </pc:picChg>
        <pc:picChg chg="del">
          <ac:chgData name="Laura González i Vilardaga" userId="69192fb29b49cef1" providerId="LiveId" clId="{ED438556-BEE4-454F-B5B7-B05AE57EF495}" dt="2026-09-04T08:53:36.455" v="4965" actId="478"/>
          <ac:picMkLst>
            <pc:docMk/>
            <pc:sldMk cId="4223338320" sldId="306"/>
            <ac:picMk id="11" creationId="{001ADD87-B4FB-4DB5-1020-9DD3190C8284}"/>
          </ac:picMkLst>
        </pc:picChg>
        <pc:cxnChg chg="add mod">
          <ac:chgData name="Laura González i Vilardaga" userId="69192fb29b49cef1" providerId="LiveId" clId="{ED438556-BEE4-454F-B5B7-B05AE57EF495}" dt="2026-09-04T08:58:55.244" v="5123" actId="14100"/>
          <ac:cxnSpMkLst>
            <pc:docMk/>
            <pc:sldMk cId="4223338320" sldId="306"/>
            <ac:cxnSpMk id="10" creationId="{27ACA5EA-2E26-D50D-8998-C996D129BC36}"/>
          </ac:cxnSpMkLst>
        </pc:cxnChg>
        <pc:cxnChg chg="add mod">
          <ac:chgData name="Laura González i Vilardaga" userId="69192fb29b49cef1" providerId="LiveId" clId="{ED438556-BEE4-454F-B5B7-B05AE57EF495}" dt="2026-09-04T09:01:35.639" v="5171" actId="13822"/>
          <ac:cxnSpMkLst>
            <pc:docMk/>
            <pc:sldMk cId="4223338320" sldId="306"/>
            <ac:cxnSpMk id="20" creationId="{39922089-D56B-1FEE-ECF1-FD44105D568D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9:32:15.788" v="5821" actId="22"/>
        <pc:sldMkLst>
          <pc:docMk/>
          <pc:sldMk cId="916934912" sldId="307"/>
        </pc:sldMkLst>
        <pc:spChg chg="mod">
          <ac:chgData name="Laura González i Vilardaga" userId="69192fb29b49cef1" providerId="LiveId" clId="{ED438556-BEE4-454F-B5B7-B05AE57EF495}" dt="2026-09-04T08:54:34.708" v="4983"/>
          <ac:spMkLst>
            <pc:docMk/>
            <pc:sldMk cId="916934912" sldId="307"/>
            <ac:spMk id="2" creationId="{74D3AB59-718F-49F7-2E44-DE88CBB40411}"/>
          </ac:spMkLst>
        </pc:spChg>
        <pc:spChg chg="add mod">
          <ac:chgData name="Laura González i Vilardaga" userId="69192fb29b49cef1" providerId="LiveId" clId="{ED438556-BEE4-454F-B5B7-B05AE57EF495}" dt="2026-09-04T09:18:02.722" v="5339" actId="1076"/>
          <ac:spMkLst>
            <pc:docMk/>
            <pc:sldMk cId="916934912" sldId="307"/>
            <ac:spMk id="10" creationId="{E298962B-CEEB-59E5-D39C-24B7D27C403C}"/>
          </ac:spMkLst>
        </pc:spChg>
        <pc:spChg chg="add mod">
          <ac:chgData name="Laura González i Vilardaga" userId="69192fb29b49cef1" providerId="LiveId" clId="{ED438556-BEE4-454F-B5B7-B05AE57EF495}" dt="2026-09-04T09:13:17.541" v="5296" actId="1076"/>
          <ac:spMkLst>
            <pc:docMk/>
            <pc:sldMk cId="916934912" sldId="307"/>
            <ac:spMk id="12" creationId="{F47E8001-4534-ED5A-BC89-F182D9A58D51}"/>
          </ac:spMkLst>
        </pc:spChg>
        <pc:spChg chg="add mod">
          <ac:chgData name="Laura González i Vilardaga" userId="69192fb29b49cef1" providerId="LiveId" clId="{ED438556-BEE4-454F-B5B7-B05AE57EF495}" dt="2026-09-04T09:32:05.282" v="5819" actId="1076"/>
          <ac:spMkLst>
            <pc:docMk/>
            <pc:sldMk cId="916934912" sldId="307"/>
            <ac:spMk id="14" creationId="{AA446E7C-0D9E-998D-3FDC-4E9DAF080CD5}"/>
          </ac:spMkLst>
        </pc:spChg>
        <pc:picChg chg="add del mod">
          <ac:chgData name="Laura González i Vilardaga" userId="69192fb29b49cef1" providerId="LiveId" clId="{ED438556-BEE4-454F-B5B7-B05AE57EF495}" dt="2026-09-04T09:32:13.918" v="5820" actId="478"/>
          <ac:picMkLst>
            <pc:docMk/>
            <pc:sldMk cId="916934912" sldId="307"/>
            <ac:picMk id="8" creationId="{16ED234D-0944-0226-05C5-92C619FB55FC}"/>
          </ac:picMkLst>
        </pc:picChg>
        <pc:picChg chg="del">
          <ac:chgData name="Laura González i Vilardaga" userId="69192fb29b49cef1" providerId="LiveId" clId="{ED438556-BEE4-454F-B5B7-B05AE57EF495}" dt="2026-09-04T08:54:22.125" v="4979" actId="478"/>
          <ac:picMkLst>
            <pc:docMk/>
            <pc:sldMk cId="916934912" sldId="307"/>
            <ac:picMk id="11" creationId="{18A01986-686D-74FA-24AF-BA8693114C79}"/>
          </ac:picMkLst>
        </pc:picChg>
        <pc:picChg chg="add">
          <ac:chgData name="Laura González i Vilardaga" userId="69192fb29b49cef1" providerId="LiveId" clId="{ED438556-BEE4-454F-B5B7-B05AE57EF495}" dt="2026-09-04T09:32:15.788" v="5821" actId="22"/>
          <ac:picMkLst>
            <pc:docMk/>
            <pc:sldMk cId="916934912" sldId="307"/>
            <ac:picMk id="16" creationId="{9C1E2970-D8AB-22EF-07D7-E148AE75AC8D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09:35:43.337" v="5896" actId="1076"/>
        <pc:sldMkLst>
          <pc:docMk/>
          <pc:sldMk cId="39149990" sldId="308"/>
        </pc:sldMkLst>
        <pc:spChg chg="mod">
          <ac:chgData name="Laura González i Vilardaga" userId="69192fb29b49cef1" providerId="LiveId" clId="{ED438556-BEE4-454F-B5B7-B05AE57EF495}" dt="2026-09-04T09:14:56.550" v="5298" actId="1076"/>
          <ac:spMkLst>
            <pc:docMk/>
            <pc:sldMk cId="39149990" sldId="308"/>
            <ac:spMk id="10" creationId="{8CDA78AB-C062-EA30-3924-D0795321F919}"/>
          </ac:spMkLst>
        </pc:spChg>
        <pc:spChg chg="del">
          <ac:chgData name="Laura González i Vilardaga" userId="69192fb29b49cef1" providerId="LiveId" clId="{ED438556-BEE4-454F-B5B7-B05AE57EF495}" dt="2026-09-04T09:20:34.092" v="5345" actId="478"/>
          <ac:spMkLst>
            <pc:docMk/>
            <pc:sldMk cId="39149990" sldId="308"/>
            <ac:spMk id="12" creationId="{89FEA052-DA00-9BBB-BB6B-31178FF81FAB}"/>
          </ac:spMkLst>
        </pc:spChg>
        <pc:spChg chg="add mod">
          <ac:chgData name="Laura González i Vilardaga" userId="69192fb29b49cef1" providerId="LiveId" clId="{ED438556-BEE4-454F-B5B7-B05AE57EF495}" dt="2026-09-04T09:33:37.790" v="5846" actId="1037"/>
          <ac:spMkLst>
            <pc:docMk/>
            <pc:sldMk cId="39149990" sldId="308"/>
            <ac:spMk id="18" creationId="{8186D321-7466-04F8-A90C-1CEF3E1A1EDF}"/>
          </ac:spMkLst>
        </pc:spChg>
        <pc:spChg chg="add mod">
          <ac:chgData name="Laura González i Vilardaga" userId="69192fb29b49cef1" providerId="LiveId" clId="{ED438556-BEE4-454F-B5B7-B05AE57EF495}" dt="2026-09-04T09:32:58.008" v="5835" actId="1037"/>
          <ac:spMkLst>
            <pc:docMk/>
            <pc:sldMk cId="39149990" sldId="308"/>
            <ac:spMk id="19" creationId="{AADF1298-FDC3-E5F6-10E0-7EE80476C485}"/>
          </ac:spMkLst>
        </pc:spChg>
        <pc:spChg chg="add mod">
          <ac:chgData name="Laura González i Vilardaga" userId="69192fb29b49cef1" providerId="LiveId" clId="{ED438556-BEE4-454F-B5B7-B05AE57EF495}" dt="2026-09-04T09:34:02.338" v="5854" actId="1076"/>
          <ac:spMkLst>
            <pc:docMk/>
            <pc:sldMk cId="39149990" sldId="308"/>
            <ac:spMk id="20" creationId="{D51C74A1-BB69-111A-A7E8-51C4D1E9A8F7}"/>
          </ac:spMkLst>
        </pc:spChg>
        <pc:spChg chg="add">
          <ac:chgData name="Laura González i Vilardaga" userId="69192fb29b49cef1" providerId="LiveId" clId="{ED438556-BEE4-454F-B5B7-B05AE57EF495}" dt="2026-09-04T09:20:32.079" v="5344" actId="22"/>
          <ac:spMkLst>
            <pc:docMk/>
            <pc:sldMk cId="39149990" sldId="308"/>
            <ac:spMk id="22" creationId="{B87771A4-BB21-B04D-14C8-A2F82A799714}"/>
          </ac:spMkLst>
        </pc:spChg>
        <pc:spChg chg="add mod">
          <ac:chgData name="Laura González i Vilardaga" userId="69192fb29b49cef1" providerId="LiveId" clId="{ED438556-BEE4-454F-B5B7-B05AE57EF495}" dt="2026-09-04T09:35:43.337" v="5896" actId="1076"/>
          <ac:spMkLst>
            <pc:docMk/>
            <pc:sldMk cId="39149990" sldId="308"/>
            <ac:spMk id="25" creationId="{CCF715D3-7D02-9903-E312-568391A44C99}"/>
          </ac:spMkLst>
        </pc:spChg>
        <pc:picChg chg="del mod">
          <ac:chgData name="Laura González i Vilardaga" userId="69192fb29b49cef1" providerId="LiveId" clId="{ED438556-BEE4-454F-B5B7-B05AE57EF495}" dt="2026-09-04T09:32:23.724" v="5822" actId="478"/>
          <ac:picMkLst>
            <pc:docMk/>
            <pc:sldMk cId="39149990" sldId="308"/>
            <ac:picMk id="8" creationId="{AF055C11-E780-0B09-7097-5340AE83CFA2}"/>
          </ac:picMkLst>
        </pc:picChg>
        <pc:picChg chg="add mod ord">
          <ac:chgData name="Laura González i Vilardaga" userId="69192fb29b49cef1" providerId="LiveId" clId="{ED438556-BEE4-454F-B5B7-B05AE57EF495}" dt="2026-09-04T09:33:58.174" v="5853" actId="1076"/>
          <ac:picMkLst>
            <pc:docMk/>
            <pc:sldMk cId="39149990" sldId="308"/>
            <ac:picMk id="24" creationId="{94814253-9B1C-B452-D313-950A3AA3D42A}"/>
          </ac:picMkLst>
        </pc:picChg>
        <pc:cxnChg chg="add mod">
          <ac:chgData name="Laura González i Vilardaga" userId="69192fb29b49cef1" providerId="LiveId" clId="{ED438556-BEE4-454F-B5B7-B05AE57EF495}" dt="2026-09-04T09:33:29.033" v="5841" actId="1076"/>
          <ac:cxnSpMkLst>
            <pc:docMk/>
            <pc:sldMk cId="39149990" sldId="308"/>
            <ac:cxnSpMk id="11" creationId="{98C33341-0DA1-FF5D-03F3-7B8B18E11F2A}"/>
          </ac:cxnSpMkLst>
        </pc:cxnChg>
        <pc:cxnChg chg="add mod">
          <ac:chgData name="Laura González i Vilardaga" userId="69192fb29b49cef1" providerId="LiveId" clId="{ED438556-BEE4-454F-B5B7-B05AE57EF495}" dt="2026-09-04T09:33:46.032" v="5849" actId="1038"/>
          <ac:cxnSpMkLst>
            <pc:docMk/>
            <pc:sldMk cId="39149990" sldId="308"/>
            <ac:cxnSpMk id="13" creationId="{5CBA4516-9D97-FCBB-883B-8EE0D527A04C}"/>
          </ac:cxnSpMkLst>
        </pc:cxnChg>
        <pc:cxnChg chg="add mod">
          <ac:chgData name="Laura González i Vilardaga" userId="69192fb29b49cef1" providerId="LiveId" clId="{ED438556-BEE4-454F-B5B7-B05AE57EF495}" dt="2026-09-04T09:33:55.737" v="5851" actId="1076"/>
          <ac:cxnSpMkLst>
            <pc:docMk/>
            <pc:sldMk cId="39149990" sldId="308"/>
            <ac:cxnSpMk id="17" creationId="{80C0138C-876A-3A62-A7C0-17F17B8EA03F}"/>
          </ac:cxnSpMkLst>
        </pc:cxnChg>
      </pc:sldChg>
      <pc:sldChg chg="addSp delSp modSp add mod">
        <pc:chgData name="Laura González i Vilardaga" userId="69192fb29b49cef1" providerId="LiveId" clId="{ED438556-BEE4-454F-B5B7-B05AE57EF495}" dt="2026-09-04T09:30:29.018" v="5753" actId="1076"/>
        <pc:sldMkLst>
          <pc:docMk/>
          <pc:sldMk cId="3991249746" sldId="309"/>
        </pc:sldMkLst>
        <pc:spChg chg="mod">
          <ac:chgData name="Laura González i Vilardaga" userId="69192fb29b49cef1" providerId="LiveId" clId="{ED438556-BEE4-454F-B5B7-B05AE57EF495}" dt="2026-09-04T09:20:21.759" v="5343" actId="1076"/>
          <ac:spMkLst>
            <pc:docMk/>
            <pc:sldMk cId="3991249746" sldId="309"/>
            <ac:spMk id="12" creationId="{961B1968-7F83-7D91-0ACC-C50B0ED0C4BE}"/>
          </ac:spMkLst>
        </pc:spChg>
        <pc:spChg chg="add mod">
          <ac:chgData name="Laura González i Vilardaga" userId="69192fb29b49cef1" providerId="LiveId" clId="{ED438556-BEE4-454F-B5B7-B05AE57EF495}" dt="2026-09-04T09:22:13.596" v="5372" actId="20577"/>
          <ac:spMkLst>
            <pc:docMk/>
            <pc:sldMk cId="3991249746" sldId="309"/>
            <ac:spMk id="13" creationId="{E7135626-8740-C8C4-83D3-74F1B9966B94}"/>
          </ac:spMkLst>
        </pc:spChg>
        <pc:spChg chg="add mod">
          <ac:chgData name="Laura González i Vilardaga" userId="69192fb29b49cef1" providerId="LiveId" clId="{ED438556-BEE4-454F-B5B7-B05AE57EF495}" dt="2026-09-04T09:25:00.816" v="5491" actId="1076"/>
          <ac:spMkLst>
            <pc:docMk/>
            <pc:sldMk cId="3991249746" sldId="309"/>
            <ac:spMk id="14" creationId="{CB6DC03B-7B11-ADD8-37BE-16101667DD47}"/>
          </ac:spMkLst>
        </pc:spChg>
        <pc:spChg chg="add del mod">
          <ac:chgData name="Laura González i Vilardaga" userId="69192fb29b49cef1" providerId="LiveId" clId="{ED438556-BEE4-454F-B5B7-B05AE57EF495}" dt="2026-09-04T09:28:21.352" v="5641" actId="478"/>
          <ac:spMkLst>
            <pc:docMk/>
            <pc:sldMk cId="3991249746" sldId="309"/>
            <ac:spMk id="17" creationId="{5C253F35-F447-CD2A-D509-ECD2A43D8675}"/>
          </ac:spMkLst>
        </pc:spChg>
        <pc:spChg chg="add mod">
          <ac:chgData name="Laura González i Vilardaga" userId="69192fb29b49cef1" providerId="LiveId" clId="{ED438556-BEE4-454F-B5B7-B05AE57EF495}" dt="2026-09-04T09:30:29.018" v="5753" actId="1076"/>
          <ac:spMkLst>
            <pc:docMk/>
            <pc:sldMk cId="3991249746" sldId="309"/>
            <ac:spMk id="18" creationId="{E5736508-F63A-C652-B38E-D11072134BD0}"/>
          </ac:spMkLst>
        </pc:spChg>
        <pc:picChg chg="mod">
          <ac:chgData name="Laura González i Vilardaga" userId="69192fb29b49cef1" providerId="LiveId" clId="{ED438556-BEE4-454F-B5B7-B05AE57EF495}" dt="2026-09-04T09:24:04.798" v="5444" actId="1076"/>
          <ac:picMkLst>
            <pc:docMk/>
            <pc:sldMk cId="3991249746" sldId="309"/>
            <ac:picMk id="8" creationId="{5BF2FB04-3C06-1ECD-30E1-83EE0A50761A}"/>
          </ac:picMkLst>
        </pc:picChg>
        <pc:cxnChg chg="add mod">
          <ac:chgData name="Laura González i Vilardaga" userId="69192fb29b49cef1" providerId="LiveId" clId="{ED438556-BEE4-454F-B5B7-B05AE57EF495}" dt="2026-09-04T09:25:33.163" v="5496" actId="1037"/>
          <ac:cxnSpMkLst>
            <pc:docMk/>
            <pc:sldMk cId="3991249746" sldId="309"/>
            <ac:cxnSpMk id="11" creationId="{DDE7C4DB-B45A-5DB7-333E-10A7DB75B0CA}"/>
          </ac:cxnSpMkLst>
        </pc:cxnChg>
        <pc:cxnChg chg="add mod">
          <ac:chgData name="Laura González i Vilardaga" userId="69192fb29b49cef1" providerId="LiveId" clId="{ED438556-BEE4-454F-B5B7-B05AE57EF495}" dt="2026-09-04T09:25:12.754" v="5493" actId="13822"/>
          <ac:cxnSpMkLst>
            <pc:docMk/>
            <pc:sldMk cId="3991249746" sldId="309"/>
            <ac:cxnSpMk id="16" creationId="{06E24993-A370-5AEE-60A4-6A549A5A8CE2}"/>
          </ac:cxnSpMkLst>
        </pc:cxnChg>
        <pc:cxnChg chg="add mod">
          <ac:chgData name="Laura González i Vilardaga" userId="69192fb29b49cef1" providerId="LiveId" clId="{ED438556-BEE4-454F-B5B7-B05AE57EF495}" dt="2026-09-04T09:30:25.680" v="5751" actId="13822"/>
          <ac:cxnSpMkLst>
            <pc:docMk/>
            <pc:sldMk cId="3991249746" sldId="309"/>
            <ac:cxnSpMk id="20" creationId="{94DEAE3F-1340-0D18-50EA-F371A8AE4510}"/>
          </ac:cxnSpMkLst>
        </pc:cxnChg>
      </pc:sldChg>
      <pc:sldChg chg="modSp add mod">
        <pc:chgData name="Laura González i Vilardaga" userId="69192fb29b49cef1" providerId="LiveId" clId="{ED438556-BEE4-454F-B5B7-B05AE57EF495}" dt="2026-09-04T09:36:33.226" v="5949" actId="207"/>
        <pc:sldMkLst>
          <pc:docMk/>
          <pc:sldMk cId="71521089" sldId="310"/>
        </pc:sldMkLst>
        <pc:spChg chg="mod">
          <ac:chgData name="Laura González i Vilardaga" userId="69192fb29b49cef1" providerId="LiveId" clId="{ED438556-BEE4-454F-B5B7-B05AE57EF495}" dt="2026-09-04T09:36:33.226" v="5949" actId="207"/>
          <ac:spMkLst>
            <pc:docMk/>
            <pc:sldMk cId="71521089" sldId="310"/>
            <ac:spMk id="3" creationId="{F7DE0E2C-72FE-DA60-FDA4-5A4497CF779E}"/>
          </ac:spMkLst>
        </pc:spChg>
      </pc:sldChg>
      <pc:sldChg chg="modSp new mod">
        <pc:chgData name="Laura González i Vilardaga" userId="69192fb29b49cef1" providerId="LiveId" clId="{ED438556-BEE4-454F-B5B7-B05AE57EF495}" dt="2026-09-04T09:41:17.044" v="6245" actId="20577"/>
        <pc:sldMkLst>
          <pc:docMk/>
          <pc:sldMk cId="2010333558" sldId="311"/>
        </pc:sldMkLst>
        <pc:spChg chg="mod">
          <ac:chgData name="Laura González i Vilardaga" userId="69192fb29b49cef1" providerId="LiveId" clId="{ED438556-BEE4-454F-B5B7-B05AE57EF495}" dt="2026-09-04T09:41:17.044" v="6245" actId="20577"/>
          <ac:spMkLst>
            <pc:docMk/>
            <pc:sldMk cId="2010333558" sldId="311"/>
            <ac:spMk id="3" creationId="{AB58EA03-1116-D4F9-F818-EC6A67DF9A72}"/>
          </ac:spMkLst>
        </pc:spChg>
      </pc:sldChg>
      <pc:sldChg chg="modSp new mod">
        <pc:chgData name="Laura González i Vilardaga" userId="69192fb29b49cef1" providerId="LiveId" clId="{ED438556-BEE4-454F-B5B7-B05AE57EF495}" dt="2026-09-04T09:42:29.931" v="6291" actId="20577"/>
        <pc:sldMkLst>
          <pc:docMk/>
          <pc:sldMk cId="383000960" sldId="312"/>
        </pc:sldMkLst>
        <pc:spChg chg="mod">
          <ac:chgData name="Laura González i Vilardaga" userId="69192fb29b49cef1" providerId="LiveId" clId="{ED438556-BEE4-454F-B5B7-B05AE57EF495}" dt="2026-09-04T09:42:22.399" v="6256" actId="20577"/>
          <ac:spMkLst>
            <pc:docMk/>
            <pc:sldMk cId="383000960" sldId="312"/>
            <ac:spMk id="2" creationId="{2BD62EFE-BB18-857D-67DB-FAEDD07CC0E8}"/>
          </ac:spMkLst>
        </pc:spChg>
        <pc:spChg chg="mod">
          <ac:chgData name="Laura González i Vilardaga" userId="69192fb29b49cef1" providerId="LiveId" clId="{ED438556-BEE4-454F-B5B7-B05AE57EF495}" dt="2026-09-04T09:42:29.931" v="6291" actId="20577"/>
          <ac:spMkLst>
            <pc:docMk/>
            <pc:sldMk cId="383000960" sldId="312"/>
            <ac:spMk id="3" creationId="{3960E371-A8DE-8EEF-C284-F82BB2F876F3}"/>
          </ac:spMkLst>
        </pc:spChg>
      </pc:sldChg>
      <pc:sldChg chg="addSp delSp modSp add mod ord">
        <pc:chgData name="Laura González i Vilardaga" userId="69192fb29b49cef1" providerId="LiveId" clId="{ED438556-BEE4-454F-B5B7-B05AE57EF495}" dt="2026-09-04T12:57:25.049" v="7211"/>
        <pc:sldMkLst>
          <pc:docMk/>
          <pc:sldMk cId="4222238842" sldId="313"/>
        </pc:sldMkLst>
        <pc:spChg chg="mod">
          <ac:chgData name="Laura González i Vilardaga" userId="69192fb29b49cef1" providerId="LiveId" clId="{ED438556-BEE4-454F-B5B7-B05AE57EF495}" dt="2026-09-04T09:43:47.956" v="6319" actId="1076"/>
          <ac:spMkLst>
            <pc:docMk/>
            <pc:sldMk cId="4222238842" sldId="313"/>
            <ac:spMk id="2" creationId="{D673609C-D4AA-166D-D7E1-0088EC7EC894}"/>
          </ac:spMkLst>
        </pc:spChg>
        <pc:spChg chg="del mod">
          <ac:chgData name="Laura González i Vilardaga" userId="69192fb29b49cef1" providerId="LiveId" clId="{ED438556-BEE4-454F-B5B7-B05AE57EF495}" dt="2026-09-04T09:43:37.863" v="6317" actId="478"/>
          <ac:spMkLst>
            <pc:docMk/>
            <pc:sldMk cId="4222238842" sldId="313"/>
            <ac:spMk id="3" creationId="{D33A2F06-0EF4-1C10-707D-7F91CC784DCA}"/>
          </ac:spMkLst>
        </pc:spChg>
        <pc:spChg chg="del mod">
          <ac:chgData name="Laura González i Vilardaga" userId="69192fb29b49cef1" providerId="LiveId" clId="{ED438556-BEE4-454F-B5B7-B05AE57EF495}" dt="2026-09-04T09:43:31.450" v="6313" actId="478"/>
          <ac:spMkLst>
            <pc:docMk/>
            <pc:sldMk cId="4222238842" sldId="313"/>
            <ac:spMk id="4" creationId="{63B38F96-DF64-115D-7846-5FE204C7680F}"/>
          </ac:spMkLst>
        </pc:spChg>
        <pc:spChg chg="add del mod">
          <ac:chgData name="Laura González i Vilardaga" userId="69192fb29b49cef1" providerId="LiveId" clId="{ED438556-BEE4-454F-B5B7-B05AE57EF495}" dt="2026-09-04T09:43:40.964" v="6318" actId="478"/>
          <ac:spMkLst>
            <pc:docMk/>
            <pc:sldMk cId="4222238842" sldId="313"/>
            <ac:spMk id="9" creationId="{33CAD00A-4FF7-4087-6EBE-FE59A79AE5A1}"/>
          </ac:spMkLst>
        </pc:spChg>
      </pc:sldChg>
      <pc:sldChg chg="addSp delSp modSp add mod modShow">
        <pc:chgData name="Laura González i Vilardaga" userId="69192fb29b49cef1" providerId="LiveId" clId="{ED438556-BEE4-454F-B5B7-B05AE57EF495}" dt="2026-09-04T09:46:49.379" v="6337" actId="729"/>
        <pc:sldMkLst>
          <pc:docMk/>
          <pc:sldMk cId="1908699522" sldId="314"/>
        </pc:sldMkLst>
        <pc:spChg chg="mod">
          <ac:chgData name="Laura González i Vilardaga" userId="69192fb29b49cef1" providerId="LiveId" clId="{ED438556-BEE4-454F-B5B7-B05AE57EF495}" dt="2026-09-04T09:45:53.797" v="6333" actId="207"/>
          <ac:spMkLst>
            <pc:docMk/>
            <pc:sldMk cId="1908699522" sldId="314"/>
            <ac:spMk id="2" creationId="{4A9D404C-5EB3-F1A5-7338-1EAAA1B04D28}"/>
          </ac:spMkLst>
        </pc:spChg>
        <pc:picChg chg="add mod ord">
          <ac:chgData name="Laura González i Vilardaga" userId="69192fb29b49cef1" providerId="LiveId" clId="{ED438556-BEE4-454F-B5B7-B05AE57EF495}" dt="2026-09-04T09:45:03.360" v="6326" actId="167"/>
          <ac:picMkLst>
            <pc:docMk/>
            <pc:sldMk cId="1908699522" sldId="314"/>
            <ac:picMk id="4" creationId="{0FD0A71C-0816-28FF-1CF9-14181F54B387}"/>
          </ac:picMkLst>
        </pc:picChg>
        <pc:picChg chg="mod">
          <ac:chgData name="Laura González i Vilardaga" userId="69192fb29b49cef1" providerId="LiveId" clId="{ED438556-BEE4-454F-B5B7-B05AE57EF495}" dt="2026-09-04T09:46:27.014" v="6336" actId="1076"/>
          <ac:picMkLst>
            <pc:docMk/>
            <pc:sldMk cId="1908699522" sldId="314"/>
            <ac:picMk id="14" creationId="{491A08CE-937F-980E-1136-8AC1D1C797B3}"/>
          </ac:picMkLst>
        </pc:picChg>
        <pc:picChg chg="del">
          <ac:chgData name="Laura González i Vilardaga" userId="69192fb29b49cef1" providerId="LiveId" clId="{ED438556-BEE4-454F-B5B7-B05AE57EF495}" dt="2026-09-04T09:46:06.525" v="6334" actId="478"/>
          <ac:picMkLst>
            <pc:docMk/>
            <pc:sldMk cId="1908699522" sldId="314"/>
            <ac:picMk id="18" creationId="{76189EBC-4269-C539-14B9-984BB0A3169C}"/>
          </ac:picMkLst>
        </pc:picChg>
        <pc:cxnChg chg="mod">
          <ac:chgData name="Laura González i Vilardaga" userId="69192fb29b49cef1" providerId="LiveId" clId="{ED438556-BEE4-454F-B5B7-B05AE57EF495}" dt="2026-09-04T09:45:20.192" v="6328" actId="208"/>
          <ac:cxnSpMkLst>
            <pc:docMk/>
            <pc:sldMk cId="1908699522" sldId="314"/>
            <ac:cxnSpMk id="11" creationId="{8BD2D0F8-39E9-BCA9-6E1F-A07544FABF19}"/>
          </ac:cxnSpMkLst>
        </pc:cxnChg>
      </pc:sldChg>
      <pc:sldChg chg="add del">
        <pc:chgData name="Laura González i Vilardaga" userId="69192fb29b49cef1" providerId="LiveId" clId="{ED438556-BEE4-454F-B5B7-B05AE57EF495}" dt="2026-09-04T10:18:53.157" v="6421" actId="47"/>
        <pc:sldMkLst>
          <pc:docMk/>
          <pc:sldMk cId="845128371" sldId="315"/>
        </pc:sldMkLst>
      </pc:sldChg>
      <pc:sldChg chg="addSp delSp modSp add mod">
        <pc:chgData name="Laura González i Vilardaga" userId="69192fb29b49cef1" providerId="LiveId" clId="{ED438556-BEE4-454F-B5B7-B05AE57EF495}" dt="2026-09-04T10:41:20.682" v="6920"/>
        <pc:sldMkLst>
          <pc:docMk/>
          <pc:sldMk cId="1948164332" sldId="315"/>
        </pc:sldMkLst>
        <pc:spChg chg="add mod">
          <ac:chgData name="Laura González i Vilardaga" userId="69192fb29b49cef1" providerId="LiveId" clId="{ED438556-BEE4-454F-B5B7-B05AE57EF495}" dt="2026-09-04T10:40:50.395" v="6915" actId="1076"/>
          <ac:spMkLst>
            <pc:docMk/>
            <pc:sldMk cId="1948164332" sldId="315"/>
            <ac:spMk id="10" creationId="{2225E38A-08A3-4636-4B99-7F28382609BD}"/>
          </ac:spMkLst>
        </pc:spChg>
        <pc:spChg chg="add del mod">
          <ac:chgData name="Laura González i Vilardaga" userId="69192fb29b49cef1" providerId="LiveId" clId="{ED438556-BEE4-454F-B5B7-B05AE57EF495}" dt="2026-09-04T10:41:20.682" v="6920"/>
          <ac:spMkLst>
            <pc:docMk/>
            <pc:sldMk cId="1948164332" sldId="315"/>
            <ac:spMk id="11" creationId="{2671FB39-D166-2B1B-D996-F592459986BD}"/>
          </ac:spMkLst>
        </pc:spChg>
        <pc:picChg chg="add mod">
          <ac:chgData name="Laura González i Vilardaga" userId="69192fb29b49cef1" providerId="LiveId" clId="{ED438556-BEE4-454F-B5B7-B05AE57EF495}" dt="2026-09-04T10:40:17.185" v="6900" actId="14100"/>
          <ac:picMkLst>
            <pc:docMk/>
            <pc:sldMk cId="1948164332" sldId="315"/>
            <ac:picMk id="8" creationId="{5D8DE4E6-8437-2F50-833D-28E4ABB397DD}"/>
          </ac:picMkLst>
        </pc:picChg>
      </pc:sldChg>
      <pc:sldChg chg="addSp delSp modSp add mod">
        <pc:chgData name="Laura González i Vilardaga" userId="69192fb29b49cef1" providerId="LiveId" clId="{ED438556-BEE4-454F-B5B7-B05AE57EF495}" dt="2026-09-04T11:08:09.513" v="7107" actId="21"/>
        <pc:sldMkLst>
          <pc:docMk/>
          <pc:sldMk cId="1159085095" sldId="316"/>
        </pc:sldMkLst>
        <pc:spChg chg="del">
          <ac:chgData name="Laura González i Vilardaga" userId="69192fb29b49cef1" providerId="LiveId" clId="{ED438556-BEE4-454F-B5B7-B05AE57EF495}" dt="2026-09-04T11:08:09.513" v="7107" actId="21"/>
          <ac:spMkLst>
            <pc:docMk/>
            <pc:sldMk cId="1159085095" sldId="316"/>
            <ac:spMk id="16" creationId="{8C706B2D-3159-1FD1-9854-6AF98DD09C6B}"/>
          </ac:spMkLst>
        </pc:spChg>
        <pc:spChg chg="add del">
          <ac:chgData name="Laura González i Vilardaga" userId="69192fb29b49cef1" providerId="LiveId" clId="{ED438556-BEE4-454F-B5B7-B05AE57EF495}" dt="2026-09-04T11:08:09.513" v="7107" actId="21"/>
          <ac:spMkLst>
            <pc:docMk/>
            <pc:sldMk cId="1159085095" sldId="316"/>
            <ac:spMk id="19" creationId="{7A0DC30E-958C-677B-EB51-07868721D868}"/>
          </ac:spMkLst>
        </pc:spChg>
        <pc:cxnChg chg="add del mod">
          <ac:chgData name="Laura González i Vilardaga" userId="69192fb29b49cef1" providerId="LiveId" clId="{ED438556-BEE4-454F-B5B7-B05AE57EF495}" dt="2026-09-04T11:08:09.513" v="7107" actId="21"/>
          <ac:cxnSpMkLst>
            <pc:docMk/>
            <pc:sldMk cId="1159085095" sldId="316"/>
            <ac:cxnSpMk id="25" creationId="{8DFEA530-540A-F5D7-DC70-36FE74283B8E}"/>
          </ac:cxnSpMkLst>
        </pc:cxnChg>
        <pc:cxnChg chg="add del mod">
          <ac:chgData name="Laura González i Vilardaga" userId="69192fb29b49cef1" providerId="LiveId" clId="{ED438556-BEE4-454F-B5B7-B05AE57EF495}" dt="2026-09-04T11:08:09.513" v="7107" actId="21"/>
          <ac:cxnSpMkLst>
            <pc:docMk/>
            <pc:sldMk cId="1159085095" sldId="316"/>
            <ac:cxnSpMk id="33" creationId="{076EA002-9AD2-5223-8770-419E1053E4F3}"/>
          </ac:cxnSpMkLst>
        </pc:cxnChg>
      </pc:sldChg>
      <pc:sldChg chg="delSp modSp add del mod">
        <pc:chgData name="Laura González i Vilardaga" userId="69192fb29b49cef1" providerId="LiveId" clId="{ED438556-BEE4-454F-B5B7-B05AE57EF495}" dt="2026-09-04T10:22:55.215" v="6559" actId="47"/>
        <pc:sldMkLst>
          <pc:docMk/>
          <pc:sldMk cId="4159356806" sldId="316"/>
        </pc:sldMkLst>
        <pc:spChg chg="mod">
          <ac:chgData name="Laura González i Vilardaga" userId="69192fb29b49cef1" providerId="LiveId" clId="{ED438556-BEE4-454F-B5B7-B05AE57EF495}" dt="2026-09-04T10:15:42.779" v="6377" actId="20577"/>
          <ac:spMkLst>
            <pc:docMk/>
            <pc:sldMk cId="4159356806" sldId="316"/>
            <ac:spMk id="2" creationId="{5E2CDE19-5575-D438-E289-7EC47F8F9D18}"/>
          </ac:spMkLst>
        </pc:spChg>
        <pc:spChg chg="del">
          <ac:chgData name="Laura González i Vilardaga" userId="69192fb29b49cef1" providerId="LiveId" clId="{ED438556-BEE4-454F-B5B7-B05AE57EF495}" dt="2026-09-04T10:15:34.571" v="6360" actId="478"/>
          <ac:spMkLst>
            <pc:docMk/>
            <pc:sldMk cId="4159356806" sldId="316"/>
            <ac:spMk id="7" creationId="{7E8B4209-92BA-BE87-C627-F65A1CF5F8CF}"/>
          </ac:spMkLst>
        </pc:spChg>
        <pc:spChg chg="del">
          <ac:chgData name="Laura González i Vilardaga" userId="69192fb29b49cef1" providerId="LiveId" clId="{ED438556-BEE4-454F-B5B7-B05AE57EF495}" dt="2026-09-04T10:15:34.571" v="6360" actId="478"/>
          <ac:spMkLst>
            <pc:docMk/>
            <pc:sldMk cId="4159356806" sldId="316"/>
            <ac:spMk id="11" creationId="{F1C67196-C41A-3DFA-DC67-C6CE2241061E}"/>
          </ac:spMkLst>
        </pc:spChg>
        <pc:grpChg chg="del">
          <ac:chgData name="Laura González i Vilardaga" userId="69192fb29b49cef1" providerId="LiveId" clId="{ED438556-BEE4-454F-B5B7-B05AE57EF495}" dt="2026-09-04T10:15:34.571" v="6360" actId="478"/>
          <ac:grpSpMkLst>
            <pc:docMk/>
            <pc:sldMk cId="4159356806" sldId="316"/>
            <ac:grpSpMk id="10" creationId="{35F9F729-F8DA-F3FA-1C1B-F9C32171EAD9}"/>
          </ac:grpSpMkLst>
        </pc:grpChg>
      </pc:sldChg>
      <pc:sldChg chg="add">
        <pc:chgData name="Laura González i Vilardaga" userId="69192fb29b49cef1" providerId="LiveId" clId="{ED438556-BEE4-454F-B5B7-B05AE57EF495}" dt="2026-09-04T11:06:45.282" v="7101" actId="2890"/>
        <pc:sldMkLst>
          <pc:docMk/>
          <pc:sldMk cId="2032014668" sldId="317"/>
        </pc:sldMkLst>
      </pc:sldChg>
      <pc:sldChg chg="modSp add del mod">
        <pc:chgData name="Laura González i Vilardaga" userId="69192fb29b49cef1" providerId="LiveId" clId="{ED438556-BEE4-454F-B5B7-B05AE57EF495}" dt="2026-09-04T10:22:56.517" v="6560" actId="47"/>
        <pc:sldMkLst>
          <pc:docMk/>
          <pc:sldMk cId="4063184221" sldId="317"/>
        </pc:sldMkLst>
        <pc:spChg chg="mod">
          <ac:chgData name="Laura González i Vilardaga" userId="69192fb29b49cef1" providerId="LiveId" clId="{ED438556-BEE4-454F-B5B7-B05AE57EF495}" dt="2026-09-04T10:15:53.669" v="6403" actId="20577"/>
          <ac:spMkLst>
            <pc:docMk/>
            <pc:sldMk cId="4063184221" sldId="317"/>
            <ac:spMk id="2" creationId="{5E747476-3F76-936D-9BBB-F2BF429727D9}"/>
          </ac:spMkLst>
        </pc:spChg>
      </pc:sldChg>
      <pc:sldChg chg="addSp delSp modSp add mod">
        <pc:chgData name="Laura González i Vilardaga" userId="69192fb29b49cef1" providerId="LiveId" clId="{ED438556-BEE4-454F-B5B7-B05AE57EF495}" dt="2026-09-04T11:08:18.134" v="7110" actId="478"/>
        <pc:sldMkLst>
          <pc:docMk/>
          <pc:sldMk cId="3227090391" sldId="318"/>
        </pc:sldMkLst>
        <pc:spChg chg="add mod">
          <ac:chgData name="Laura González i Vilardaga" userId="69192fb29b49cef1" providerId="LiveId" clId="{ED438556-BEE4-454F-B5B7-B05AE57EF495}" dt="2026-09-04T11:08:14.820" v="7109"/>
          <ac:spMkLst>
            <pc:docMk/>
            <pc:sldMk cId="3227090391" sldId="318"/>
            <ac:spMk id="16" creationId="{8C706B2D-3159-1FD1-9854-6AF98DD09C6B}"/>
          </ac:spMkLst>
        </pc:spChg>
        <pc:spChg chg="add del mod">
          <ac:chgData name="Laura González i Vilardaga" userId="69192fb29b49cef1" providerId="LiveId" clId="{ED438556-BEE4-454F-B5B7-B05AE57EF495}" dt="2026-09-04T11:08:18.134" v="7110" actId="478"/>
          <ac:spMkLst>
            <pc:docMk/>
            <pc:sldMk cId="3227090391" sldId="318"/>
            <ac:spMk id="19" creationId="{7A0DC30E-958C-677B-EB51-07868721D868}"/>
          </ac:spMkLst>
        </pc:spChg>
        <pc:cxnChg chg="add mod">
          <ac:chgData name="Laura González i Vilardaga" userId="69192fb29b49cef1" providerId="LiveId" clId="{ED438556-BEE4-454F-B5B7-B05AE57EF495}" dt="2026-09-04T11:08:14.820" v="7109"/>
          <ac:cxnSpMkLst>
            <pc:docMk/>
            <pc:sldMk cId="3227090391" sldId="318"/>
            <ac:cxnSpMk id="25" creationId="{8DFEA530-540A-F5D7-DC70-36FE74283B8E}"/>
          </ac:cxnSpMkLst>
        </pc:cxnChg>
        <pc:cxnChg chg="add del mod">
          <ac:chgData name="Laura González i Vilardaga" userId="69192fb29b49cef1" providerId="LiveId" clId="{ED438556-BEE4-454F-B5B7-B05AE57EF495}" dt="2026-09-04T11:08:18.134" v="7110" actId="478"/>
          <ac:cxnSpMkLst>
            <pc:docMk/>
            <pc:sldMk cId="3227090391" sldId="318"/>
            <ac:cxnSpMk id="33" creationId="{076EA002-9AD2-5223-8770-419E1053E4F3}"/>
          </ac:cxnSpMkLst>
        </pc:cxnChg>
      </pc:sldChg>
      <pc:sldChg chg="delSp add mod">
        <pc:chgData name="Laura González i Vilardaga" userId="69192fb29b49cef1" providerId="LiveId" clId="{ED438556-BEE4-454F-B5B7-B05AE57EF495}" dt="2026-09-04T11:16:15.192" v="7116" actId="478"/>
        <pc:sldMkLst>
          <pc:docMk/>
          <pc:sldMk cId="280748326" sldId="319"/>
        </pc:sldMkLst>
        <pc:graphicFrameChg chg="del">
          <ac:chgData name="Laura González i Vilardaga" userId="69192fb29b49cef1" providerId="LiveId" clId="{ED438556-BEE4-454F-B5B7-B05AE57EF495}" dt="2026-09-04T11:16:15.192" v="7116" actId="478"/>
          <ac:graphicFrameMkLst>
            <pc:docMk/>
            <pc:sldMk cId="280748326" sldId="319"/>
            <ac:graphicFrameMk id="14" creationId="{AAA13E57-5820-D2C1-53C9-9F3B07887F03}"/>
          </ac:graphicFrameMkLst>
        </pc:graphicFrameChg>
      </pc:sldChg>
      <pc:sldChg chg="add">
        <pc:chgData name="Laura González i Vilardaga" userId="69192fb29b49cef1" providerId="LiveId" clId="{ED438556-BEE4-454F-B5B7-B05AE57EF495}" dt="2026-09-04T11:15:44.467" v="7112" actId="2890"/>
        <pc:sldMkLst>
          <pc:docMk/>
          <pc:sldMk cId="2759287898" sldId="320"/>
        </pc:sldMkLst>
      </pc:sldChg>
      <pc:sldChg chg="add">
        <pc:chgData name="Laura González i Vilardaga" userId="69192fb29b49cef1" providerId="LiveId" clId="{ED438556-BEE4-454F-B5B7-B05AE57EF495}" dt="2026-09-04T11:47:27.843" v="7119" actId="2890"/>
        <pc:sldMkLst>
          <pc:docMk/>
          <pc:sldMk cId="534541081" sldId="321"/>
        </pc:sldMkLst>
      </pc:sldChg>
      <pc:sldChg chg="add del">
        <pc:chgData name="Laura González i Vilardaga" userId="69192fb29b49cef1" providerId="LiveId" clId="{ED438556-BEE4-454F-B5B7-B05AE57EF495}" dt="2026-09-04T11:47:24.602" v="7118" actId="2890"/>
        <pc:sldMkLst>
          <pc:docMk/>
          <pc:sldMk cId="662016219" sldId="321"/>
        </pc:sldMkLst>
      </pc:sldChg>
      <pc:sldChg chg="delSp add mod ord">
        <pc:chgData name="Laura González i Vilardaga" userId="69192fb29b49cef1" providerId="LiveId" clId="{ED438556-BEE4-454F-B5B7-B05AE57EF495}" dt="2026-09-04T11:59:43.047" v="7139"/>
        <pc:sldMkLst>
          <pc:docMk/>
          <pc:sldMk cId="3931397807" sldId="322"/>
        </pc:sldMkLst>
        <pc:spChg chg="del">
          <ac:chgData name="Laura González i Vilardaga" userId="69192fb29b49cef1" providerId="LiveId" clId="{ED438556-BEE4-454F-B5B7-B05AE57EF495}" dt="2026-09-04T11:57:04.180" v="7137" actId="478"/>
          <ac:spMkLst>
            <pc:docMk/>
            <pc:sldMk cId="3931397807" sldId="322"/>
            <ac:spMk id="13" creationId="{F52BF0D2-00F6-FE94-D002-8DD937FC7E00}"/>
          </ac:spMkLst>
        </pc:spChg>
      </pc:sldChg>
      <pc:sldChg chg="delSp modSp add mod">
        <pc:chgData name="Laura González i Vilardaga" userId="69192fb29b49cef1" providerId="LiveId" clId="{ED438556-BEE4-454F-B5B7-B05AE57EF495}" dt="2026-09-04T12:10:56.061" v="7149" actId="478"/>
        <pc:sldMkLst>
          <pc:docMk/>
          <pc:sldMk cId="3265381799" sldId="323"/>
        </pc:sldMkLst>
        <pc:spChg chg="del">
          <ac:chgData name="Laura González i Vilardaga" userId="69192fb29b49cef1" providerId="LiveId" clId="{ED438556-BEE4-454F-B5B7-B05AE57EF495}" dt="2026-09-04T12:10:52.755" v="7147" actId="478"/>
          <ac:spMkLst>
            <pc:docMk/>
            <pc:sldMk cId="3265381799" sldId="323"/>
            <ac:spMk id="4" creationId="{3C6670B4-D15A-DBE8-6D7D-E293318AC3A0}"/>
          </ac:spMkLst>
        </pc:spChg>
        <pc:spChg chg="del">
          <ac:chgData name="Laura González i Vilardaga" userId="69192fb29b49cef1" providerId="LiveId" clId="{ED438556-BEE4-454F-B5B7-B05AE57EF495}" dt="2026-09-04T12:10:52.755" v="7147" actId="478"/>
          <ac:spMkLst>
            <pc:docMk/>
            <pc:sldMk cId="3265381799" sldId="323"/>
            <ac:spMk id="5" creationId="{7ECD47E3-F340-6E28-95A1-DC06693ACBF9}"/>
          </ac:spMkLst>
        </pc:spChg>
        <pc:spChg chg="del">
          <ac:chgData name="Laura González i Vilardaga" userId="69192fb29b49cef1" providerId="LiveId" clId="{ED438556-BEE4-454F-B5B7-B05AE57EF495}" dt="2026-09-04T12:10:52.755" v="7147" actId="478"/>
          <ac:spMkLst>
            <pc:docMk/>
            <pc:sldMk cId="3265381799" sldId="323"/>
            <ac:spMk id="17" creationId="{98E64042-E7A1-EFD0-71FC-3C34DB1EF1D0}"/>
          </ac:spMkLst>
        </pc:spChg>
        <pc:spChg chg="del mod">
          <ac:chgData name="Laura González i Vilardaga" userId="69192fb29b49cef1" providerId="LiveId" clId="{ED438556-BEE4-454F-B5B7-B05AE57EF495}" dt="2026-09-04T12:10:56.061" v="7149" actId="478"/>
          <ac:spMkLst>
            <pc:docMk/>
            <pc:sldMk cId="3265381799" sldId="323"/>
            <ac:spMk id="18" creationId="{1B776472-B2F7-8921-C93F-9CBE4320CC2A}"/>
          </ac:spMkLst>
        </pc:spChg>
        <pc:cxnChg chg="del">
          <ac:chgData name="Laura González i Vilardaga" userId="69192fb29b49cef1" providerId="LiveId" clId="{ED438556-BEE4-454F-B5B7-B05AE57EF495}" dt="2026-09-04T12:10:52.755" v="7147" actId="478"/>
          <ac:cxnSpMkLst>
            <pc:docMk/>
            <pc:sldMk cId="3265381799" sldId="323"/>
            <ac:cxnSpMk id="20" creationId="{72460E8C-BA6D-4FD9-9543-EDCB6126FB87}"/>
          </ac:cxnSpMkLst>
        </pc:cxnChg>
      </pc:sldChg>
      <pc:sldChg chg="add">
        <pc:chgData name="Laura González i Vilardaga" userId="69192fb29b49cef1" providerId="LiveId" clId="{ED438556-BEE4-454F-B5B7-B05AE57EF495}" dt="2026-09-04T12:10:28.239" v="7143" actId="2890"/>
        <pc:sldMkLst>
          <pc:docMk/>
          <pc:sldMk cId="4185507596" sldId="324"/>
        </pc:sldMkLst>
      </pc:sldChg>
      <pc:sldChg chg="add">
        <pc:chgData name="Laura González i Vilardaga" userId="69192fb29b49cef1" providerId="LiveId" clId="{ED438556-BEE4-454F-B5B7-B05AE57EF495}" dt="2026-09-04T12:25:22.239" v="7150" actId="2890"/>
        <pc:sldMkLst>
          <pc:docMk/>
          <pc:sldMk cId="1448165415" sldId="325"/>
        </pc:sldMkLst>
      </pc:sldChg>
      <pc:sldChg chg="modSp add">
        <pc:chgData name="Laura González i Vilardaga" userId="69192fb29b49cef1" providerId="LiveId" clId="{ED438556-BEE4-454F-B5B7-B05AE57EF495}" dt="2026-09-04T12:34:45.999" v="7204" actId="20577"/>
        <pc:sldMkLst>
          <pc:docMk/>
          <pc:sldMk cId="2928266719" sldId="326"/>
        </pc:sldMkLst>
        <pc:spChg chg="mod">
          <ac:chgData name="Laura González i Vilardaga" userId="69192fb29b49cef1" providerId="LiveId" clId="{ED438556-BEE4-454F-B5B7-B05AE57EF495}" dt="2026-09-04T12:34:45.999" v="7204" actId="20577"/>
          <ac:spMkLst>
            <pc:docMk/>
            <pc:sldMk cId="2928266719" sldId="326"/>
            <ac:spMk id="16" creationId="{DB59C060-D37F-C478-1633-857CB6C1D861}"/>
          </ac:spMkLst>
        </pc:spChg>
      </pc:sldChg>
      <pc:sldChg chg="add del">
        <pc:chgData name="Laura González i Vilardaga" userId="69192fb29b49cef1" providerId="LiveId" clId="{ED438556-BEE4-454F-B5B7-B05AE57EF495}" dt="2026-09-04T12:34:34.704" v="7199" actId="47"/>
        <pc:sldMkLst>
          <pc:docMk/>
          <pc:sldMk cId="4131041962" sldId="326"/>
        </pc:sldMkLst>
      </pc:sldChg>
      <pc:sldChg chg="add del">
        <pc:chgData name="Laura González i Vilardaga" userId="69192fb29b49cef1" providerId="LiveId" clId="{ED438556-BEE4-454F-B5B7-B05AE57EF495}" dt="2026-09-04T12:34:41.591" v="7202" actId="47"/>
        <pc:sldMkLst>
          <pc:docMk/>
          <pc:sldMk cId="1778192853" sldId="327"/>
        </pc:sldMkLst>
      </pc:sldChg>
      <pc:sldChg chg="add">
        <pc:chgData name="Laura González i Vilardaga" userId="69192fb29b49cef1" providerId="LiveId" clId="{ED438556-BEE4-454F-B5B7-B05AE57EF495}" dt="2026-09-05T15:15:53.554" v="7271" actId="2890"/>
        <pc:sldMkLst>
          <pc:docMk/>
          <pc:sldMk cId="3950199547" sldId="327"/>
        </pc:sldMkLst>
      </pc:sldChg>
      <pc:sldChg chg="addSp modSp add mod">
        <pc:chgData name="Laura González i Vilardaga" userId="69192fb29b49cef1" providerId="LiveId" clId="{ED438556-BEE4-454F-B5B7-B05AE57EF495}" dt="2026-09-05T15:15:58.030" v="7276" actId="1035"/>
        <pc:sldMkLst>
          <pc:docMk/>
          <pc:sldMk cId="259640467" sldId="328"/>
        </pc:sldMkLst>
        <pc:picChg chg="add mod">
          <ac:chgData name="Laura González i Vilardaga" userId="69192fb29b49cef1" providerId="LiveId" clId="{ED438556-BEE4-454F-B5B7-B05AE57EF495}" dt="2026-09-05T15:15:58.030" v="7276" actId="1035"/>
          <ac:picMkLst>
            <pc:docMk/>
            <pc:sldMk cId="259640467" sldId="328"/>
            <ac:picMk id="8" creationId="{FB64083B-C1E4-9AEF-933C-1F9B9CCD274C}"/>
          </ac:picMkLst>
        </pc:picChg>
      </pc:sldChg>
      <pc:sldChg chg="add">
        <pc:chgData name="Laura González i Vilardaga" userId="69192fb29b49cef1" providerId="LiveId" clId="{ED438556-BEE4-454F-B5B7-B05AE57EF495}" dt="2026-09-05T15:20:15.836" v="7277" actId="2890"/>
        <pc:sldMkLst>
          <pc:docMk/>
          <pc:sldMk cId="313004561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3BBE4-B6E2-47E5-BB08-89238B850783}" type="datetimeFigureOut">
              <a:rPr lang="en-GB" smtClean="0"/>
              <a:t>03/09/2026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83031-04EB-4DF6-BACF-A11E58D85D3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3284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83031-04EB-4DF6-BACF-A11E58D85D30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3684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5BBDC-A46C-9B94-DEC8-44163EAF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DAFC5-99DC-721F-A5CE-F5293E860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AF483-E785-0E44-869C-9FEDFBB01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23723-9E31-3F5B-CDC4-28F2C420F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83031-04EB-4DF6-BACF-A11E58D85D30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4581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DB7C8-ADC3-6FEC-2776-3FED62BA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20435-D1E5-901F-9716-2B79CADE2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32505-8BC1-67CB-1756-324E6A6AE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A6768-8126-971A-B1DD-2E561D71D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83031-04EB-4DF6-BACF-A11E58D85D30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99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E862-F825-F256-F31E-3ED85C9E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D21A7-397E-7650-C3F0-9058B261A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1F867-10DA-E70C-E483-17C59B71D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7AA9E-BBDC-D016-CF53-C0BAACE04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83031-04EB-4DF6-BACF-A11E58D85D30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875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5BC3-2155-C836-9E75-7975F0B5C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0B56-12F2-30AE-27C3-785C0615E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255B7-4C71-34AE-FA07-E75E97DB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13661-A3E2-4EF0-8C53-F67F34F8C1D5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2CD5-73C4-0122-E495-96A7F6902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57492-A0D8-1C77-CF47-8D710E28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45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A23-B1B3-F736-C844-E1813187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6BF12-1CC1-DF8A-6BC4-515956524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5C8A1-D185-B368-16F3-04F8301D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FA9C-518E-43B8-B1F3-404CBC7FF226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2991-2DAB-BA3D-9F0B-B0BF1E3A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B832B-E55A-90B7-963F-B3AEF4B1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818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30AF-207F-1452-F863-EC3EE900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559F0-9DEB-B1FA-D7B0-A32425390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90E04-E22F-3D8C-BA6C-DBBF09F21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9A4B1-C701-4AFF-B3C4-229DF76483B4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D8BF-5617-A1A6-B5D1-766F2EC06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4A025-6DDD-6378-62BE-E715E3A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200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4388-9FB5-5629-28B0-EDAE5F32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ACAE-8942-2BDF-89C5-BE51F8F2F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3154B-9D50-3220-972A-DEB8E283D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2EC6E-E0B7-43F9-50A3-E05665AB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52C82-BC9B-4E7F-88ED-C9C5630086B9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3F3D5-9BA1-F66F-C845-79F3C633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D9FE-D6C8-E818-425D-46486CD0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158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E6C1-8453-A7E6-B0A4-A893A7E44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FBF89-22BF-1423-F35F-483CDDC68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D65EB-9584-569B-821D-B33055FAF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0841A-F2DE-0132-D70F-13D97B052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8885CD-C9BA-52E1-D4B8-A1F8F00B5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3B963-12F8-FB22-AC51-351A69639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3642E-3EA6-4EC7-BCE4-81937C9D02DB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D3855-DE40-483E-AA75-FD0A6E29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F45E7-7E9A-9936-EDF1-0494A3D1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364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3121-6FD5-1AEA-F679-769382D8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0FE0-F446-4F66-377B-5DBBA19B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ACAD5-E7F8-4D39-A646-C848B8E62547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A92C5-72CD-CE7C-2BD3-04DED986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3068D-6F0F-6D90-6432-5987E304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3376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25801-DC80-2A94-1A48-EFCB9F37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3FF0-A095-4970-9147-1C363451EB90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2E399C-6F14-499A-5A01-3EE05AA7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69DC2-5F8C-D97E-272C-F1D5AFAB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381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45D1-717F-C4EE-67EB-C9B01825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4EC1A-3719-FDA9-EFD5-8516DB191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67823-90C9-E849-8BAF-5675FF78B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4B29-C6D8-D6A1-38FD-468D04B4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BA0D8-EAB3-4F3D-8709-DDB23784E38E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C7F13-E732-675F-AD85-4FD69D31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6E999-4986-C7E6-274C-A84249ED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66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D14B-23A8-B2F8-096F-F1B5D5093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AA88AE-2999-08A9-99A7-AEFF6981B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2AC11-7EF9-76E1-02F1-F8E01AD01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D4864-E410-17E2-FFA7-DDEB6A70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D27FE-DF6D-4C7F-B596-F09A6B25BA6E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1C5AA-A5F7-2EF2-8507-F3131489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A473D-AC57-8E36-24FA-4E594AC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14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C2C9-679E-8872-F777-58C372DB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A8F88-7DD5-1E29-A532-9B57CDD51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82F22-A33B-73F7-739B-DF0988A7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203F-CE06-411D-BDD6-FA38E4EEAC5D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9B045-94BD-FAC7-713B-335F462B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1D55A-4CF7-1BB9-6C6E-C3AFF51B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995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2CCB6-13EF-DC1D-2B2E-21B56A639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A472A-3D8F-F8CC-4AF7-3046F912B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E5BC1-6057-65C7-6E16-0E4D0428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3AF7-6B36-4B9F-90F3-97CE66C21315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6829C-B489-46A2-1060-BFF5131A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6730F-9E99-C953-56EA-6C94DE35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55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65E30-35AA-8A0C-1E97-E2E16E9F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0586C-1CFF-F1FC-C164-3C225B92A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7E729-7C77-8CC0-385B-E1A14F90F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74ED7-5B5B-46B6-83BF-E7FC81488C4B}" type="datetime1">
              <a:rPr lang="en-GB" smtClean="0"/>
              <a:t>03/09/2026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81605-EB28-E304-A468-EF498AEB6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13C70-022E-1245-1F42-9C518FB3E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4D650-18AA-4A24-A02F-A049F69DEAC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8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&amp;f=1&amp;nofb=1&amp;ipt=3ea8e1729616f10f5f703d65964ea456c50cce69b1963dddb18fda69d92f174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&amp;f=1&amp;nofb=1&amp;ipt=047c5777d795efbc85921e9dc21be3165dcdc690050d319747fc110bc31a85ae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&amp;f=1&amp;nofb=1&amp;ipt=047c5777d795efbc85921e9dc21be3165dcdc690050d319747fc110bc31a85ae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&amp;f=1&amp;nofb=1&amp;ipt=3ea8e1729616f10f5f703d65964ea456c50cce69b1963dddb18fda69d92f174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6B0D-6D8A-3871-7CA3-DAB0DE157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49" y="849334"/>
            <a:ext cx="11169502" cy="2387600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Bodoni MT" panose="02070603080606020203" pitchFamily="18" charset="0"/>
              </a:rPr>
              <a:t>On-chip polarization-entangled photon-pair source based on silicon photonics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0F003-F2C6-2BCF-B6F2-80A26FAC9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35981"/>
            <a:ext cx="9144000" cy="1304859"/>
          </a:xfrm>
        </p:spPr>
        <p:txBody>
          <a:bodyPr>
            <a:norm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Laura González i Vilardaga</a:t>
            </a:r>
          </a:p>
          <a:p>
            <a:endParaRPr lang="ca-ES" dirty="0">
              <a:latin typeface="Bodoni MT" panose="02070603080606020203" pitchFamily="18" charset="0"/>
            </a:endParaRPr>
          </a:p>
          <a:p>
            <a:r>
              <a:rPr lang="ca-ES" sz="2000" dirty="0">
                <a:latin typeface="Bodoni MT" panose="02070603080606020203" pitchFamily="18" charset="0"/>
              </a:rPr>
              <a:t>8 September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A8360-CE63-C096-3C25-3C41BCC33DC0}"/>
              </a:ext>
            </a:extLst>
          </p:cNvPr>
          <p:cNvSpPr txBox="1"/>
          <p:nvPr/>
        </p:nvSpPr>
        <p:spPr>
          <a:xfrm>
            <a:off x="2649989" y="4736805"/>
            <a:ext cx="86708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i="1" dirty="0">
                <a:latin typeface="Bodoni MT" panose="02070603080606020203" pitchFamily="18" charset="0"/>
              </a:rPr>
              <a:t>Supervised by</a:t>
            </a:r>
            <a:r>
              <a:rPr lang="ca-ES" dirty="0">
                <a:latin typeface="Bodoni MT" panose="02070603080606020203" pitchFamily="18" charset="0"/>
              </a:rPr>
              <a:t>:</a:t>
            </a:r>
            <a:br>
              <a:rPr lang="ca-ES" dirty="0">
                <a:latin typeface="Bodoni MT" panose="02070603080606020203" pitchFamily="18" charset="0"/>
              </a:rPr>
            </a:br>
            <a:r>
              <a:rPr lang="ca-ES" dirty="0">
                <a:latin typeface="Bodoni MT" panose="02070603080606020203" pitchFamily="18" charset="0"/>
              </a:rPr>
              <a:t>Prof. Dr. Valerio Pruneri,</a:t>
            </a:r>
            <a:br>
              <a:rPr lang="ca-ES" dirty="0">
                <a:latin typeface="Bodoni MT" panose="02070603080606020203" pitchFamily="18" charset="0"/>
              </a:rPr>
            </a:br>
            <a:r>
              <a:rPr lang="ca-ES" dirty="0">
                <a:latin typeface="Bodoni MT" panose="02070603080606020203" pitchFamily="18" charset="0"/>
              </a:rPr>
              <a:t>Dr. Robin Camphausen,</a:t>
            </a:r>
            <a:br>
              <a:rPr lang="ca-ES" dirty="0">
                <a:latin typeface="Bodoni MT" panose="02070603080606020203" pitchFamily="18" charset="0"/>
              </a:rPr>
            </a:br>
            <a:r>
              <a:rPr lang="ca-ES" dirty="0">
                <a:latin typeface="Bodoni MT" panose="02070603080606020203" pitchFamily="18" charset="0"/>
              </a:rPr>
              <a:t>Dr. Javier Argüello-Luengo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8E134-2E2F-1068-5724-EFB6340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3CF5F-2F69-1C27-162D-B29C6F31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4D3B2-70CE-E84C-6C27-FB3F3C0CA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1688DC-C512-0B47-5C78-41CA41DFD343}"/>
              </a:ext>
            </a:extLst>
          </p:cNvPr>
          <p:cNvCxnSpPr/>
          <p:nvPr/>
        </p:nvCxnSpPr>
        <p:spPr>
          <a:xfrm>
            <a:off x="2594345" y="3599121"/>
            <a:ext cx="690053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0CDE74B-C463-A4EA-C1BF-436C1FD6E0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18" y="428799"/>
            <a:ext cx="1827915" cy="616390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F1A7B074-D57B-81C1-CA0A-7E3AA92AF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727" y="332827"/>
            <a:ext cx="1271295" cy="1014377"/>
          </a:xfrm>
          <a:prstGeom prst="rect">
            <a:avLst/>
          </a:prstGeom>
        </p:spPr>
      </p:pic>
      <p:pic>
        <p:nvPicPr>
          <p:cNvPr id="18" name="Picture 17" descr="Enginyeria Física — UPC. Universitat Politècnica de Catalunya">
            <a:extLst>
              <a:ext uri="{FF2B5EF4-FFF2-40B4-BE49-F238E27FC236}">
                <a16:creationId xmlns:a16="http://schemas.microsoft.com/office/drawing/2014/main" id="{8B724B94-5C02-41FD-76BB-400AB9B9BD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675" y="372140"/>
            <a:ext cx="1234330" cy="70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1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8D19-DF8D-BEF4-5C2A-C4AACF0C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CECC-A150-2888-B92A-84E469CA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Outline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A1EB4-882B-3F8F-AF96-204B959E8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Our entangled photon source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165B6-3AAD-D9B0-43FF-6A7DCAB0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16604-2291-63C0-F45B-CB16AF60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8C0C5-9B9D-5CE6-FD4C-5565865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EEE6A7-6A7F-DE53-4E8E-66399A87E3C0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D24B61-E5DD-A937-C8A5-F25E33113357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69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56AE-E5A8-6AA3-1523-7A2FB286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06D9-24FA-55F7-7109-3728424E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Outline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1C83B-6325-FB4F-B8F2-BB7B9FF5E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Our entangled photon source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45969-C356-503B-C15C-2974A8361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E7761-CF1E-B65E-80B5-F0147CE2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0C054-5192-D62E-39E0-41C0F1BE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A3622-09C6-028D-41DB-20FCE1C3132A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956FB3-743D-98E8-3D14-99F3544E27FD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0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C62C-BDAE-AB7E-61F9-00829397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B85A-1EEB-B7B8-A119-DDAF2C07C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b="1" dirty="0"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47F9D-C393-14E5-4BFA-64DCEC1B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38F09-64EE-5184-3644-50EC6AA0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FC5E-5D10-BA39-86AC-965280D3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829181-605C-FA21-7C18-645A8D25E8B6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D04E76-77C1-A83D-06B9-6A133B8DB3BE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57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B44D-FA8A-6B9F-76DB-1DF8BAEC9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9197-DD07-3FD7-FABF-EF9EA8AC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Motivation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58B05-7827-2549-614B-77BFBD8A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87" y="1421778"/>
            <a:ext cx="3450772" cy="895803"/>
          </a:xfrm>
        </p:spPr>
        <p:txBody>
          <a:bodyPr/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Solution?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16B48-78EB-D816-7DFE-279C746A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FE9D-412E-6B7F-C946-CF68C72B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01F4-21EA-A6FA-4BAF-49C70331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9419FF-51DD-99F8-6A53-002559B3F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58" y="1969407"/>
            <a:ext cx="2537279" cy="2537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50EFF6-9EA2-5072-CACB-A2C8B2D5C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380" y="1969409"/>
            <a:ext cx="2537277" cy="25372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2700E2-7D80-F4B0-78C9-E3BD50B717A9}"/>
              </a:ext>
            </a:extLst>
          </p:cNvPr>
          <p:cNvCxnSpPr/>
          <p:nvPr/>
        </p:nvCxnSpPr>
        <p:spPr>
          <a:xfrm>
            <a:off x="6778171" y="1494746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1AF7BB-0692-68BB-99C8-ACF1906969D6}"/>
              </a:ext>
            </a:extLst>
          </p:cNvPr>
          <p:cNvCxnSpPr>
            <a:cxnSpLocks/>
          </p:cNvCxnSpPr>
          <p:nvPr/>
        </p:nvCxnSpPr>
        <p:spPr>
          <a:xfrm>
            <a:off x="7061427" y="1969407"/>
            <a:ext cx="429237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9D514E-F807-08BC-6C3E-299ABC7CBB6D}"/>
              </a:ext>
            </a:extLst>
          </p:cNvPr>
          <p:cNvCxnSpPr>
            <a:cxnSpLocks/>
          </p:cNvCxnSpPr>
          <p:nvPr/>
        </p:nvCxnSpPr>
        <p:spPr>
          <a:xfrm>
            <a:off x="2794113" y="3271157"/>
            <a:ext cx="130526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AFCA27A-B235-DBF8-47A8-1D826657212E}"/>
              </a:ext>
            </a:extLst>
          </p:cNvPr>
          <p:cNvSpPr txBox="1"/>
          <p:nvPr/>
        </p:nvSpPr>
        <p:spPr>
          <a:xfrm>
            <a:off x="3148252" y="2868714"/>
            <a:ext cx="62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QM</a:t>
            </a:r>
            <a:endParaRPr lang="en-GB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60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97B4-7D0F-5B70-3EF8-15A04AB8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4E49-78A5-F801-0A4C-507B2721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Motivation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389D-7304-A541-6B37-B7154628B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87" y="1421778"/>
            <a:ext cx="3450772" cy="895803"/>
          </a:xfrm>
        </p:spPr>
        <p:txBody>
          <a:bodyPr/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Solution?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74683-B53D-E4F6-0B4C-A9183708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F8D15-D260-B272-810B-A8E8085C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1781D-7413-EEEC-1754-4F1DB57A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97898-C3E1-F4D7-9F94-B9D0F996A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58" y="1969407"/>
            <a:ext cx="2537279" cy="2537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205C47-CBA2-10B4-87D6-56266960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380" y="1969409"/>
            <a:ext cx="2537277" cy="25372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922C13-A624-0821-4A1D-61589C098221}"/>
              </a:ext>
            </a:extLst>
          </p:cNvPr>
          <p:cNvCxnSpPr/>
          <p:nvPr/>
        </p:nvCxnSpPr>
        <p:spPr>
          <a:xfrm>
            <a:off x="6778171" y="1494746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3F2379D-D7AB-9970-B525-4E08D570D012}"/>
              </a:ext>
            </a:extLst>
          </p:cNvPr>
          <p:cNvSpPr txBox="1">
            <a:spLocks/>
          </p:cNvSpPr>
          <p:nvPr/>
        </p:nvSpPr>
        <p:spPr>
          <a:xfrm>
            <a:off x="7435057" y="2389757"/>
            <a:ext cx="3545111" cy="5790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a-ES" dirty="0">
                <a:latin typeface="Bodoni MT" panose="02070603080606020203" pitchFamily="18" charset="0"/>
              </a:rPr>
              <a:t>Device-independent QKD</a:t>
            </a:r>
            <a:endParaRPr lang="en-GB" dirty="0">
              <a:latin typeface="Bodoni MT" panose="02070603080606020203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5C9444E-81DB-C67C-568A-242096B1EE07}"/>
              </a:ext>
            </a:extLst>
          </p:cNvPr>
          <p:cNvCxnSpPr>
            <a:cxnSpLocks/>
          </p:cNvCxnSpPr>
          <p:nvPr/>
        </p:nvCxnSpPr>
        <p:spPr>
          <a:xfrm>
            <a:off x="7061427" y="1969407"/>
            <a:ext cx="429237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000CA0-1A09-FC7B-1A21-509AA4208C2D}"/>
              </a:ext>
            </a:extLst>
          </p:cNvPr>
          <p:cNvCxnSpPr>
            <a:cxnSpLocks/>
          </p:cNvCxnSpPr>
          <p:nvPr/>
        </p:nvCxnSpPr>
        <p:spPr>
          <a:xfrm>
            <a:off x="2794113" y="3271157"/>
            <a:ext cx="130526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3339B3B-1D75-B05C-468C-F0F5CEC89938}"/>
              </a:ext>
            </a:extLst>
          </p:cNvPr>
          <p:cNvSpPr txBox="1"/>
          <p:nvPr/>
        </p:nvSpPr>
        <p:spPr>
          <a:xfrm>
            <a:off x="3148252" y="2868714"/>
            <a:ext cx="62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QM</a:t>
            </a:r>
            <a:endParaRPr lang="en-GB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085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3374-B0CA-EC71-50E6-E0D10F36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C1CF-78BA-08C7-8733-03CBFE33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Motivation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36868-FA90-CC0F-3EE8-2CA1B41C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87" y="1421778"/>
            <a:ext cx="3450772" cy="895803"/>
          </a:xfrm>
        </p:spPr>
        <p:txBody>
          <a:bodyPr/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Solution?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AF276-A54E-5756-CE80-5CBB89EE9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7FE-E4A4-69AC-A5C0-F89A6102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B486E-8035-60DB-0ABA-941A6A39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516587-3A1F-FEAF-3992-D669BBF2E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58" y="1969407"/>
            <a:ext cx="2537279" cy="2537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28795E-18A6-F1CC-5E74-F042F979E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380" y="1969409"/>
            <a:ext cx="2537277" cy="25372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50FBE6-1E7D-E162-D0BB-3279A8198258}"/>
              </a:ext>
            </a:extLst>
          </p:cNvPr>
          <p:cNvCxnSpPr/>
          <p:nvPr/>
        </p:nvCxnSpPr>
        <p:spPr>
          <a:xfrm>
            <a:off x="6778171" y="1494746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CF9900E-8460-BEEF-8219-C2404226E97F}"/>
              </a:ext>
            </a:extLst>
          </p:cNvPr>
          <p:cNvSpPr txBox="1">
            <a:spLocks/>
          </p:cNvSpPr>
          <p:nvPr/>
        </p:nvSpPr>
        <p:spPr>
          <a:xfrm>
            <a:off x="7435057" y="2389757"/>
            <a:ext cx="3545111" cy="5790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a-ES" dirty="0">
                <a:latin typeface="Bodoni MT" panose="02070603080606020203" pitchFamily="18" charset="0"/>
              </a:rPr>
              <a:t>Device-independent QKD</a:t>
            </a:r>
            <a:endParaRPr lang="en-GB" dirty="0">
              <a:latin typeface="Bodoni MT" panose="02070603080606020203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885F2F-542B-609D-9737-466E52E00213}"/>
              </a:ext>
            </a:extLst>
          </p:cNvPr>
          <p:cNvCxnSpPr>
            <a:cxnSpLocks/>
          </p:cNvCxnSpPr>
          <p:nvPr/>
        </p:nvCxnSpPr>
        <p:spPr>
          <a:xfrm>
            <a:off x="7061427" y="1969407"/>
            <a:ext cx="429237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9FFEC30-307C-02F4-BC3D-7D6AD4F7B40D}"/>
              </a:ext>
            </a:extLst>
          </p:cNvPr>
          <p:cNvCxnSpPr>
            <a:cxnSpLocks/>
          </p:cNvCxnSpPr>
          <p:nvPr/>
        </p:nvCxnSpPr>
        <p:spPr>
          <a:xfrm>
            <a:off x="2794113" y="3271157"/>
            <a:ext cx="130526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CC1F6FF-8B65-223A-F685-E52BA68350A4}"/>
              </a:ext>
            </a:extLst>
          </p:cNvPr>
          <p:cNvSpPr txBox="1"/>
          <p:nvPr/>
        </p:nvSpPr>
        <p:spPr>
          <a:xfrm>
            <a:off x="3148252" y="2868714"/>
            <a:ext cx="62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QM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C706B2D-3159-1FD1-9854-6AF98DD09C6B}"/>
              </a:ext>
            </a:extLst>
          </p:cNvPr>
          <p:cNvSpPr txBox="1">
            <a:spLocks/>
          </p:cNvSpPr>
          <p:nvPr/>
        </p:nvSpPr>
        <p:spPr>
          <a:xfrm>
            <a:off x="7482227" y="3461657"/>
            <a:ext cx="3450772" cy="609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a-ES" dirty="0">
                <a:latin typeface="Bodoni MT" panose="02070603080606020203" pitchFamily="18" charset="0"/>
              </a:rPr>
              <a:t>Entanglement source</a:t>
            </a:r>
            <a:endParaRPr lang="en-GB" dirty="0">
              <a:latin typeface="Bodoni MT" panose="02070603080606020203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FEA530-540A-F5D7-DC70-36FE74283B8E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207613" y="2968853"/>
            <a:ext cx="0" cy="4928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09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6382B-2CC4-C2E8-1173-3EFA93CA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F981-001B-3D63-B6DE-ECB82F74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Motivation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83E4E-756C-EAC6-E081-6FDE324FF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487" y="1421778"/>
            <a:ext cx="3450772" cy="895803"/>
          </a:xfrm>
        </p:spPr>
        <p:txBody>
          <a:bodyPr/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Solution?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A904-76FF-3D41-0279-E3EC085F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405AA-E966-ED2A-0669-FB236305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A5C61-5103-F286-3694-E318B9CA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24829A-0A92-79B7-F061-4295619F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58" y="1969407"/>
            <a:ext cx="2537279" cy="2537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7C0F25-2B5B-B333-FC06-B1A6DF184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380" y="1969409"/>
            <a:ext cx="2537277" cy="25372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5266AE-C6F6-199C-1E28-2967E1C3B64F}"/>
              </a:ext>
            </a:extLst>
          </p:cNvPr>
          <p:cNvCxnSpPr/>
          <p:nvPr/>
        </p:nvCxnSpPr>
        <p:spPr>
          <a:xfrm>
            <a:off x="6778171" y="1494746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4C425CB-A90D-5DB9-5EB0-1777DFDBCB09}"/>
              </a:ext>
            </a:extLst>
          </p:cNvPr>
          <p:cNvSpPr txBox="1">
            <a:spLocks/>
          </p:cNvSpPr>
          <p:nvPr/>
        </p:nvSpPr>
        <p:spPr>
          <a:xfrm>
            <a:off x="7435057" y="2389757"/>
            <a:ext cx="3545111" cy="5790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ca-ES" dirty="0">
                <a:latin typeface="Bodoni MT" panose="02070603080606020203" pitchFamily="18" charset="0"/>
              </a:rPr>
              <a:t>Device-independent QKD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89B7315-C289-78D2-A1F2-5DE4BEF3F3F6}"/>
              </a:ext>
            </a:extLst>
          </p:cNvPr>
          <p:cNvSpPr txBox="1">
            <a:spLocks/>
          </p:cNvSpPr>
          <p:nvPr/>
        </p:nvSpPr>
        <p:spPr>
          <a:xfrm>
            <a:off x="7482227" y="3461657"/>
            <a:ext cx="3450772" cy="609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a-ES" dirty="0">
                <a:latin typeface="Bodoni MT" panose="02070603080606020203" pitchFamily="18" charset="0"/>
              </a:rPr>
              <a:t>Entanglement source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9DB93D-8168-C425-3FE2-E7BA400B716D}"/>
              </a:ext>
            </a:extLst>
          </p:cNvPr>
          <p:cNvSpPr/>
          <p:nvPr/>
        </p:nvSpPr>
        <p:spPr>
          <a:xfrm>
            <a:off x="7836014" y="4722418"/>
            <a:ext cx="2743198" cy="895803"/>
          </a:xfrm>
          <a:prstGeom prst="roundRect">
            <a:avLst/>
          </a:prstGeom>
          <a:solidFill>
            <a:srgbClr val="F8F3EF"/>
          </a:solidFill>
          <a:ln w="28575">
            <a:solidFill>
              <a:srgbClr val="E1C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b="1" dirty="0">
                <a:solidFill>
                  <a:schemeClr val="tx1"/>
                </a:solidFill>
                <a:latin typeface="Bodoni MT" panose="02070603080606020203" pitchFamily="18" charset="0"/>
              </a:rPr>
              <a:t>Polarization-entangled photon source </a:t>
            </a:r>
            <a:r>
              <a:rPr lang="ca-ES" dirty="0">
                <a:solidFill>
                  <a:schemeClr val="tx1"/>
                </a:solidFill>
                <a:latin typeface="Bodoni MT" panose="02070603080606020203" pitchFamily="18" charset="0"/>
              </a:rPr>
              <a:t>(</a:t>
            </a:r>
            <a:r>
              <a:rPr lang="ca-ES" b="1" dirty="0">
                <a:solidFill>
                  <a:schemeClr val="tx1"/>
                </a:solidFill>
                <a:latin typeface="Bodoni MT" panose="02070603080606020203" pitchFamily="18" charset="0"/>
              </a:rPr>
              <a:t>EPS</a:t>
            </a:r>
            <a:r>
              <a:rPr lang="ca-ES" dirty="0">
                <a:solidFill>
                  <a:schemeClr val="tx1"/>
                </a:solidFill>
                <a:latin typeface="Bodoni MT" panose="02070603080606020203" pitchFamily="18" charset="0"/>
              </a:rPr>
              <a:t>)</a:t>
            </a:r>
            <a:endParaRPr lang="en-GB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620242-C7DC-9EDC-2300-6F3AED493C04}"/>
              </a:ext>
            </a:extLst>
          </p:cNvPr>
          <p:cNvCxnSpPr>
            <a:cxnSpLocks/>
          </p:cNvCxnSpPr>
          <p:nvPr/>
        </p:nvCxnSpPr>
        <p:spPr>
          <a:xfrm>
            <a:off x="7061427" y="1969407"/>
            <a:ext cx="429237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4255E9-3A04-1787-1274-FDC56D8E4DCC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9207613" y="2968853"/>
            <a:ext cx="0" cy="4928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99A47F2-8014-150D-4BCE-431F8829D3B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207613" y="4071146"/>
            <a:ext cx="0" cy="49450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C53C92-D69E-8FE8-29CF-D769E97B67A6}"/>
              </a:ext>
            </a:extLst>
          </p:cNvPr>
          <p:cNvCxnSpPr>
            <a:cxnSpLocks/>
          </p:cNvCxnSpPr>
          <p:nvPr/>
        </p:nvCxnSpPr>
        <p:spPr>
          <a:xfrm>
            <a:off x="2794113" y="3271157"/>
            <a:ext cx="130526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F16A571-3642-8521-10D1-3873F7C56879}"/>
              </a:ext>
            </a:extLst>
          </p:cNvPr>
          <p:cNvSpPr txBox="1"/>
          <p:nvPr/>
        </p:nvSpPr>
        <p:spPr>
          <a:xfrm>
            <a:off x="3148252" y="2868714"/>
            <a:ext cx="62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QM</a:t>
            </a:r>
            <a:endParaRPr lang="en-GB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01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73D3-DA81-945C-00C3-32FEB45E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BA40-0428-C19A-8942-0EDA08B5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State of the art</a:t>
            </a:r>
            <a:endParaRPr lang="en-GB" dirty="0">
              <a:latin typeface="Bodoni MT" panose="02070603080606020203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5EB81AF-3006-0F82-C189-D5D436589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3" t="5201" r="589" b="21989"/>
          <a:stretch>
            <a:fillRect/>
          </a:stretch>
        </p:blipFill>
        <p:spPr>
          <a:xfrm>
            <a:off x="3229076" y="1787131"/>
            <a:ext cx="2536077" cy="18144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B25BD-9086-9BF3-D048-FAFA3BA8A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0B595-9E1B-A055-F601-5E031EE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F6C3-36C2-8B39-8817-5E79BBA2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9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B0D2A1-59F3-68F3-65B4-9FEBDDBEC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8" b="14343"/>
          <a:stretch>
            <a:fillRect/>
          </a:stretch>
        </p:blipFill>
        <p:spPr>
          <a:xfrm>
            <a:off x="765221" y="1579768"/>
            <a:ext cx="1875197" cy="22291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3DF064-44CE-A31D-85DE-B2E5E40B5960}"/>
              </a:ext>
            </a:extLst>
          </p:cNvPr>
          <p:cNvSpPr txBox="1"/>
          <p:nvPr/>
        </p:nvSpPr>
        <p:spPr>
          <a:xfrm>
            <a:off x="3056861" y="3647316"/>
            <a:ext cx="2826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Chen, Changjia et al. CLEO) (2018): 1-2.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27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AEDA-E0B9-89DF-F2E9-13209B19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08FA-DBAE-6B78-DBB0-F5B7C01A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State of the art</a:t>
            </a:r>
            <a:endParaRPr lang="en-GB" dirty="0">
              <a:latin typeface="Bodoni MT" panose="02070603080606020203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369D3A2-A8F7-3129-4D49-02B9CBFAD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3" t="5201" r="589" b="21989"/>
          <a:stretch>
            <a:fillRect/>
          </a:stretch>
        </p:blipFill>
        <p:spPr>
          <a:xfrm>
            <a:off x="3229076" y="1787131"/>
            <a:ext cx="2536077" cy="18144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2A680-92E0-B28A-9687-ADD3C342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0ACC9-3C69-C3F2-2382-84C0ECED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D289E-9E6A-7AF5-CFE4-73323AC04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10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B566A5-EF95-B877-0125-069C96D4E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8" b="14343"/>
          <a:stretch>
            <a:fillRect/>
          </a:stretch>
        </p:blipFill>
        <p:spPr>
          <a:xfrm>
            <a:off x="765221" y="1579768"/>
            <a:ext cx="1875197" cy="2229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031E13-9A7B-C1AF-204C-AF41E554F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79" y="1718825"/>
            <a:ext cx="1951074" cy="19510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C99200-E0AA-3008-AC35-F7C922B6BA60}"/>
                  </a:ext>
                </a:extLst>
              </p:cNvPr>
              <p:cNvSpPr txBox="1"/>
              <p:nvPr/>
            </p:nvSpPr>
            <p:spPr>
              <a:xfrm>
                <a:off x="9691577" y="2065879"/>
                <a:ext cx="18341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ca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a-E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ca-E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ca-ES" b="0" dirty="0">
                    <a:latin typeface="Bodoni MT" panose="02070603080606020203" pitchFamily="18" charset="0"/>
                  </a:rPr>
                  <a:t> </a:t>
                </a:r>
                <a:r>
                  <a:rPr lang="ca-ES" dirty="0">
                    <a:latin typeface="Bodoni MT" panose="02070603080606020203" pitchFamily="18" charset="0"/>
                  </a:rPr>
                  <a:t>–  </a:t>
                </a:r>
                <a:r>
                  <a:rPr lang="ca-ES" b="0" dirty="0">
                    <a:latin typeface="Bodoni MT" panose="02070603080606020203" pitchFamily="18" charset="0"/>
                  </a:rPr>
                  <a:t>SPDC</a:t>
                </a:r>
              </a:p>
              <a:p>
                <a:endParaRPr lang="en-GB" dirty="0">
                  <a:latin typeface="Bodoni MT" panose="02070603080606020203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ca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a-E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ca-ES" dirty="0">
                    <a:latin typeface="Bodoni MT" panose="02070603080606020203" pitchFamily="18" charset="0"/>
                  </a:rPr>
                  <a:t> – </a:t>
                </a:r>
                <a:r>
                  <a:rPr lang="ca-ES" b="0" dirty="0">
                    <a:latin typeface="Bodoni MT" panose="02070603080606020203" pitchFamily="18" charset="0"/>
                  </a:rPr>
                  <a:t> SFWM</a:t>
                </a:r>
              </a:p>
              <a:p>
                <a:endParaRPr lang="en-GB" dirty="0">
                  <a:latin typeface="Bodoni MT" panose="02070603080606020203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C99200-E0AA-3008-AC35-F7C922B6B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577" y="2065879"/>
                <a:ext cx="1834117" cy="1200329"/>
              </a:xfrm>
              <a:prstGeom prst="rect">
                <a:avLst/>
              </a:prstGeom>
              <a:blipFill>
                <a:blip r:embed="rId5"/>
                <a:stretch>
                  <a:fillRect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3A72DD0-A26A-3C1F-CD34-B317032B6815}"/>
              </a:ext>
            </a:extLst>
          </p:cNvPr>
          <p:cNvSpPr txBox="1"/>
          <p:nvPr/>
        </p:nvSpPr>
        <p:spPr>
          <a:xfrm>
            <a:off x="3056861" y="3647316"/>
            <a:ext cx="2826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Chen, Changjia et al. CLEO) (2018): 1-2.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48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6B808-0E84-F2B6-3EDB-5C43D2F5B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6043-CB8C-DDA5-C793-D8090524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State of the art</a:t>
            </a:r>
            <a:endParaRPr lang="en-GB" dirty="0">
              <a:latin typeface="Bodoni MT" panose="02070603080606020203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B13FDE-306E-C13C-8435-58B468828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73" t="5201" r="589" b="21989"/>
          <a:stretch>
            <a:fillRect/>
          </a:stretch>
        </p:blipFill>
        <p:spPr>
          <a:xfrm>
            <a:off x="3229076" y="1787131"/>
            <a:ext cx="2536077" cy="18144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F6D51-5522-F59A-CC09-DF97F731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B6DA3-2905-85BE-DDDD-C112297A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C6528-00ED-8E4F-0419-BC7C56DA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11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9CDFAC-1AB7-3927-EDF5-6117DE1FB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8" b="14343"/>
          <a:stretch>
            <a:fillRect/>
          </a:stretch>
        </p:blipFill>
        <p:spPr>
          <a:xfrm>
            <a:off x="765221" y="1579768"/>
            <a:ext cx="1875197" cy="2229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BFB00C-F72A-DE74-001F-F81EE0903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79" y="1718825"/>
            <a:ext cx="1951074" cy="19510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1C9B17-F109-2CE7-9373-846C52CA5141}"/>
                  </a:ext>
                </a:extLst>
              </p:cNvPr>
              <p:cNvSpPr txBox="1"/>
              <p:nvPr/>
            </p:nvSpPr>
            <p:spPr>
              <a:xfrm>
                <a:off x="9691577" y="2065879"/>
                <a:ext cx="183411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ca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a-E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ca-E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ca-ES" b="0" dirty="0">
                    <a:latin typeface="Bodoni MT" panose="02070603080606020203" pitchFamily="18" charset="0"/>
                  </a:rPr>
                  <a:t> </a:t>
                </a:r>
                <a:r>
                  <a:rPr lang="ca-ES" dirty="0">
                    <a:latin typeface="Bodoni MT" panose="02070603080606020203" pitchFamily="18" charset="0"/>
                  </a:rPr>
                  <a:t>–  </a:t>
                </a:r>
                <a:r>
                  <a:rPr lang="ca-ES" b="0" dirty="0">
                    <a:latin typeface="Bodoni MT" panose="02070603080606020203" pitchFamily="18" charset="0"/>
                  </a:rPr>
                  <a:t>SPDC</a:t>
                </a:r>
              </a:p>
              <a:p>
                <a:endParaRPr lang="en-GB" dirty="0">
                  <a:latin typeface="Bodoni MT" panose="02070603080606020203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ca-E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a-ES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ca-ES" dirty="0">
                    <a:latin typeface="Bodoni MT" panose="02070603080606020203" pitchFamily="18" charset="0"/>
                  </a:rPr>
                  <a:t> – </a:t>
                </a:r>
                <a:r>
                  <a:rPr lang="ca-ES" b="0" dirty="0">
                    <a:latin typeface="Bodoni MT" panose="02070603080606020203" pitchFamily="18" charset="0"/>
                  </a:rPr>
                  <a:t> SFWM</a:t>
                </a:r>
              </a:p>
              <a:p>
                <a:endParaRPr lang="en-GB" dirty="0">
                  <a:latin typeface="Bodoni MT" panose="02070603080606020203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1C9B17-F109-2CE7-9373-846C52CA5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577" y="2065879"/>
                <a:ext cx="1834117" cy="1200329"/>
              </a:xfrm>
              <a:prstGeom prst="rect">
                <a:avLst/>
              </a:prstGeom>
              <a:blipFill>
                <a:blip r:embed="rId5"/>
                <a:stretch>
                  <a:fillRect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372B9-6D5D-4448-6D9B-6C833ACB94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55924" y="4660483"/>
              <a:ext cx="8080151" cy="128524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40442">
                      <a:extLst>
                        <a:ext uri="{9D8B030D-6E8A-4147-A177-3AD203B41FA5}">
                          <a16:colId xmlns:a16="http://schemas.microsoft.com/office/drawing/2014/main" val="3428887757"/>
                        </a:ext>
                      </a:extLst>
                    </a:gridCol>
                    <a:gridCol w="3152553">
                      <a:extLst>
                        <a:ext uri="{9D8B030D-6E8A-4147-A177-3AD203B41FA5}">
                          <a16:colId xmlns:a16="http://schemas.microsoft.com/office/drawing/2014/main" val="4265827885"/>
                        </a:ext>
                      </a:extLst>
                    </a:gridCol>
                    <a:gridCol w="2987156">
                      <a:extLst>
                        <a:ext uri="{9D8B030D-6E8A-4147-A177-3AD203B41FA5}">
                          <a16:colId xmlns:a16="http://schemas.microsoft.com/office/drawing/2014/main" val="33495594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a-ES" dirty="0">
                              <a:latin typeface="Bodoni MT" panose="02070603080606020203" pitchFamily="18" charset="0"/>
                            </a:rPr>
                            <a:t>TFLN</a:t>
                          </a:r>
                          <a:endParaRPr lang="en-GB" dirty="0">
                            <a:latin typeface="Bodoni MT" panose="02070603080606020203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a-ES" dirty="0">
                              <a:latin typeface="Bodoni MT" panose="02070603080606020203" pitchFamily="18" charset="0"/>
                            </a:rPr>
                            <a:t>AlGaAs</a:t>
                          </a:r>
                          <a:endParaRPr lang="en-GB" dirty="0">
                            <a:latin typeface="Bodoni MT" panose="02070603080606020203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a-ES" dirty="0">
                              <a:latin typeface="Bodoni MT" panose="02070603080606020203" pitchFamily="18" charset="0"/>
                            </a:rPr>
                            <a:t>Silicon (SOI)</a:t>
                          </a:r>
                          <a:endParaRPr lang="en-GB" dirty="0">
                            <a:latin typeface="Bodoni MT" panose="02070603080606020203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9868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ca-E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ca-ES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ca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ca-ES" b="0" dirty="0">
                              <a:latin typeface="+mn-lt"/>
                            </a:rPr>
                            <a:t> </a:t>
                          </a:r>
                        </a:p>
                        <a:p>
                          <a:pPr algn="ctr"/>
                          <a:r>
                            <a:rPr lang="ca-ES" b="0" dirty="0">
                              <a:latin typeface="+mn-lt"/>
                            </a:rPr>
                            <a:t>Not CMOS</a:t>
                          </a:r>
                        </a:p>
                        <a:p>
                          <a:pPr algn="ctr"/>
                          <a:r>
                            <a:rPr lang="ca-ES" b="0" dirty="0">
                              <a:latin typeface="+mn-lt"/>
                            </a:rPr>
                            <a:t>Not scalable</a:t>
                          </a:r>
                          <a:endParaRPr lang="en-GB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8F3EF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ca-E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ca-ES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ca-E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ca-ES" b="0" dirty="0">
                              <a:latin typeface="+mn-lt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ca-E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ca-ES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ca-ES" b="0" dirty="0">
                              <a:latin typeface="+mn-lt"/>
                            </a:rPr>
                            <a:t>  </a:t>
                          </a:r>
                        </a:p>
                        <a:p>
                          <a:pPr algn="ctr"/>
                          <a:r>
                            <a:rPr lang="ca-ES" b="0" dirty="0">
                              <a:latin typeface="+mn-lt"/>
                            </a:rPr>
                            <a:t>Not CMOS</a:t>
                          </a:r>
                        </a:p>
                        <a:p>
                          <a:pPr algn="ctr"/>
                          <a:r>
                            <a:rPr lang="ca-ES" b="0" dirty="0">
                              <a:latin typeface="+mn-lt"/>
                            </a:rPr>
                            <a:t>Polarization-dependent loss</a:t>
                          </a:r>
                        </a:p>
                      </a:txBody>
                      <a:tcPr>
                        <a:solidFill>
                          <a:srgbClr val="F8F3EF">
                            <a:alpha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ca-E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ca-ES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ca-E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ca-ES" b="0" dirty="0">
                            <a:latin typeface="+mn-lt"/>
                          </a:endParaRPr>
                        </a:p>
                        <a:p>
                          <a:pPr algn="ctr"/>
                          <a:r>
                            <a:rPr lang="ca-ES" b="0" dirty="0">
                              <a:latin typeface="+mn-lt"/>
                            </a:rPr>
                            <a:t>CMOS</a:t>
                          </a:r>
                        </a:p>
                        <a:p>
                          <a:pPr algn="ctr"/>
                          <a:r>
                            <a:rPr lang="ca-ES" b="0" dirty="0">
                              <a:latin typeface="+mn-lt"/>
                            </a:rPr>
                            <a:t>Mature manufacturization </a:t>
                          </a:r>
                          <a:endParaRPr lang="en-GB" dirty="0">
                            <a:latin typeface="+mn-lt"/>
                          </a:endParaRPr>
                        </a:p>
                      </a:txBody>
                      <a:tcPr>
                        <a:solidFill>
                          <a:srgbClr val="F8F3EF">
                            <a:alpha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066139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372B9-6D5D-4448-6D9B-6C833ACB94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55924" y="4660483"/>
              <a:ext cx="8080151" cy="128524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940442">
                      <a:extLst>
                        <a:ext uri="{9D8B030D-6E8A-4147-A177-3AD203B41FA5}">
                          <a16:colId xmlns:a16="http://schemas.microsoft.com/office/drawing/2014/main" val="3428887757"/>
                        </a:ext>
                      </a:extLst>
                    </a:gridCol>
                    <a:gridCol w="3152553">
                      <a:extLst>
                        <a:ext uri="{9D8B030D-6E8A-4147-A177-3AD203B41FA5}">
                          <a16:colId xmlns:a16="http://schemas.microsoft.com/office/drawing/2014/main" val="4265827885"/>
                        </a:ext>
                      </a:extLst>
                    </a:gridCol>
                    <a:gridCol w="2987156">
                      <a:extLst>
                        <a:ext uri="{9D8B030D-6E8A-4147-A177-3AD203B41FA5}">
                          <a16:colId xmlns:a16="http://schemas.microsoft.com/office/drawing/2014/main" val="33495594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a-ES" dirty="0">
                              <a:latin typeface="Bodoni MT" panose="02070603080606020203" pitchFamily="18" charset="0"/>
                            </a:rPr>
                            <a:t>TFLN</a:t>
                          </a:r>
                          <a:endParaRPr lang="en-GB" dirty="0">
                            <a:latin typeface="Bodoni MT" panose="02070603080606020203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a-ES" dirty="0">
                              <a:latin typeface="Bodoni MT" panose="02070603080606020203" pitchFamily="18" charset="0"/>
                            </a:rPr>
                            <a:t>AlGaAs</a:t>
                          </a:r>
                          <a:endParaRPr lang="en-GB" dirty="0">
                            <a:latin typeface="Bodoni MT" panose="02070603080606020203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ca-ES" dirty="0">
                              <a:latin typeface="Bodoni MT" panose="02070603080606020203" pitchFamily="18" charset="0"/>
                            </a:rPr>
                            <a:t>Silicon (SOI)</a:t>
                          </a:r>
                          <a:endParaRPr lang="en-GB" dirty="0">
                            <a:latin typeface="Bodoni MT" panose="02070603080606020203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986842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t="-43709" r="-317296" b="-10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1390" t="-43709" r="-94788" b="-10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70612" t="-43709" r="-204" b="-105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066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E225AF5-908E-6ACD-25B1-574E7DC875E1}"/>
              </a:ext>
            </a:extLst>
          </p:cNvPr>
          <p:cNvSpPr txBox="1"/>
          <p:nvPr/>
        </p:nvSpPr>
        <p:spPr>
          <a:xfrm>
            <a:off x="3056861" y="3647316"/>
            <a:ext cx="28264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>
                <a:solidFill>
                  <a:schemeClr val="bg1">
                    <a:lumMod val="50000"/>
                  </a:schemeClr>
                </a:solidFill>
              </a:rPr>
              <a:t>Chen, Changjia et al. CLEO) (2018): 1-2.</a:t>
            </a:r>
            <a:endParaRPr lang="en-GB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287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692E-5F9C-57F4-E48D-D18235D5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A04C-B436-A130-A10A-5F09AF54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State of the art (silicon)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EA24-2D98-E510-BCE3-5B4F5B9B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AA4E0-DDE3-FF64-F8E3-76EDDA00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2E62D-977F-E2C0-37C3-9252DF86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12</a:t>
            </a:fld>
            <a:endParaRPr lang="en-GB" dirty="0"/>
          </a:p>
        </p:txBody>
      </p:sp>
      <p:pic>
        <p:nvPicPr>
          <p:cNvPr id="7" name="Picture 6" descr="Micromachines Free FullText Demonstration of UltraHighQ Silicon">
            <a:extLst>
              <a:ext uri="{FF2B5EF4-FFF2-40B4-BE49-F238E27FC236}">
                <a16:creationId xmlns:a16="http://schemas.microsoft.com/office/drawing/2014/main" id="{F0DD1C63-9C5F-955D-3628-6CC1AC917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553" t="5957" r="39793" b="-5957"/>
          <a:stretch>
            <a:fillRect/>
          </a:stretch>
        </p:blipFill>
        <p:spPr>
          <a:xfrm>
            <a:off x="-1560487" y="2080707"/>
            <a:ext cx="5141887" cy="2944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99089B-7D20-80E9-E1BF-2D0BAD43A56B}"/>
              </a:ext>
            </a:extLst>
          </p:cNvPr>
          <p:cNvSpPr txBox="1"/>
          <p:nvPr/>
        </p:nvSpPr>
        <p:spPr>
          <a:xfrm>
            <a:off x="1586345" y="1619042"/>
            <a:ext cx="1246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400" b="1" dirty="0">
                <a:latin typeface="Bodoni MT" panose="02070603080606020203" pitchFamily="18" charset="0"/>
              </a:rPr>
              <a:t>MRR</a:t>
            </a:r>
            <a:endParaRPr lang="en-GB" sz="2400" b="1" dirty="0">
              <a:latin typeface="Bodoni MT" panose="020706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B88D2-3E78-863A-9D43-6E2273C79582}"/>
              </a:ext>
            </a:extLst>
          </p:cNvPr>
          <p:cNvSpPr txBox="1"/>
          <p:nvPr/>
        </p:nvSpPr>
        <p:spPr>
          <a:xfrm>
            <a:off x="1116117" y="4777294"/>
            <a:ext cx="171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https://asktheman.xyz/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5B26FD2-AB2B-F667-0290-310C2679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420511"/>
              </p:ext>
            </p:extLst>
          </p:nvPr>
        </p:nvGraphicFramePr>
        <p:xfrm>
          <a:off x="3838898" y="2915920"/>
          <a:ext cx="8127999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958645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5703827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62420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a-ES" dirty="0">
                          <a:solidFill>
                            <a:sysClr val="windowText" lastClr="000000"/>
                          </a:solidFill>
                          <a:latin typeface="Bodoni MT" panose="02070603080606020203" pitchFamily="18" charset="0"/>
                        </a:rPr>
                        <a:t>Matsuda et al.</a:t>
                      </a:r>
                      <a:endParaRPr lang="en-GB" dirty="0">
                        <a:solidFill>
                          <a:sysClr val="windowText" lastClr="000000"/>
                        </a:solidFill>
                        <a:latin typeface="Bodoni MT" panose="02070603080606020203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  <a:latin typeface="Bodoni MT" panose="02070603080606020203" pitchFamily="18" charset="0"/>
                        </a:rPr>
                        <a:t>Zhang et 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  <a:latin typeface="Bodoni MT" panose="02070603080606020203" pitchFamily="18" charset="0"/>
                        </a:rPr>
                        <a:t>Jing Suo et al.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64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No MRR</a:t>
                      </a:r>
                    </a:p>
                    <a:p>
                      <a:pPr algn="ctr"/>
                      <a:r>
                        <a:rPr lang="ca-ES" dirty="0"/>
                        <a:t>Single pass waveguide</a:t>
                      </a:r>
                      <a:endParaRPr lang="en-GB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Two MRRs</a:t>
                      </a:r>
                    </a:p>
                    <a:p>
                      <a:pPr algn="ctr"/>
                      <a:r>
                        <a:rPr lang="ca-ES" dirty="0"/>
                        <a:t>Active thermal tuning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Hybrid</a:t>
                      </a:r>
                      <a:br>
                        <a:rPr lang="ca-ES" dirty="0"/>
                      </a:br>
                      <a:r>
                        <a:rPr lang="ca-ES" dirty="0"/>
                        <a:t>Sagnac off-chip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276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FEA7368-99B3-D0B0-6F22-E1B0276E545C}"/>
              </a:ext>
            </a:extLst>
          </p:cNvPr>
          <p:cNvSpPr txBox="1"/>
          <p:nvPr/>
        </p:nvSpPr>
        <p:spPr>
          <a:xfrm>
            <a:off x="4870824" y="4769224"/>
            <a:ext cx="2284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Ref</a:t>
            </a:r>
          </a:p>
          <a:p>
            <a:r>
              <a:rPr lang="ca-ES" dirty="0"/>
              <a:t>Figuras de los papers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0077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9A99-87F2-30D4-98FD-FE5E2BFD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AB7C0-AF43-C531-C350-15717EF0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Bottleneck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91D08-75CF-EEC0-7698-3014350D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6316" cy="4351338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Too complex</a:t>
            </a:r>
          </a:p>
          <a:p>
            <a:r>
              <a:rPr lang="ca-ES" dirty="0">
                <a:latin typeface="Bodoni MT" panose="02070603080606020203" pitchFamily="18" charset="0"/>
              </a:rPr>
              <a:t>High production costs</a:t>
            </a:r>
          </a:p>
          <a:p>
            <a:r>
              <a:rPr lang="ca-ES" dirty="0">
                <a:latin typeface="Bodoni MT" panose="02070603080606020203" pitchFamily="18" charset="0"/>
              </a:rPr>
              <a:t>Not easily scalable</a:t>
            </a:r>
            <a:endParaRPr lang="en-GB" dirty="0"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34532-67C6-D0BC-24A6-0E9D0536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22556-2454-A5FE-DAB1-0DDFB275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50AF8-5DE8-68B0-5F8C-08BAD5B9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13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1F8A66-8CA4-0918-B7BB-D787B2600FB2}"/>
              </a:ext>
            </a:extLst>
          </p:cNvPr>
          <p:cNvSpPr txBox="1">
            <a:spLocks/>
          </p:cNvSpPr>
          <p:nvPr/>
        </p:nvSpPr>
        <p:spPr>
          <a:xfrm>
            <a:off x="6243084" y="1825625"/>
            <a:ext cx="4196316" cy="2597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" b="1" dirty="0">
                <a:latin typeface="Bodoni MT" panose="02070603080606020203" pitchFamily="18" charset="0"/>
              </a:rPr>
              <a:t>The gap</a:t>
            </a:r>
            <a:r>
              <a:rPr lang="ca-ES" dirty="0">
                <a:latin typeface="Bodoni MT" panose="02070603080606020203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ca-ES" dirty="0">
                <a:solidFill>
                  <a:schemeClr val="accent4">
                    <a:lumMod val="75000"/>
                  </a:schemeClr>
                </a:solidFill>
                <a:latin typeface="Bodoni MT" panose="02070603080606020203" pitchFamily="18" charset="0"/>
              </a:rPr>
              <a:t>Entirely on-chip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ca-ES" dirty="0">
                <a:solidFill>
                  <a:schemeClr val="accent6">
                    <a:lumMod val="75000"/>
                  </a:schemeClr>
                </a:solidFill>
                <a:latin typeface="Bodoni MT" panose="02070603080606020203" pitchFamily="18" charset="0"/>
              </a:rPr>
              <a:t>Passively stable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ca-ES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CMOS-compatible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756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9A4DF-67DB-FA54-B7D7-41A52379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E114-03BE-2834-1FE0-2A6EA55E8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Bottleneck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4755-A458-41F5-F3C0-9C21F5302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6316" cy="4351338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More complex</a:t>
            </a:r>
          </a:p>
          <a:p>
            <a:r>
              <a:rPr lang="ca-ES" dirty="0">
                <a:latin typeface="Bodoni MT" panose="02070603080606020203" pitchFamily="18" charset="0"/>
              </a:rPr>
              <a:t>High production costs</a:t>
            </a:r>
          </a:p>
          <a:p>
            <a:r>
              <a:rPr lang="ca-ES" dirty="0">
                <a:latin typeface="Bodoni MT" panose="02070603080606020203" pitchFamily="18" charset="0"/>
              </a:rPr>
              <a:t>Less scalable</a:t>
            </a:r>
            <a:endParaRPr lang="en-GB" dirty="0"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AE738-5297-2E3A-1992-0826A791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01283-57FD-7B48-BDCC-E54FD7BB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06B8C-D2A7-B4CC-3642-4348455A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14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B6B4E6-5C22-D603-FCCC-00DAD1A2E3AB}"/>
              </a:ext>
            </a:extLst>
          </p:cNvPr>
          <p:cNvSpPr txBox="1">
            <a:spLocks/>
          </p:cNvSpPr>
          <p:nvPr/>
        </p:nvSpPr>
        <p:spPr>
          <a:xfrm>
            <a:off x="6243084" y="1825625"/>
            <a:ext cx="4196316" cy="2597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" b="1" dirty="0">
                <a:latin typeface="Bodoni MT" panose="02070603080606020203" pitchFamily="18" charset="0"/>
              </a:rPr>
              <a:t>The gap</a:t>
            </a:r>
            <a:r>
              <a:rPr lang="ca-ES" dirty="0">
                <a:latin typeface="Bodoni MT" panose="02070603080606020203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ca-ES" dirty="0">
                <a:solidFill>
                  <a:schemeClr val="accent4">
                    <a:lumMod val="75000"/>
                  </a:schemeClr>
                </a:solidFill>
                <a:latin typeface="Bodoni MT" panose="02070603080606020203" pitchFamily="18" charset="0"/>
              </a:rPr>
              <a:t>Entirely on-chip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ca-ES" dirty="0">
                <a:solidFill>
                  <a:schemeClr val="accent6">
                    <a:lumMod val="75000"/>
                  </a:schemeClr>
                </a:solidFill>
                <a:latin typeface="Bodoni MT" panose="02070603080606020203" pitchFamily="18" charset="0"/>
              </a:rPr>
              <a:t>Passively stable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ca-ES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CMOS-compatible</a:t>
            </a:r>
            <a:endParaRPr lang="en-GB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ED24EA-5304-211C-BB02-F8ACFB4F4999}"/>
              </a:ext>
            </a:extLst>
          </p:cNvPr>
          <p:cNvSpPr/>
          <p:nvPr/>
        </p:nvSpPr>
        <p:spPr>
          <a:xfrm>
            <a:off x="466946" y="4643142"/>
            <a:ext cx="11258107" cy="824023"/>
          </a:xfrm>
          <a:prstGeom prst="roundRect">
            <a:avLst/>
          </a:prstGeom>
          <a:solidFill>
            <a:srgbClr val="F8F3EF"/>
          </a:solidFill>
          <a:ln>
            <a:solidFill>
              <a:srgbClr val="E1CBB9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a-ES" sz="2600" dirty="0">
                <a:solidFill>
                  <a:schemeClr val="accent4">
                    <a:lumMod val="75000"/>
                  </a:schemeClr>
                </a:solidFill>
                <a:latin typeface="Bodoni MT" panose="02070603080606020203" pitchFamily="18" charset="0"/>
              </a:rPr>
              <a:t>Monolithically integrated </a:t>
            </a:r>
            <a:r>
              <a:rPr lang="ca-ES" sz="2600" dirty="0">
                <a:latin typeface="Bodoni MT" panose="02070603080606020203" pitchFamily="18" charset="0"/>
              </a:rPr>
              <a:t>polarization-entangled EPS on </a:t>
            </a:r>
            <a:r>
              <a:rPr lang="ca-ES" sz="2600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SOI</a:t>
            </a:r>
            <a:r>
              <a:rPr lang="ca-ES" sz="2600" dirty="0">
                <a:latin typeface="Bodoni MT" panose="02070603080606020203" pitchFamily="18" charset="0"/>
              </a:rPr>
              <a:t>, </a:t>
            </a:r>
            <a:r>
              <a:rPr lang="ca-ES" sz="2600" dirty="0">
                <a:solidFill>
                  <a:schemeClr val="accent6">
                    <a:lumMod val="75000"/>
                  </a:schemeClr>
                </a:solidFill>
                <a:latin typeface="Bodoni MT" panose="02070603080606020203" pitchFamily="18" charset="0"/>
              </a:rPr>
              <a:t>stable by design</a:t>
            </a:r>
            <a:endParaRPr lang="en-GB" sz="2600" dirty="0">
              <a:solidFill>
                <a:schemeClr val="accent6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54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4E78-DDFE-43A8-B8DB-61D45F85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D8BE-3F70-BD5F-0605-EB5904DC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7720"/>
            <a:ext cx="10515600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Thesis</a:t>
            </a:r>
            <a:br>
              <a:rPr lang="ca-ES" dirty="0">
                <a:latin typeface="Bodoni MT" panose="02070603080606020203" pitchFamily="18" charset="0"/>
              </a:rPr>
            </a:br>
            <a:r>
              <a:rPr lang="ca-ES" dirty="0">
                <a:latin typeface="Bodoni MT" panose="02070603080606020203" pitchFamily="18" charset="0"/>
              </a:rPr>
              <a:t>objectives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BAD7F-2818-0299-36D0-9EDF99C2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7DB65-3F70-6A32-9D29-4EFB1181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EBE0F-E0E2-D23D-DB1C-B92843C3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15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0BB319-B3EA-C32B-2520-518ADD718B57}"/>
              </a:ext>
            </a:extLst>
          </p:cNvPr>
          <p:cNvSpPr txBox="1">
            <a:spLocks/>
          </p:cNvSpPr>
          <p:nvPr/>
        </p:nvSpPr>
        <p:spPr>
          <a:xfrm>
            <a:off x="5733606" y="2085312"/>
            <a:ext cx="5753987" cy="2470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ca-ES" dirty="0">
                <a:latin typeface="Bodoni MT" panose="02070603080606020203" pitchFamily="18" charset="0"/>
              </a:rPr>
              <a:t>Construction of PIC setup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ca-ES" dirty="0">
                <a:latin typeface="Bodoni MT" panose="02070603080606020203" pitchFamily="18" charset="0"/>
              </a:rPr>
              <a:t>Classical characterization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ca-ES" dirty="0">
                <a:latin typeface="Bodoni MT" panose="02070603080606020203" pitchFamily="18" charset="0"/>
              </a:rPr>
              <a:t>Quantum light generation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ca-ES" dirty="0">
                <a:latin typeface="Bodoni MT" panose="02070603080606020203" pitchFamily="18" charset="0"/>
              </a:rPr>
              <a:t>Entanglement certification</a:t>
            </a:r>
            <a:endParaRPr lang="en-GB" dirty="0">
              <a:latin typeface="Bodoni MT" panose="02070603080606020203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09D2CE-E1D7-4F7A-A217-8B2DB07324D4}"/>
              </a:ext>
            </a:extLst>
          </p:cNvPr>
          <p:cNvCxnSpPr/>
          <p:nvPr/>
        </p:nvCxnSpPr>
        <p:spPr>
          <a:xfrm>
            <a:off x="4337999" y="920588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702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8B622-BB25-EAEA-40A7-9E1A0C70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CEBA2-998D-7480-712A-A0EDC5C11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b="1" dirty="0"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7988D-5F8A-E33A-0C0D-DFFDB033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E4D83-2086-F92C-58C4-AA2D8E60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E359F-40B5-C650-E951-46699F6E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16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2E18B0-9B83-B4A0-6985-6EC95DF21F82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729883-BC43-AEAB-C488-C26E1C977A09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834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772B5-B5E2-620F-2AC9-9A0694D8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8EDD-9D94-3ED3-F162-345A99C6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Photonic integrated circuit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3F155-0350-9E45-6DFD-5E3DF60E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32181" cy="4351338"/>
          </a:xfrm>
        </p:spPr>
        <p:txBody>
          <a:bodyPr/>
          <a:lstStyle/>
          <a:p>
            <a:pPr marL="0" indent="0">
              <a:buNone/>
            </a:pP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B7EFB-3EAA-A90C-92CC-97A323A3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83D7-3FEF-31FD-D0D9-089B2286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6EA1E-4ABA-FF88-F38F-B1061475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17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C661E79-C870-1D8B-65CA-E62D320CD167}"/>
              </a:ext>
            </a:extLst>
          </p:cNvPr>
          <p:cNvGrpSpPr/>
          <p:nvPr/>
        </p:nvGrpSpPr>
        <p:grpSpPr>
          <a:xfrm>
            <a:off x="774404" y="2248897"/>
            <a:ext cx="6795977" cy="2801568"/>
            <a:chOff x="1732311" y="2336419"/>
            <a:chExt cx="7841820" cy="318089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A6C1C54-FFEA-3D9F-F902-B26322389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2311" y="2336419"/>
              <a:ext cx="7841820" cy="31808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EE0E4F-FB59-0D6E-9227-80941D418E2A}"/>
                </a:ext>
              </a:extLst>
            </p:cNvPr>
            <p:cNvSpPr txBox="1"/>
            <p:nvPr/>
          </p:nvSpPr>
          <p:spPr>
            <a:xfrm>
              <a:off x="5224862" y="3545468"/>
              <a:ext cx="25223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sz="2800" dirty="0">
                  <a:latin typeface="Bodoni MT" panose="02070603080606020203" pitchFamily="18" charset="0"/>
                  <a:cs typeface="Biome Light" panose="020B0502040204020203" pitchFamily="34" charset="0"/>
                </a:rPr>
                <a:t>Sagnac loop</a:t>
              </a:r>
              <a:endParaRPr lang="en-GB" sz="2800" dirty="0">
                <a:latin typeface="Bodoni MT" panose="02070603080606020203" pitchFamily="18" charset="0"/>
                <a:cs typeface="Biome Light" panose="020B0502040204020203" pitchFamily="34" charset="0"/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6BCBAAE-9386-8580-C86E-425CEC310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637" y="136525"/>
            <a:ext cx="2252816" cy="225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97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0913-30E5-A33C-0B6A-3E183C44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32C6-7E5A-5A19-5450-8830BBC6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Photonic integrated circuit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126D9-2478-D375-7EBB-BAB972FF3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32181" cy="4351338"/>
          </a:xfrm>
        </p:spPr>
        <p:txBody>
          <a:bodyPr/>
          <a:lstStyle/>
          <a:p>
            <a:pPr marL="0" indent="0">
              <a:buNone/>
            </a:pP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E82EB-7454-B0BA-3021-47910356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40FD8-5C7B-2AC0-BA4A-2B66807B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58A51-7B0E-86B3-2C6E-92E73BA4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18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9C7F53-7267-F692-4CBE-60E27C0F4859}"/>
              </a:ext>
            </a:extLst>
          </p:cNvPr>
          <p:cNvGrpSpPr/>
          <p:nvPr/>
        </p:nvGrpSpPr>
        <p:grpSpPr>
          <a:xfrm>
            <a:off x="774404" y="2248897"/>
            <a:ext cx="6795977" cy="2801568"/>
            <a:chOff x="1732311" y="2336419"/>
            <a:chExt cx="7841820" cy="318089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A5FA056-512B-8005-98DE-DE44F10FC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2311" y="2336419"/>
              <a:ext cx="7841820" cy="31808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227B77-39B6-2AD4-DD92-15967778D59F}"/>
                </a:ext>
              </a:extLst>
            </p:cNvPr>
            <p:cNvSpPr txBox="1"/>
            <p:nvPr/>
          </p:nvSpPr>
          <p:spPr>
            <a:xfrm>
              <a:off x="5224862" y="3545468"/>
              <a:ext cx="25223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sz="2800" dirty="0">
                  <a:latin typeface="Bodoni MT" panose="02070603080606020203" pitchFamily="18" charset="0"/>
                  <a:cs typeface="Biome Light" panose="020B0502040204020203" pitchFamily="34" charset="0"/>
                </a:rPr>
                <a:t>Sagnac loop</a:t>
              </a:r>
              <a:endParaRPr lang="en-GB" sz="2800" dirty="0">
                <a:latin typeface="Bodoni MT" panose="02070603080606020203" pitchFamily="18" charset="0"/>
                <a:cs typeface="Biome Light" panose="020B0502040204020203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CEADB8-B157-D96B-D59A-59D3EED1E6CB}"/>
                  </a:ext>
                </a:extLst>
              </p:cNvPr>
              <p:cNvSpPr txBox="1"/>
              <p:nvPr/>
            </p:nvSpPr>
            <p:spPr>
              <a:xfrm>
                <a:off x="7974324" y="2666594"/>
                <a:ext cx="3625703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a-ES" sz="2000" b="1" dirty="0"/>
                  <a:t>PIC layout:</a:t>
                </a:r>
              </a:p>
              <a:p>
                <a:endParaRPr lang="ca-E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ca-ES" sz="2000" dirty="0"/>
                  <a:t>4 waveguides, </a:t>
                </a:r>
                <a14:m>
                  <m:oMath xmlns:m="http://schemas.openxmlformats.org/officeDocument/2006/math">
                    <m:r>
                      <a:rPr lang="ca-ES" sz="2000" b="0" i="1" smtClean="0"/>
                      <m:t>𝑙</m:t>
                    </m:r>
                  </m:oMath>
                </a14:m>
                <a:endParaRPr lang="ca-E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ca-ES" sz="2000" dirty="0"/>
                  <a:t>PBS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ca-ES" sz="2000" dirty="0"/>
                  <a:t>PSR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ca-ES" sz="2000" dirty="0"/>
                  <a:t>6 EPSs: </a:t>
                </a:r>
                <a14:m>
                  <m:oMath xmlns:m="http://schemas.openxmlformats.org/officeDocument/2006/math">
                    <m:r>
                      <a:rPr lang="ca-ES" sz="2000" b="0" i="1" smtClean="0"/>
                      <m:t>𝑙</m:t>
                    </m:r>
                    <m:r>
                      <a:rPr lang="ca-ES" sz="2000" b="0" i="1" smtClean="0"/>
                      <m:t>,</m:t>
                    </m:r>
                    <m:r>
                      <a:rPr lang="ca-ES" sz="2000" b="0" i="1" smtClean="0"/>
                      <m:t>𝑤</m:t>
                    </m:r>
                  </m:oMath>
                </a14:m>
                <a:endParaRPr lang="ca-ES" sz="2000" b="0" dirty="0"/>
              </a:p>
              <a:p>
                <a:pPr marL="285750" indent="-285750">
                  <a:buFontTx/>
                  <a:buChar char="-"/>
                </a:pPr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BCEADB8-B157-D96B-D59A-59D3EED1E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324" y="2666594"/>
                <a:ext cx="3625703" cy="2215991"/>
              </a:xfrm>
              <a:prstGeom prst="rect">
                <a:avLst/>
              </a:prstGeom>
              <a:blipFill>
                <a:blip r:embed="rId3"/>
                <a:stretch>
                  <a:fillRect l="-1681" t="-13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995C9622-895A-0197-6DF0-FDDAA30C1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637" y="136525"/>
            <a:ext cx="2252816" cy="225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33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394D-8F8B-C56C-9457-78F74953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9B5F-38B4-E3F3-E74E-CDC50D24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b="1" dirty="0"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85F62-A349-637D-4FB9-D1C9F35E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EACB4-EECA-0E37-22BE-EDD50A60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693D8-B653-69C7-461C-B7C4CB8D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19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1C5C91-0EC4-60F2-23BC-71D9F70A5250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645F03-85AE-5B37-D1D0-9C4EF610C845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707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626A9-CE3B-45F2-B255-E5A33B67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682D-D213-D507-5012-23A09635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Nonlinear silicon photonics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0446-D216-FA1C-6418-DD068EC0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9679E-1512-36B5-B60B-A22E56E1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BA333-1512-9722-6E4A-282CA541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20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54E1D2-A874-39F3-EC4E-A6211E275E5D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5FA993-44CA-5957-B375-31DA76028A31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5A0417-AFC6-4ABC-D0FB-DD5471E3E86E}"/>
                  </a:ext>
                </a:extLst>
              </p:cNvPr>
              <p:cNvSpPr txBox="1"/>
              <p:nvPr/>
            </p:nvSpPr>
            <p:spPr>
              <a:xfrm>
                <a:off x="1300216" y="1935572"/>
                <a:ext cx="6728252" cy="753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˜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acc>
                            <m:accPr>
                              <m:chr m:val="˜"/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d>
                            <m:d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˜"/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˜"/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d>
                            <m:d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sz="200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ca-ES" sz="2000" dirty="0"/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5A0417-AFC6-4ABC-D0FB-DD5471E3E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216" y="1935572"/>
                <a:ext cx="6728252" cy="7534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277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C797-F30E-3EC6-FF65-27F25484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FBDB-C991-0694-C138-CC437AAB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Nonlinear silicon photonics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948AE-0E98-940D-F337-40090C3C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98ECB-2B68-3F56-86ED-D4996296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C8DC-7DDB-29C0-E72A-7438638A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21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13C577-31EA-FDB5-9614-D0BB5C27772B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5D8C16-7C28-71B3-531F-359C5963E1D2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943EA89-62C3-2E27-D691-9DA64BE85D8A}"/>
              </a:ext>
            </a:extLst>
          </p:cNvPr>
          <p:cNvGrpSpPr/>
          <p:nvPr/>
        </p:nvGrpSpPr>
        <p:grpSpPr>
          <a:xfrm>
            <a:off x="1300216" y="1883746"/>
            <a:ext cx="6728252" cy="805237"/>
            <a:chOff x="-16376" y="1679885"/>
            <a:chExt cx="6728252" cy="8052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A91D201-3798-F8EF-75D3-1E3B771AC51D}"/>
                    </a:ext>
                  </a:extLst>
                </p:cNvPr>
                <p:cNvSpPr txBox="1"/>
                <p:nvPr/>
              </p:nvSpPr>
              <p:spPr>
                <a:xfrm>
                  <a:off x="-16376" y="1731711"/>
                  <a:ext cx="6728252" cy="753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˜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d>
                          <m:d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GB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acc>
                              <m:accPr>
                                <m:chr m:val="˜"/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˜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˜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+…</m:t>
                            </m:r>
                          </m:e>
                        </m:d>
                      </m:oMath>
                    </m:oMathPara>
                  </a14:m>
                  <a:endParaRPr lang="ca-ES" sz="2000" dirty="0"/>
                </a:p>
                <a:p>
                  <a:endParaRPr lang="en-GB" sz="20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A91D201-3798-F8EF-75D3-1E3B771AC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76" y="1731711"/>
                  <a:ext cx="6728252" cy="75341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246D893-F529-2EC8-F0D0-564904D70EFE}"/>
                </a:ext>
              </a:extLst>
            </p:cNvPr>
            <p:cNvGrpSpPr/>
            <p:nvPr/>
          </p:nvGrpSpPr>
          <p:grpSpPr>
            <a:xfrm>
              <a:off x="3081788" y="1679885"/>
              <a:ext cx="646103" cy="580398"/>
              <a:chOff x="2693921" y="1587880"/>
              <a:chExt cx="646103" cy="580398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CE7232D-96B8-C8C6-4354-F96EA8C1258A}"/>
                  </a:ext>
                </a:extLst>
              </p:cNvPr>
              <p:cNvCxnSpPr/>
              <p:nvPr/>
            </p:nvCxnSpPr>
            <p:spPr>
              <a:xfrm>
                <a:off x="2726773" y="1611017"/>
                <a:ext cx="580398" cy="54207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81E7C61-6ECD-F1B6-E1FB-A2B1831573B9}"/>
                  </a:ext>
                </a:extLst>
              </p:cNvPr>
              <p:cNvCxnSpPr/>
              <p:nvPr/>
            </p:nvCxnSpPr>
            <p:spPr>
              <a:xfrm flipH="1">
                <a:off x="2693921" y="1587880"/>
                <a:ext cx="646103" cy="580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4345DC-1D42-48F2-8BAF-7BCBDCA932F2}"/>
              </a:ext>
            </a:extLst>
          </p:cNvPr>
          <p:cNvSpPr txBox="1"/>
          <p:nvPr/>
        </p:nvSpPr>
        <p:spPr>
          <a:xfrm>
            <a:off x="2892703" y="3268521"/>
            <a:ext cx="354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latin typeface="Bodoni MT" panose="02070603080606020203" pitchFamily="18" charset="0"/>
              </a:rPr>
              <a:t>Four-wave mixing (FWM)</a:t>
            </a:r>
            <a:endParaRPr lang="en-GB" sz="2400" dirty="0">
              <a:latin typeface="Bodoni MT" panose="02070603080606020203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AEA06D-1B1C-B766-3F47-1E6AA0655985}"/>
              </a:ext>
            </a:extLst>
          </p:cNvPr>
          <p:cNvCxnSpPr>
            <a:stCxn id="10" idx="2"/>
            <a:endCxn id="3" idx="0"/>
          </p:cNvCxnSpPr>
          <p:nvPr/>
        </p:nvCxnSpPr>
        <p:spPr>
          <a:xfrm>
            <a:off x="4664342" y="2688983"/>
            <a:ext cx="0" cy="579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10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4D54-C8D3-C41D-2BC4-FFD7D8F1D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9BA1-F6BC-7019-47EA-49E892BE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Nonlinear silicon photonics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D9068-DA93-A27E-A9DB-70316F3F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847C8-7B14-AB48-5E1E-1312A264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6829-34EC-5646-5D94-138950FA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22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62DDE6-99C4-DFA5-A3D5-9B841940E747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A41553-825D-3650-F623-FE5CB0A7DAE4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9E7D3A5-229B-D7E7-9540-91B7135712B4}"/>
              </a:ext>
            </a:extLst>
          </p:cNvPr>
          <p:cNvGrpSpPr/>
          <p:nvPr/>
        </p:nvGrpSpPr>
        <p:grpSpPr>
          <a:xfrm>
            <a:off x="1300216" y="1883746"/>
            <a:ext cx="6728252" cy="805237"/>
            <a:chOff x="-16376" y="1679885"/>
            <a:chExt cx="6728252" cy="8052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8B00786-39AE-ED6C-DBB0-816CECBA2297}"/>
                    </a:ext>
                  </a:extLst>
                </p:cNvPr>
                <p:cNvSpPr txBox="1"/>
                <p:nvPr/>
              </p:nvSpPr>
              <p:spPr>
                <a:xfrm>
                  <a:off x="-16376" y="1731711"/>
                  <a:ext cx="6728252" cy="7534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˜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d>
                          <m:d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GB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  <m:acc>
                              <m:accPr>
                                <m:chr m:val="˜"/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˜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sup>
                            </m:sSup>
                            <m:sSup>
                              <m:sSup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˜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00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GB" sz="2000" i="1" smtClean="0">
                                <a:latin typeface="Cambria Math" panose="02040503050406030204" pitchFamily="18" charset="0"/>
                              </a:rPr>
                              <m:t>+…</m:t>
                            </m:r>
                          </m:e>
                        </m:d>
                      </m:oMath>
                    </m:oMathPara>
                  </a14:m>
                  <a:endParaRPr lang="ca-ES" sz="2000" dirty="0"/>
                </a:p>
                <a:p>
                  <a:endParaRPr lang="en-GB" sz="20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8B00786-39AE-ED6C-DBB0-816CECBA22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76" y="1731711"/>
                  <a:ext cx="6728252" cy="75341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A730F22-E5D9-8C12-922C-3289C3E73489}"/>
                </a:ext>
              </a:extLst>
            </p:cNvPr>
            <p:cNvGrpSpPr/>
            <p:nvPr/>
          </p:nvGrpSpPr>
          <p:grpSpPr>
            <a:xfrm>
              <a:off x="3081788" y="1679885"/>
              <a:ext cx="646103" cy="580398"/>
              <a:chOff x="2693921" y="1587880"/>
              <a:chExt cx="646103" cy="580398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C63B154-4BBE-05EE-E9BF-ADBAB8AD0574}"/>
                  </a:ext>
                </a:extLst>
              </p:cNvPr>
              <p:cNvCxnSpPr/>
              <p:nvPr/>
            </p:nvCxnSpPr>
            <p:spPr>
              <a:xfrm>
                <a:off x="2726773" y="1611017"/>
                <a:ext cx="580398" cy="54207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D663585-02E8-80C4-5234-EBF1BBF529E4}"/>
                  </a:ext>
                </a:extLst>
              </p:cNvPr>
              <p:cNvCxnSpPr/>
              <p:nvPr/>
            </p:nvCxnSpPr>
            <p:spPr>
              <a:xfrm flipH="1">
                <a:off x="2693921" y="1587880"/>
                <a:ext cx="646103" cy="58039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171613-D665-E369-2F3A-58BD7A9253B3}"/>
              </a:ext>
            </a:extLst>
          </p:cNvPr>
          <p:cNvGrpSpPr/>
          <p:nvPr/>
        </p:nvGrpSpPr>
        <p:grpSpPr>
          <a:xfrm>
            <a:off x="6733636" y="3499353"/>
            <a:ext cx="1830768" cy="1190218"/>
            <a:chOff x="5447655" y="2129272"/>
            <a:chExt cx="2937976" cy="200910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5BC55B-751E-D2B3-4B77-EF7F05110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8691" y="2129272"/>
              <a:ext cx="2066940" cy="184786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557DAC-83F4-54AE-0FDF-0143940D5886}"/>
                </a:ext>
              </a:extLst>
            </p:cNvPr>
            <p:cNvSpPr txBox="1"/>
            <p:nvPr/>
          </p:nvSpPr>
          <p:spPr>
            <a:xfrm>
              <a:off x="5447655" y="3861382"/>
              <a:ext cx="25819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Goswami 4(4), 041404 (16 Oct 2024)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3D5D503B-5548-EF29-4E7F-41BC6491F2A6}"/>
                  </a:ext>
                </a:extLst>
              </p:cNvPr>
              <p:cNvSpPr/>
              <p:nvPr/>
            </p:nvSpPr>
            <p:spPr>
              <a:xfrm>
                <a:off x="6435981" y="5195366"/>
                <a:ext cx="2929269" cy="52032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a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signal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idler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3D5D503B-5548-EF29-4E7F-41BC6491F2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981" y="5195366"/>
                <a:ext cx="2929269" cy="520326"/>
              </a:xfrm>
              <a:prstGeom prst="roundRect">
                <a:avLst/>
              </a:prstGeom>
              <a:blipFill>
                <a:blip r:embed="rId4"/>
                <a:stretch>
                  <a:fillRect b="-1124"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742AF3B-0D17-7ADA-9AEE-48F7FA1960D4}"/>
              </a:ext>
            </a:extLst>
          </p:cNvPr>
          <p:cNvSpPr txBox="1"/>
          <p:nvPr/>
        </p:nvSpPr>
        <p:spPr>
          <a:xfrm>
            <a:off x="2892703" y="3268521"/>
            <a:ext cx="354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400" dirty="0">
                <a:latin typeface="Bodoni MT" panose="02070603080606020203" pitchFamily="18" charset="0"/>
              </a:rPr>
              <a:t>Four-wave mixing (FWM)</a:t>
            </a:r>
            <a:endParaRPr lang="en-GB" sz="2400" dirty="0">
              <a:latin typeface="Bodoni MT" panose="02070603080606020203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302B66-9EF7-6E33-A5CD-931A6AF5C39C}"/>
              </a:ext>
            </a:extLst>
          </p:cNvPr>
          <p:cNvCxnSpPr>
            <a:stCxn id="10" idx="2"/>
            <a:endCxn id="3" idx="0"/>
          </p:cNvCxnSpPr>
          <p:nvPr/>
        </p:nvCxnSpPr>
        <p:spPr>
          <a:xfrm>
            <a:off x="4664342" y="2688983"/>
            <a:ext cx="0" cy="579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B8584757-F9DF-5FCB-2B70-3D623D3C6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594" y="4100606"/>
            <a:ext cx="4467957" cy="12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7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3573A-7085-343B-71EE-157F5FD6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183AB1F-D023-C7F6-E334-BA56F7851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2089204"/>
            <a:ext cx="4467957" cy="1257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DCFFC0-4E25-8A06-8460-05E6BD73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Four-wave mixing (FWM)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E2C47-29E4-27B9-7438-6FC2F483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0BDDF-FB7B-E9D7-E3B3-4CE7ABA7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974A5-91A6-6CDC-9A44-3AAAF532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23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17268CF-E777-DAF8-6214-D4E2AD184533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8BF879-2E0D-3396-A974-551D12954AD6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1C5C89-1977-E937-922B-08D851767FB8}"/>
              </a:ext>
            </a:extLst>
          </p:cNvPr>
          <p:cNvSpPr txBox="1"/>
          <p:nvPr/>
        </p:nvSpPr>
        <p:spPr>
          <a:xfrm>
            <a:off x="5818585" y="2561057"/>
            <a:ext cx="2955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/>
              <a:t>Spontaneous</a:t>
            </a:r>
            <a:r>
              <a:rPr lang="ca-ES" dirty="0"/>
              <a:t> FWM (SFWM)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B358CB4-863F-BCE3-690F-3FD8C6664A0B}"/>
              </a:ext>
            </a:extLst>
          </p:cNvPr>
          <p:cNvSpPr/>
          <p:nvPr/>
        </p:nvSpPr>
        <p:spPr>
          <a:xfrm>
            <a:off x="4189304" y="2154231"/>
            <a:ext cx="815842" cy="1084865"/>
          </a:xfrm>
          <a:prstGeom prst="ellipse">
            <a:avLst/>
          </a:prstGeom>
          <a:noFill/>
          <a:ln w="381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99243678-7BBA-D9A9-2285-8DF6816E2821}"/>
                  </a:ext>
                </a:extLst>
              </p:cNvPr>
              <p:cNvSpPr/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a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signal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idler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99243678-7BBA-D9A9-2285-8DF6816E2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blipFill>
                <a:blip r:embed="rId3"/>
                <a:stretch>
                  <a:fillRect b="-1124"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308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579A-7792-2AA7-C8FD-B923E2C9E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C07BF35-948C-AC02-19FB-97CD3156C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2089204"/>
            <a:ext cx="4467957" cy="1257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4D7BCB-9644-1A7F-8B72-F3E968E9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Four-wave mixing (FWM)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2BE6A-96F9-92F0-D843-F726896A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445A-7EEF-6807-A663-878E45C4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D15E1-AECF-653B-7C10-1E680F4F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24</a:t>
            </a:fld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BD4E13-5257-FE41-1651-6FAFE49E49FC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887EC469-7ED5-7F05-4034-31C6EDD91089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8258F3-0896-5E79-09A1-6519312963EC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3DAB530-DA48-FD12-4FFC-5FA5FEA09B90}"/>
              </a:ext>
            </a:extLst>
          </p:cNvPr>
          <p:cNvSpPr txBox="1"/>
          <p:nvPr/>
        </p:nvSpPr>
        <p:spPr>
          <a:xfrm>
            <a:off x="5818585" y="2561057"/>
            <a:ext cx="2955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/>
              <a:t>Spontaneous</a:t>
            </a:r>
            <a:r>
              <a:rPr lang="ca-ES" dirty="0"/>
              <a:t> FWM (SFWM)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FA03560-A2D4-5E11-3BEE-176DE205D056}"/>
              </a:ext>
            </a:extLst>
          </p:cNvPr>
          <p:cNvSpPr/>
          <p:nvPr/>
        </p:nvSpPr>
        <p:spPr>
          <a:xfrm>
            <a:off x="4189304" y="2154231"/>
            <a:ext cx="815842" cy="1084865"/>
          </a:xfrm>
          <a:prstGeom prst="ellipse">
            <a:avLst/>
          </a:prstGeom>
          <a:noFill/>
          <a:ln w="381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374278E-A086-DB40-AF92-7F34CDB2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3615067"/>
            <a:ext cx="4467957" cy="125744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37EFDCB-CE63-F635-9247-76613A53AD41}"/>
              </a:ext>
            </a:extLst>
          </p:cNvPr>
          <p:cNvSpPr txBox="1"/>
          <p:nvPr/>
        </p:nvSpPr>
        <p:spPr>
          <a:xfrm>
            <a:off x="5812643" y="4092317"/>
            <a:ext cx="2968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/>
              <a:t>Stimulated</a:t>
            </a:r>
            <a:r>
              <a:rPr lang="ca-ES" dirty="0"/>
              <a:t> FWM (classical)</a:t>
            </a:r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35FFCD-D560-3420-F374-6B9F1482A161}"/>
              </a:ext>
            </a:extLst>
          </p:cNvPr>
          <p:cNvCxnSpPr/>
          <p:nvPr/>
        </p:nvCxnSpPr>
        <p:spPr>
          <a:xfrm>
            <a:off x="1268671" y="4773964"/>
            <a:ext cx="126704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88E86E-02FE-0371-25C1-3093504A9EC0}"/>
                  </a:ext>
                </a:extLst>
              </p:cNvPr>
              <p:cNvSpPr txBox="1"/>
              <p:nvPr/>
            </p:nvSpPr>
            <p:spPr>
              <a:xfrm>
                <a:off x="1344635" y="4747943"/>
                <a:ext cx="1289905" cy="666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seed</m:t>
                          </m:r>
                        </m:sub>
                      </m:sSub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88E86E-02FE-0371-25C1-3093504A9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35" y="4747943"/>
                <a:ext cx="1289905" cy="666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291EC95-4776-F9D8-9F96-4608230408F4}"/>
                  </a:ext>
                </a:extLst>
              </p:cNvPr>
              <p:cNvSpPr/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a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signal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idler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291EC95-4776-F9D8-9F96-460823040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blipFill>
                <a:blip r:embed="rId4"/>
                <a:stretch>
                  <a:fillRect b="-1124"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635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1081-666F-A5F1-6C56-4E51EBC89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6219D2D-9120-7D69-DF17-4E85BF08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2089204"/>
            <a:ext cx="4467957" cy="1257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AD5258-BCE1-58FF-F8C7-EB6887A7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Four-wave mixing (FWM)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DBE09-931E-16F9-8E8F-92DD7257E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1287-1008-BBEE-F4A8-0E132F1A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36BC0-3D33-4AA2-933E-1E6D7DB2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25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C70D101-E0D2-8433-86B8-FED8C2120A81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43F595-1A31-AEB8-5577-7A576F14BCF8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17FF69-5B67-C749-25DC-7EF9BF861B9C}"/>
              </a:ext>
            </a:extLst>
          </p:cNvPr>
          <p:cNvSpPr txBox="1"/>
          <p:nvPr/>
        </p:nvSpPr>
        <p:spPr>
          <a:xfrm>
            <a:off x="5818585" y="2561057"/>
            <a:ext cx="2955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/>
              <a:t>Spontaneous</a:t>
            </a:r>
            <a:r>
              <a:rPr lang="ca-ES" dirty="0"/>
              <a:t> FWM (SFWM)</a:t>
            </a:r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7F6642D-9E8A-3347-8389-47EAD67809FC}"/>
              </a:ext>
            </a:extLst>
          </p:cNvPr>
          <p:cNvSpPr/>
          <p:nvPr/>
        </p:nvSpPr>
        <p:spPr>
          <a:xfrm>
            <a:off x="4189304" y="2154231"/>
            <a:ext cx="815842" cy="1084865"/>
          </a:xfrm>
          <a:prstGeom prst="ellipse">
            <a:avLst/>
          </a:prstGeom>
          <a:noFill/>
          <a:ln w="3810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59185FD-498D-F90A-F35F-AC0F0FE66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3615067"/>
            <a:ext cx="4467957" cy="125744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C12030A-CCA8-E02E-D0F3-D9FBCC01221A}"/>
              </a:ext>
            </a:extLst>
          </p:cNvPr>
          <p:cNvSpPr txBox="1"/>
          <p:nvPr/>
        </p:nvSpPr>
        <p:spPr>
          <a:xfrm>
            <a:off x="5812643" y="4092317"/>
            <a:ext cx="2968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/>
              <a:t>Stimulated</a:t>
            </a:r>
            <a:r>
              <a:rPr lang="ca-ES" dirty="0"/>
              <a:t> FWM (classical)</a:t>
            </a:r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DBC7360-58AE-0BC3-D98D-CA2990E7BB64}"/>
              </a:ext>
            </a:extLst>
          </p:cNvPr>
          <p:cNvCxnSpPr/>
          <p:nvPr/>
        </p:nvCxnSpPr>
        <p:spPr>
          <a:xfrm>
            <a:off x="1268671" y="4773964"/>
            <a:ext cx="126704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810A41C-F7F9-5D2A-A263-7917FD3E21C1}"/>
                  </a:ext>
                </a:extLst>
              </p:cNvPr>
              <p:cNvSpPr txBox="1"/>
              <p:nvPr/>
            </p:nvSpPr>
            <p:spPr>
              <a:xfrm>
                <a:off x="1344635" y="4747943"/>
                <a:ext cx="1289905" cy="666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seed</m:t>
                          </m:r>
                        </m:sub>
                      </m:sSub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810A41C-F7F9-5D2A-A263-7917FD3E2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35" y="4747943"/>
                <a:ext cx="1289905" cy="666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B79CCF5-5AA5-245D-390F-C0D040F16199}"/>
                  </a:ext>
                </a:extLst>
              </p:cNvPr>
              <p:cNvSpPr/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a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signal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idler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B79CCF5-5AA5-245D-390F-C0D040F161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blipFill>
                <a:blip r:embed="rId4"/>
                <a:stretch>
                  <a:fillRect b="-1124"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566D84-F943-5C05-A7AF-C72C30A89858}"/>
                  </a:ext>
                </a:extLst>
              </p:cNvPr>
              <p:cNvSpPr txBox="1"/>
              <p:nvPr/>
            </p:nvSpPr>
            <p:spPr>
              <a:xfrm>
                <a:off x="2747160" y="5537493"/>
                <a:ext cx="5112105" cy="1667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ca-ES" b="0" dirty="0"/>
                  <a:t>Generation efficiency:             </a:t>
                </a:r>
                <a14:m>
                  <m:oMath xmlns:m="http://schemas.openxmlformats.org/officeDocument/2006/math">
                    <m:r>
                      <a:rPr lang="ca-E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ca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a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ca-ES" b="0" i="0" smtClean="0">
                                <a:latin typeface="Cambria Math" panose="02040503050406030204" pitchFamily="18" charset="0"/>
                              </a:rPr>
                              <m:t>idler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ca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ca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ca-ES" b="0" i="0" smtClean="0">
                                <a:latin typeface="Cambria Math" panose="02040503050406030204" pitchFamily="18" charset="0"/>
                              </a:rPr>
                              <m:t>seed</m:t>
                            </m:r>
                          </m:sub>
                        </m:sSub>
                        <m:sSubSup>
                          <m:sSubSupPr>
                            <m:ctrlPr>
                              <a:rPr lang="ca-E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ca-E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ca-ES" b="0" i="0" smtClean="0">
                                <a:latin typeface="Cambria Math" panose="02040503050406030204" pitchFamily="18" charset="0"/>
                              </a:rPr>
                              <m:t>pump</m:t>
                            </m:r>
                          </m:sub>
                          <m:sup>
                            <m:r>
                              <a:rPr lang="ca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ca-ES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ca-ES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p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ca-E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ca-E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ca-ES" b="0" dirty="0"/>
              </a:p>
              <a:p>
                <a:endParaRPr lang="ca-ES" b="0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566D84-F943-5C05-A7AF-C72C30A89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160" y="5537493"/>
                <a:ext cx="5112105" cy="1667764"/>
              </a:xfrm>
              <a:prstGeom prst="rect">
                <a:avLst/>
              </a:prstGeom>
              <a:blipFill>
                <a:blip r:embed="rId5"/>
                <a:stretch>
                  <a:fillRect l="-28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8879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197C-D555-8AC9-A65D-36F11A48C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D4A24-E63F-43FF-819E-AD589D2EA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98" y="1048180"/>
            <a:ext cx="2553123" cy="732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Propagation loss</a:t>
            </a:r>
          </a:p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&amp; coupling loss</a:t>
            </a:r>
          </a:p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0B08E-82B2-0514-0B3E-4D51B6EB6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776EF-C276-FD8A-71BE-32B7D941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4179D-C8E8-206D-20B0-EA8F5A1A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26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A74488B-D42A-C768-6B01-3323C0AC211D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55DCC7F2-4C89-1D24-4228-10D37C29431C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6CB14FD-FA56-F5F2-FD28-3D670E36682D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02737CD-DA3E-ACCD-A164-EC6FB17E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48" y="261369"/>
            <a:ext cx="2855952" cy="2263864"/>
          </a:xfrm>
          <a:prstGeom prst="rect">
            <a:avLst/>
          </a:prstGeom>
        </p:spPr>
      </p:pic>
      <p:pic>
        <p:nvPicPr>
          <p:cNvPr id="21" name="Content Placeholder 10">
            <a:extLst>
              <a:ext uri="{FF2B5EF4-FFF2-40B4-BE49-F238E27FC236}">
                <a16:creationId xmlns:a16="http://schemas.microsoft.com/office/drawing/2014/main" id="{855D3D3F-C856-570F-649C-0FD19026A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t="15345" r="10252" b="14282"/>
          <a:stretch>
            <a:fillRect/>
          </a:stretch>
        </p:blipFill>
        <p:spPr>
          <a:xfrm>
            <a:off x="7000792" y="535561"/>
            <a:ext cx="2156637" cy="193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4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5526-AEA3-CAFE-EF75-04F8D76E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5C57E-3B03-BEFB-91C9-777DB9D52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98" y="1048180"/>
            <a:ext cx="2553123" cy="732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Propagation loss</a:t>
            </a:r>
          </a:p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&amp; coupling loss</a:t>
            </a:r>
          </a:p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9A0FE-A872-00F3-3153-81F827EB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27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CCAF0BF-04F6-BC6B-566D-618A1F48BFB0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24AE2319-56A0-5324-0E08-26CDE8DC7D72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AEB3E4D-D3F3-8FAC-C3FC-F8E992FD6156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968611F-D97C-FE2E-802C-E01B39FE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48" y="261369"/>
            <a:ext cx="2855952" cy="22638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55BCD1-AB1F-72ED-B066-7D0185F4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710" y="2567764"/>
            <a:ext cx="6846887" cy="2196023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83B3801-EE28-F423-78A5-208A246F2498}"/>
              </a:ext>
            </a:extLst>
          </p:cNvPr>
          <p:cNvSpPr txBox="1">
            <a:spLocks/>
          </p:cNvSpPr>
          <p:nvPr/>
        </p:nvSpPr>
        <p:spPr>
          <a:xfrm>
            <a:off x="482472" y="3218770"/>
            <a:ext cx="2553123" cy="7327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a-ES" sz="2400" dirty="0">
                <a:latin typeface="Bodoni MT" panose="02070603080606020203" pitchFamily="18" charset="0"/>
              </a:rPr>
              <a:t>PBS &amp; PSR extinction ratio</a:t>
            </a:r>
            <a:endParaRPr lang="en-GB" sz="2400" dirty="0">
              <a:latin typeface="Bodoni MT" panose="02070603080606020203" pitchFamily="18" charset="0"/>
            </a:endParaRPr>
          </a:p>
        </p:txBody>
      </p:sp>
      <p:pic>
        <p:nvPicPr>
          <p:cNvPr id="21" name="Content Placeholder 10">
            <a:extLst>
              <a:ext uri="{FF2B5EF4-FFF2-40B4-BE49-F238E27FC236}">
                <a16:creationId xmlns:a16="http://schemas.microsoft.com/office/drawing/2014/main" id="{451AFCE4-D9B3-0931-0B44-CB1E42744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t="15345" r="10252" b="14282"/>
          <a:stretch>
            <a:fillRect/>
          </a:stretch>
        </p:blipFill>
        <p:spPr>
          <a:xfrm>
            <a:off x="7000792" y="535561"/>
            <a:ext cx="2156637" cy="193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381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E1B3-1598-FB16-442E-597AF31C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578B-1B0B-2445-8C7C-E95E40E3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198" y="1048180"/>
            <a:ext cx="2553123" cy="7327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Propagation loss</a:t>
            </a:r>
          </a:p>
          <a:p>
            <a:pPr marL="0" indent="0">
              <a:buNone/>
            </a:pPr>
            <a:r>
              <a:rPr lang="ca-ES" dirty="0">
                <a:latin typeface="Bodoni MT" panose="02070603080606020203" pitchFamily="18" charset="0"/>
              </a:rPr>
              <a:t>&amp; coupling loss</a:t>
            </a:r>
          </a:p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8502F-CA4E-1343-80F9-68BA52BF5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94FDA-4BC2-FD7D-F6FB-9C2C171E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B878C-F68E-1841-050B-1F54E82A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28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657EF7-43AE-4354-9A05-4FF9427314EA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B7EA98F-F041-2BC4-F5BF-B37A5EDDD046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2BC3BB6-E55A-A0D3-4A48-95CABB353368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EA1C3FE-796A-0579-F681-D36A4A6F6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48" y="261369"/>
            <a:ext cx="2855952" cy="22638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6A1A4E-331E-F0CD-1319-47CE8D0A8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710" y="2567764"/>
            <a:ext cx="6846887" cy="2196023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C73DCC9-5637-293A-B1FB-4068C1454AFA}"/>
              </a:ext>
            </a:extLst>
          </p:cNvPr>
          <p:cNvSpPr txBox="1">
            <a:spLocks/>
          </p:cNvSpPr>
          <p:nvPr/>
        </p:nvSpPr>
        <p:spPr>
          <a:xfrm>
            <a:off x="482472" y="3218770"/>
            <a:ext cx="2553123" cy="7327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a-ES" sz="2400" dirty="0">
                <a:latin typeface="Bodoni MT" panose="02070603080606020203" pitchFamily="18" charset="0"/>
              </a:rPr>
              <a:t>PBS &amp; PSR extinction ratio</a:t>
            </a:r>
            <a:endParaRPr lang="en-GB" sz="2400" dirty="0">
              <a:latin typeface="Bodoni MT" panose="02070603080606020203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ECFAC-EB73-3BAD-7BBC-5279C8877EA6}"/>
              </a:ext>
            </a:extLst>
          </p:cNvPr>
          <p:cNvSpPr txBox="1">
            <a:spLocks/>
          </p:cNvSpPr>
          <p:nvPr/>
        </p:nvSpPr>
        <p:spPr>
          <a:xfrm>
            <a:off x="482471" y="5193682"/>
            <a:ext cx="2553123" cy="732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a-ES" sz="2400" dirty="0">
                <a:latin typeface="Bodoni MT" panose="02070603080606020203" pitchFamily="18" charset="0"/>
              </a:rPr>
              <a:t>Stimulated FWM</a:t>
            </a:r>
            <a:endParaRPr lang="en-GB" sz="2400" dirty="0">
              <a:latin typeface="Bodoni MT" panose="020706030806060202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FB044C-834A-3735-5995-96B5E40CE899}"/>
                  </a:ext>
                </a:extLst>
              </p:cNvPr>
              <p:cNvSpPr txBox="1"/>
              <p:nvPr/>
            </p:nvSpPr>
            <p:spPr>
              <a:xfrm>
                <a:off x="3801139" y="5193682"/>
                <a:ext cx="5422605" cy="933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ca-E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a-ES" b="0" i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nor/>
                          </m:rPr>
                          <a:rPr lang="ca-ES" b="0" i="0" smtClean="0">
                            <a:latin typeface="Cambria Math" panose="02040503050406030204" pitchFamily="18" charset="0"/>
                          </a:rPr>
                          <m:t>TE</m:t>
                        </m:r>
                      </m:sub>
                    </m:sSub>
                  </m:oMath>
                </a14:m>
                <a:r>
                  <a:rPr lang="ca-ES" b="0" dirty="0"/>
                  <a:t> , </a:t>
                </a:r>
                <a14:m>
                  <m:oMath xmlns:m="http://schemas.openxmlformats.org/officeDocument/2006/math">
                    <m:r>
                      <a:rPr lang="ca-E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ca-E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a-ES" b="0" i="0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nor/>
                          </m:rPr>
                          <a:rPr lang="ca-ES" b="0" i="0" smtClean="0">
                            <a:latin typeface="Cambria Math" panose="02040503050406030204" pitchFamily="18" charset="0"/>
                          </a:rPr>
                          <m:t>TM</m:t>
                        </m:r>
                      </m:sub>
                    </m:sSub>
                  </m:oMath>
                </a14:m>
                <a:r>
                  <a:rPr lang="ca-ES" b="0" dirty="0"/>
                  <a:t>                      best waveguide candidate</a:t>
                </a:r>
              </a:p>
              <a:p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FB044C-834A-3735-5995-96B5E40CE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139" y="5193682"/>
                <a:ext cx="5422605" cy="933845"/>
              </a:xfrm>
              <a:prstGeom prst="rect">
                <a:avLst/>
              </a:prstGeom>
              <a:blipFill>
                <a:blip r:embed="rId4"/>
                <a:stretch>
                  <a:fillRect t="-2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2BDA7-CDDA-C5E8-11B2-E118AEEA306F}"/>
              </a:ext>
            </a:extLst>
          </p:cNvPr>
          <p:cNvCxnSpPr/>
          <p:nvPr/>
        </p:nvCxnSpPr>
        <p:spPr>
          <a:xfrm>
            <a:off x="5119577" y="5411972"/>
            <a:ext cx="7814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Content Placeholder 10">
            <a:extLst>
              <a:ext uri="{FF2B5EF4-FFF2-40B4-BE49-F238E27FC236}">
                <a16:creationId xmlns:a16="http://schemas.microsoft.com/office/drawing/2014/main" id="{125F4ED5-FF63-3DD0-97E2-503EB4DF51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8" t="15345" r="10252" b="14282"/>
          <a:stretch>
            <a:fillRect/>
          </a:stretch>
        </p:blipFill>
        <p:spPr>
          <a:xfrm>
            <a:off x="7000792" y="535561"/>
            <a:ext cx="2156637" cy="193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07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316A-142F-E005-F6AB-FD91AFCE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A80E2-A296-7F1A-2EA3-BF9434DA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F7B13-0806-39A7-1773-A22A7B8F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65115-C827-1EE2-A468-50FD309F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29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BA8958A-C483-90EF-075C-998DE67228EF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62E114CF-D5DA-8C6A-7A2E-4AB4A3A03C48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08FB8F5-C3AB-642B-BD38-2CA3043A93FB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BAF98DC-2417-9B00-E573-7614FFA32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" r="1260"/>
          <a:stretch>
            <a:fillRect/>
          </a:stretch>
        </p:blipFill>
        <p:spPr>
          <a:xfrm>
            <a:off x="156789" y="1581844"/>
            <a:ext cx="9473608" cy="28200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0C4203-5005-150D-1BD0-F6C535DDD8E9}"/>
                  </a:ext>
                </a:extLst>
              </p:cNvPr>
              <p:cNvSpPr txBox="1"/>
              <p:nvPr/>
            </p:nvSpPr>
            <p:spPr>
              <a:xfrm>
                <a:off x="1986348" y="4924136"/>
                <a:ext cx="3505368" cy="704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nor/>
                          </m:rPr>
                          <a:rPr lang="ca-ES" b="0" i="0" smtClean="0">
                            <a:latin typeface="Cambria Math" panose="02040503050406030204" pitchFamily="18" charset="0"/>
                          </a:rPr>
                          <m:t>pump</m:t>
                        </m:r>
                      </m:sub>
                    </m:sSub>
                    <m:r>
                      <a:rPr lang="ca-ES" b="0" i="1" smtClean="0">
                        <a:latin typeface="Cambria Math" panose="02040503050406030204" pitchFamily="18" charset="0"/>
                      </a:rPr>
                      <m:t>=1550.12</m:t>
                    </m:r>
                  </m:oMath>
                </a14:m>
                <a:r>
                  <a:rPr lang="ca-ES" dirty="0"/>
                  <a:t> nm</a:t>
                </a:r>
                <a:endParaRPr lang="ca-E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b="0" i="0" smtClean="0">
                              <a:latin typeface="Cambria Math" panose="02040503050406030204" pitchFamily="18" charset="0"/>
                            </a:rPr>
                            <m:t>seed</m:t>
                          </m:r>
                        </m:sub>
                      </m:sSub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1480</m:t>
                          </m:r>
                          <m:r>
                            <m:rPr>
                              <m:nor/>
                            </m:rPr>
                            <a:rPr lang="ca-ES" b="0" i="0" smtClean="0">
                              <a:latin typeface="Cambria Math" panose="02040503050406030204" pitchFamily="18" charset="0"/>
                            </a:rPr>
                            <m:t> nm</m:t>
                          </m:r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,1625</m:t>
                          </m:r>
                          <m:r>
                            <m:rPr>
                              <m:nor/>
                            </m:rPr>
                            <a:rPr lang="ca-ES" b="0" i="0" smtClean="0">
                              <a:latin typeface="Cambria Math" panose="02040503050406030204" pitchFamily="18" charset="0"/>
                            </a:rPr>
                            <m:t> nm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0C4203-5005-150D-1BD0-F6C535DD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48" y="4924136"/>
                <a:ext cx="3505368" cy="704039"/>
              </a:xfrm>
              <a:prstGeom prst="rect">
                <a:avLst/>
              </a:prstGeom>
              <a:blipFill>
                <a:blip r:embed="rId3"/>
                <a:stretch>
                  <a:fillRect t="-3478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8A81EE6-EE49-17E9-5CFB-44CE483D137C}"/>
              </a:ext>
            </a:extLst>
          </p:cNvPr>
          <p:cNvSpPr txBox="1"/>
          <p:nvPr/>
        </p:nvSpPr>
        <p:spPr>
          <a:xfrm>
            <a:off x="6429372" y="5091489"/>
            <a:ext cx="107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Telecom 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D960C6-1264-4C3E-599B-5ADAAFAE0A59}"/>
              </a:ext>
            </a:extLst>
          </p:cNvPr>
          <p:cNvCxnSpPr>
            <a:endCxn id="15" idx="1"/>
          </p:cNvCxnSpPr>
          <p:nvPr/>
        </p:nvCxnSpPr>
        <p:spPr>
          <a:xfrm>
            <a:off x="5172740" y="5276155"/>
            <a:ext cx="1158948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105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7882-EED3-DCB4-6E32-578B1955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8750-A5E0-A56D-732A-3B232230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Propagation &amp; coupling loss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BA49F-BDF0-4202-2E65-E7E13076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5503F-6A0E-2AD6-A42A-709DD655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9A7E8-AB61-9A13-2737-D8D83731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30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C3F51B-E0C4-C992-7160-00F49EE962CB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0DE87759-49A0-86F3-97DA-F37A2B62EED7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FF3D456-17FA-5B14-4059-B890776F10E0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82F3289-631F-D6E8-C6CC-1225351D6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19" y="1666808"/>
            <a:ext cx="4951480" cy="3737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77CE2F-A975-6F5B-9BB5-A1503AA7E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65" y="2272074"/>
            <a:ext cx="3543326" cy="18288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1F93EB-D5AD-0557-9145-6F3F612ACD0D}"/>
                  </a:ext>
                </a:extLst>
              </p:cNvPr>
              <p:cNvSpPr txBox="1"/>
              <p:nvPr/>
            </p:nvSpPr>
            <p:spPr>
              <a:xfrm>
                <a:off x="1706526" y="4593265"/>
                <a:ext cx="1563441" cy="9447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cm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a-ES" b="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dB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facet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a-ES" b="0" dirty="0"/>
              </a:p>
              <a:p>
                <a:r>
                  <a:rPr lang="en-GB" dirty="0"/>
                  <a:t>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1F93EB-D5AD-0557-9145-6F3F612AC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526" y="4593265"/>
                <a:ext cx="1563441" cy="9447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356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324A-1CE8-13E3-1D2D-AFBD7E24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B607-62BB-CE73-94EB-80E91DBB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Polarization extinction ratio (ER)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A369B-6829-D1AF-2B2C-73E9DC0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FE570-750F-4ED0-E065-990E2183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271BE-AB0B-885E-F6ED-220F07DA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31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ACE943-144B-A392-D914-0E3179825D1B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37D427FA-70B3-3849-B625-4C928CF31BB1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80A2BCC-6620-5F14-8BF9-FB33BCC3BF98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35BA035-A50A-B699-B215-A48B1B8F4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5123"/>
            <a:ext cx="7953433" cy="257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394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C4C5-97DB-8BCB-81CF-D008D151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CE66-1E56-93C9-34F4-21D737F8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Polarization extinction ratio (ER)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951FE-B030-3AC3-CFDD-DA5DAA6CC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86052-9E22-510E-D774-C49F5A55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57284-1863-381A-829B-2F9BA615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32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AD8497-0423-5F1C-A193-FCAA2E1F57BE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E3037070-DFC3-B051-ED0F-373E9654643A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6A870BE-BB0C-0476-EBFE-1D8D95DEE7D3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DA5020F-C501-7223-09A7-2A69005E6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85123"/>
            <a:ext cx="7953433" cy="257176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916027-35E9-4616-98F1-948004E7CDD9}"/>
              </a:ext>
            </a:extLst>
          </p:cNvPr>
          <p:cNvSpPr/>
          <p:nvPr/>
        </p:nvSpPr>
        <p:spPr>
          <a:xfrm>
            <a:off x="5895753" y="3290146"/>
            <a:ext cx="1428139" cy="297711"/>
          </a:xfrm>
          <a:prstGeom prst="roundRect">
            <a:avLst/>
          </a:prstGeom>
          <a:noFill/>
          <a:ln w="3810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6655C-77D4-4A19-A3AF-C10823D80B84}"/>
              </a:ext>
            </a:extLst>
          </p:cNvPr>
          <p:cNvSpPr/>
          <p:nvPr/>
        </p:nvSpPr>
        <p:spPr>
          <a:xfrm>
            <a:off x="5810693" y="2519914"/>
            <a:ext cx="1513199" cy="1392865"/>
          </a:xfrm>
          <a:prstGeom prst="rect">
            <a:avLst/>
          </a:prstGeom>
          <a:solidFill>
            <a:srgbClr val="E1CBB9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70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CDED-26B2-C146-C03D-F633F788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538B9-DA59-A0FD-7EB4-5B7C28CC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Stimulated FWM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63DD4-D931-F56C-BAF6-BEA79B42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5DECC-DE33-C333-8E21-8D6D3D66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1776E-B3AE-2AF0-F276-C46EC1E0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33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A581BA-1B16-363D-C61E-AF5C6E8849AC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DB569665-2D74-5567-DEFF-98CD744DE105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CC50E92-F333-FDAD-0D40-6D987FC5AB45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120BEE8-EE8F-7A00-B327-225A6B437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81" y="2376377"/>
            <a:ext cx="5174108" cy="32732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6FEDE5-9763-1D45-EAF9-CB503DB0704B}"/>
              </a:ext>
            </a:extLst>
          </p:cNvPr>
          <p:cNvSpPr txBox="1"/>
          <p:nvPr/>
        </p:nvSpPr>
        <p:spPr>
          <a:xfrm>
            <a:off x="1573619" y="1876647"/>
            <a:ext cx="7483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Idea: put 2 more plots to see how signal+idler more depending on seed wvl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0C19B5-E75E-77C3-7FBD-BFE25AEE5315}"/>
              </a:ext>
            </a:extLst>
          </p:cNvPr>
          <p:cNvSpPr txBox="1"/>
          <p:nvPr/>
        </p:nvSpPr>
        <p:spPr>
          <a:xfrm>
            <a:off x="7947206" y="3014330"/>
            <a:ext cx="1166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Put labels</a:t>
            </a:r>
            <a:endParaRPr lang="en-GB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1313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2595-BF76-03D3-A8FF-D9F92078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EA77-2176-9915-5230-78136268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Stimulated FWM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8F02B-ED4A-2EE1-3CEF-AAC0BC4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5C61E-9EDF-B0DC-7D95-E11F80B8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B3901-C11E-DD6B-50BB-AA5948D7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34</a:t>
            </a:fld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DA51D9-1927-EF3E-69C4-FDCC109D4DFB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1D68F11B-2800-393D-4C7F-959FDB219B9D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478BEA-49B4-E552-74C1-35D92FE16D47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5B5330A-DD32-308A-1E50-B5DC0216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400" y="1345889"/>
            <a:ext cx="6876379" cy="444972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BB4AB9-24B9-032B-1016-0CF527C05E90}"/>
                  </a:ext>
                </a:extLst>
              </p:cNvPr>
              <p:cNvSpPr txBox="1"/>
              <p:nvPr/>
            </p:nvSpPr>
            <p:spPr>
              <a:xfrm>
                <a:off x="283924" y="2474215"/>
                <a:ext cx="262847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3 waveguides </a:t>
                </a:r>
                <a14:m>
                  <m:oMath xmlns:m="http://schemas.openxmlformats.org/officeDocument/2006/math">
                    <m:r>
                      <a:rPr lang="ca-E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ca-ES" dirty="0"/>
                  <a:t>cm</a:t>
                </a:r>
                <a:endParaRPr lang="en-GB" dirty="0"/>
              </a:p>
              <a:p>
                <a:r>
                  <a:rPr lang="en-GB" dirty="0"/>
                  <a:t>3 waveguides </a:t>
                </a:r>
                <a14:m>
                  <m:oMath xmlns:m="http://schemas.openxmlformats.org/officeDocument/2006/math">
                    <m:r>
                      <a:rPr lang="ca-E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=0.5 </m:t>
                    </m:r>
                  </m:oMath>
                </a14:m>
                <a:r>
                  <a:rPr lang="ca-ES" dirty="0"/>
                  <a:t>cm</a:t>
                </a:r>
              </a:p>
              <a:p>
                <a:endParaRPr lang="ca-ES" dirty="0"/>
              </a:p>
              <a:p>
                <a14:m>
                  <m:oMathPara xmlns:m="http://schemas.openxmlformats.org/officeDocument/2006/math">
                    <m:oMath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0.5,0.55,0.6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ca-ES" b="0" dirty="0"/>
              </a:p>
              <a:p>
                <a:endParaRPr lang="ca-E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BB4AB9-24B9-032B-1016-0CF527C05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24" y="2474215"/>
                <a:ext cx="2628476" cy="1477328"/>
              </a:xfrm>
              <a:prstGeom prst="rect">
                <a:avLst/>
              </a:prstGeom>
              <a:blipFill>
                <a:blip r:embed="rId3"/>
                <a:stretch>
                  <a:fillRect l="-2088" t="-2066" r="-11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909431C-4CEA-0AB8-C686-E7631F082544}"/>
                  </a:ext>
                </a:extLst>
              </p:cNvPr>
              <p:cNvSpPr/>
              <p:nvPr/>
            </p:nvSpPr>
            <p:spPr>
              <a:xfrm>
                <a:off x="428384" y="4944141"/>
                <a:ext cx="2573079" cy="785062"/>
              </a:xfrm>
              <a:prstGeom prst="roundRect">
                <a:avLst/>
              </a:prstGeom>
              <a:solidFill>
                <a:srgbClr val="F8F3EF"/>
              </a:solidFill>
              <a:ln w="28575"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ca-ES" b="1" dirty="0">
                    <a:solidFill>
                      <a:schemeClr val="tx1"/>
                    </a:solidFill>
                    <a:latin typeface="Bodoni MT" panose="02070603080606020203" pitchFamily="18" charset="0"/>
                  </a:rPr>
                  <a:t>Winner</a:t>
                </a:r>
                <a:r>
                  <a:rPr lang="ca-ES" dirty="0">
                    <a:solidFill>
                      <a:schemeClr val="tx1"/>
                    </a:solidFill>
                    <a:latin typeface="Bodoni MT" panose="02070603080606020203" pitchFamily="18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ca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ca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Bodoni MT" panose="02070603080606020203" pitchFamily="18" charset="0"/>
                  </a:rPr>
                  <a:t>cm, </a:t>
                </a:r>
                <a14:m>
                  <m:oMath xmlns:m="http://schemas.openxmlformats.org/officeDocument/2006/math">
                    <m:r>
                      <a:rPr lang="ca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ca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=0.55</m:t>
                    </m:r>
                    <m:r>
                      <a:rPr lang="ca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m:rPr>
                        <m:sty m:val="p"/>
                      </m:rPr>
                      <a:rPr lang="ca-E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ca-ES" b="0" dirty="0">
                  <a:solidFill>
                    <a:schemeClr val="tx1"/>
                  </a:solidFill>
                  <a:latin typeface="Bodoni MT" panose="02070603080606020203" pitchFamily="18" charset="0"/>
                </a:endParaRPr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909431C-4CEA-0AB8-C686-E7631F082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84" y="4944141"/>
                <a:ext cx="2573079" cy="785062"/>
              </a:xfrm>
              <a:prstGeom prst="roundRect">
                <a:avLst/>
              </a:prstGeom>
              <a:blipFill>
                <a:blip r:embed="rId4"/>
                <a:stretch>
                  <a:fillRect b="-1493"/>
                </a:stretch>
              </a:blipFill>
              <a:ln w="28575"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831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E784C-E0EB-362F-EEFD-A11432E1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50A44-4A63-356F-AFCD-94471ED6B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b="1" dirty="0"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FB36-384E-DCB8-EEAA-BCA35BE6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A3DB7-964C-74DF-42C1-A9A6200F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D0C03-3515-4A92-AEF7-8C6B419E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35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2A3B9D-2A4D-ACC9-F9A7-6EF7FE80EA3E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231866-57C6-163D-5CA4-5865636F761F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529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B881E-EEAF-841D-F9FE-EFB2B7BA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F8AA7AD-703D-459F-5449-ABADA0DCC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2317835"/>
            <a:ext cx="4467957" cy="1257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28F9D9-B8C7-00FE-0F31-7423DA52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Spontaneous FWM (SFWM)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E2DC7-EBB4-68C5-9A72-203C3E98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E375C-B93D-7236-6A2F-7D8EDC91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ECF0-A0B8-B6B7-42E1-F3A4E6D4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36</a:t>
            </a:fld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46F204-E050-4776-8069-7BB4626A1D50}"/>
              </a:ext>
            </a:extLst>
          </p:cNvPr>
          <p:cNvGrpSpPr/>
          <p:nvPr/>
        </p:nvGrpSpPr>
        <p:grpSpPr>
          <a:xfrm>
            <a:off x="9510823" y="1345889"/>
            <a:ext cx="2665228" cy="5098715"/>
            <a:chOff x="9510823" y="1345889"/>
            <a:chExt cx="2665228" cy="5098715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92AF0B3B-2C6E-BA60-0FB0-5588D9761996}"/>
                </a:ext>
              </a:extLst>
            </p:cNvPr>
            <p:cNvSpPr txBox="1">
              <a:spLocks/>
            </p:cNvSpPr>
            <p:nvPr/>
          </p:nvSpPr>
          <p:spPr>
            <a:xfrm>
              <a:off x="9510823" y="1458482"/>
              <a:ext cx="2665228" cy="49861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200000"/>
                </a:lnSpc>
                <a:buNone/>
              </a:pPr>
              <a:r>
                <a:rPr lang="ca-ES" b="1" dirty="0">
                  <a:latin typeface="Bodoni MT" panose="02070603080606020203" pitchFamily="18" charset="0"/>
                </a:rPr>
                <a:t>Theory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Objectives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Setup</a:t>
              </a:r>
            </a:p>
            <a:p>
              <a:pPr marL="0" indent="0" algn="ctr">
                <a:lnSpc>
                  <a:spcPct val="200000"/>
                </a:lnSpc>
                <a:buNone/>
              </a:pPr>
              <a:r>
                <a:rPr lang="ca-ES" dirty="0">
                  <a:solidFill>
                    <a:schemeClr val="bg2">
                      <a:lumMod val="75000"/>
                    </a:schemeClr>
                  </a:solidFill>
                  <a:latin typeface="Bodoni MT" panose="02070603080606020203" pitchFamily="18" charset="0"/>
                </a:rPr>
                <a:t>Results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D1B615-9353-FDD1-F173-7EA9AE5E02AD}"/>
                </a:ext>
              </a:extLst>
            </p:cNvPr>
            <p:cNvCxnSpPr/>
            <p:nvPr/>
          </p:nvCxnSpPr>
          <p:spPr>
            <a:xfrm>
              <a:off x="9749971" y="1345889"/>
              <a:ext cx="0" cy="43833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23D6A65-EEB3-50AD-5456-222BED44B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28" y="3843029"/>
            <a:ext cx="4467957" cy="125744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79746E5-2B83-C641-82A0-BCCE4824BA04}"/>
              </a:ext>
            </a:extLst>
          </p:cNvPr>
          <p:cNvSpPr txBox="1"/>
          <p:nvPr/>
        </p:nvSpPr>
        <p:spPr>
          <a:xfrm>
            <a:off x="5812643" y="4320948"/>
            <a:ext cx="2968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b="1" dirty="0"/>
              <a:t>Stimulated</a:t>
            </a:r>
            <a:r>
              <a:rPr lang="ca-ES" dirty="0"/>
              <a:t> FWM (classical)</a:t>
            </a:r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198FCFB-3D59-3991-FEEB-51933974B746}"/>
              </a:ext>
            </a:extLst>
          </p:cNvPr>
          <p:cNvCxnSpPr/>
          <p:nvPr/>
        </p:nvCxnSpPr>
        <p:spPr>
          <a:xfrm>
            <a:off x="1268671" y="5002595"/>
            <a:ext cx="1267047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CD19E6-6763-E7FD-B56F-E54BEB256CB2}"/>
                  </a:ext>
                </a:extLst>
              </p:cNvPr>
              <p:cNvSpPr txBox="1"/>
              <p:nvPr/>
            </p:nvSpPr>
            <p:spPr>
              <a:xfrm>
                <a:off x="1344635" y="4976574"/>
                <a:ext cx="1289905" cy="666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seed</m:t>
                          </m:r>
                        </m:sub>
                      </m:sSub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5CD19E6-6763-E7FD-B56F-E54BEB256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35" y="4976574"/>
                <a:ext cx="1289905" cy="6661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83D36F6-F80A-0A86-E688-AFE58DF325AC}"/>
                  </a:ext>
                </a:extLst>
              </p:cNvPr>
              <p:cNvSpPr/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a-E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signal</m:t>
                          </m:r>
                        </m:sub>
                      </m:sSub>
                      <m:r>
                        <a:rPr lang="ca-E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idler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E83D36F6-F80A-0A86-E688-AFE58DF325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855" y="1605546"/>
                <a:ext cx="2929269" cy="520326"/>
              </a:xfrm>
              <a:prstGeom prst="roundRect">
                <a:avLst/>
              </a:prstGeom>
              <a:blipFill>
                <a:blip r:embed="rId4"/>
                <a:stretch>
                  <a:fillRect b="-1124"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62D4E2-8867-A7F6-753E-A65BB40F0416}"/>
              </a:ext>
            </a:extLst>
          </p:cNvPr>
          <p:cNvSpPr/>
          <p:nvPr/>
        </p:nvSpPr>
        <p:spPr>
          <a:xfrm>
            <a:off x="5675334" y="2615561"/>
            <a:ext cx="3242930" cy="86123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b="1" dirty="0">
                <a:solidFill>
                  <a:sysClr val="windowText" lastClr="000000"/>
                </a:solidFill>
              </a:rPr>
              <a:t>Spontaneous</a:t>
            </a:r>
            <a:r>
              <a:rPr lang="ca-ES" dirty="0">
                <a:solidFill>
                  <a:sysClr val="windowText" lastClr="000000"/>
                </a:solidFill>
              </a:rPr>
              <a:t> FWM (SFWM)</a:t>
            </a:r>
            <a:endParaRPr lang="en-GB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13DE75D-4149-55EE-6FEB-E77F83793795}"/>
              </a:ext>
            </a:extLst>
          </p:cNvPr>
          <p:cNvSpPr/>
          <p:nvPr/>
        </p:nvSpPr>
        <p:spPr>
          <a:xfrm>
            <a:off x="5675334" y="2615560"/>
            <a:ext cx="3242930" cy="86123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7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b="1" dirty="0">
                <a:solidFill>
                  <a:sysClr val="windowText" lastClr="000000"/>
                </a:solidFill>
              </a:rPr>
              <a:t>Spontaneous</a:t>
            </a:r>
            <a:r>
              <a:rPr lang="ca-ES" dirty="0">
                <a:solidFill>
                  <a:sysClr val="windowText" lastClr="000000"/>
                </a:solidFill>
              </a:rPr>
              <a:t> FWM (SFWM)</a:t>
            </a:r>
            <a:endParaRPr lang="en-GB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277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C8BB-ACC3-BF33-D59A-D184035A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4260D-E701-8BFC-1332-D1DA85D7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Polarization-encoded qubits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F0B71-E6B0-71DD-E435-61B18DBD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F35B7-BE63-76D2-B791-F5FC2883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587BA-592E-AA86-139A-0F98CA42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37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DD8888-D6D9-84F4-A6D4-C9048B65DDCE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CA132F-AB07-AAB4-F323-AD6FF71D0D6B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1207E3-1861-D616-02A6-1D0755F25473}"/>
              </a:ext>
            </a:extLst>
          </p:cNvPr>
          <p:cNvSpPr txBox="1"/>
          <p:nvPr/>
        </p:nvSpPr>
        <p:spPr>
          <a:xfrm>
            <a:off x="7087044" y="4669722"/>
            <a:ext cx="2613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2">
                    <a:lumMod val="75000"/>
                  </a:schemeClr>
                </a:solidFill>
              </a:rPr>
              <a:t>https://leimao.github.io/blog/Qubit-Bloch-Sphere/</a:t>
            </a:r>
          </a:p>
        </p:txBody>
      </p:sp>
      <p:pic>
        <p:nvPicPr>
          <p:cNvPr id="12" name="Picture 11" descr="Quantum Bit and Bloch Sphere - Lei Mao's Log Book">
            <a:extLst>
              <a:ext uri="{FF2B5EF4-FFF2-40B4-BE49-F238E27FC236}">
                <a16:creationId xmlns:a16="http://schemas.microsoft.com/office/drawing/2014/main" id="{113A1468-00E2-74E5-57FA-23809B1DF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894" y="2317835"/>
            <a:ext cx="2179661" cy="23180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AD2274-6B3E-685A-8922-F652A567AC37}"/>
                  </a:ext>
                </a:extLst>
              </p:cNvPr>
              <p:cNvSpPr txBox="1"/>
              <p:nvPr/>
            </p:nvSpPr>
            <p:spPr>
              <a:xfrm>
                <a:off x="2873507" y="1805419"/>
                <a:ext cx="11843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EAD2274-6B3E-685A-8922-F652A567A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507" y="1805419"/>
                <a:ext cx="118436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0EF5C3E-44F0-E398-9AED-0AAFFC4C11A7}"/>
              </a:ext>
            </a:extLst>
          </p:cNvPr>
          <p:cNvSpPr txBox="1"/>
          <p:nvPr/>
        </p:nvSpPr>
        <p:spPr>
          <a:xfrm>
            <a:off x="2512556" y="1436087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Rectlinear basis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ADE6D1-A4C8-5646-3FE2-D323137DB417}"/>
              </a:ext>
            </a:extLst>
          </p:cNvPr>
          <p:cNvSpPr txBox="1"/>
          <p:nvPr/>
        </p:nvSpPr>
        <p:spPr>
          <a:xfrm>
            <a:off x="215566" y="1436087"/>
            <a:ext cx="1976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Polarization mode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ABDC9B-1E4D-A364-4D79-5C28B739EC98}"/>
                  </a:ext>
                </a:extLst>
              </p:cNvPr>
              <p:cNvSpPr txBox="1"/>
              <p:nvPr/>
            </p:nvSpPr>
            <p:spPr>
              <a:xfrm>
                <a:off x="616684" y="1805419"/>
                <a:ext cx="117077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ca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TE</m:t>
                    </m:r>
                    <m:r>
                      <a:rPr lang="ca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ca-ES" b="0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ca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  <a:p>
                <a:r>
                  <a:rPr lang="ca-ES" dirty="0"/>
                  <a:t> </a:t>
                </a:r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ABDC9B-1E4D-A364-4D79-5C28B739E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84" y="1805419"/>
                <a:ext cx="117077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24495F8-4F8F-97C0-E71B-317E104D214D}"/>
              </a:ext>
            </a:extLst>
          </p:cNvPr>
          <p:cNvSpPr txBox="1"/>
          <p:nvPr/>
        </p:nvSpPr>
        <p:spPr>
          <a:xfrm>
            <a:off x="4653024" y="1430922"/>
            <a:ext cx="164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Diagonal basis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1701AE-9AFD-FB1B-A824-CC23CB48FD78}"/>
                  </a:ext>
                </a:extLst>
              </p:cNvPr>
              <p:cNvSpPr txBox="1"/>
              <p:nvPr/>
            </p:nvSpPr>
            <p:spPr>
              <a:xfrm>
                <a:off x="4164793" y="1734174"/>
                <a:ext cx="3240759" cy="1513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d>
                    </m:oMath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1701AE-9AFD-FB1B-A824-CC23CB48F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793" y="1734174"/>
                <a:ext cx="3240759" cy="15138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092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C16F-D74B-5DFA-E03E-FD601170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B15D-2EA7-B3F8-A03F-81760148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Polarization-encoded qubits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06A5E-ABB8-6709-FE70-B1FBC265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65EC-A356-EDCC-67CF-278358DD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CDACA-4D6C-5A6E-D28A-5B442E88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38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26F216-9D24-2515-98B7-8E7F35F58E66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D3F302-5A9A-EAED-9E8A-9C53AE4920E3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87EEDC-6A2E-9FC8-927F-AAA8AE982C1D}"/>
              </a:ext>
            </a:extLst>
          </p:cNvPr>
          <p:cNvSpPr txBox="1"/>
          <p:nvPr/>
        </p:nvSpPr>
        <p:spPr>
          <a:xfrm>
            <a:off x="7087044" y="4669722"/>
            <a:ext cx="2613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2">
                    <a:lumMod val="75000"/>
                  </a:schemeClr>
                </a:solidFill>
              </a:rPr>
              <a:t>https://leimao.github.io/blog/Qubit-Bloch-Sphere/</a:t>
            </a:r>
          </a:p>
        </p:txBody>
      </p:sp>
      <p:pic>
        <p:nvPicPr>
          <p:cNvPr id="12" name="Picture 11" descr="Quantum Bit and Bloch Sphere - Lei Mao's Log Book">
            <a:extLst>
              <a:ext uri="{FF2B5EF4-FFF2-40B4-BE49-F238E27FC236}">
                <a16:creationId xmlns:a16="http://schemas.microsoft.com/office/drawing/2014/main" id="{601A4499-7857-85EF-E4B8-62DC2CC44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894" y="2317835"/>
            <a:ext cx="2179661" cy="23180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73EFE4-1D72-E2E7-8F80-6B6EE39D8F08}"/>
                  </a:ext>
                </a:extLst>
              </p:cNvPr>
              <p:cNvSpPr txBox="1"/>
              <p:nvPr/>
            </p:nvSpPr>
            <p:spPr>
              <a:xfrm>
                <a:off x="2873507" y="1805419"/>
                <a:ext cx="118436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73EFE4-1D72-E2E7-8F80-6B6EE39D8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507" y="1805419"/>
                <a:ext cx="118436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C3FE762-DA93-44B8-FEA9-2897D598E6D0}"/>
              </a:ext>
            </a:extLst>
          </p:cNvPr>
          <p:cNvSpPr txBox="1"/>
          <p:nvPr/>
        </p:nvSpPr>
        <p:spPr>
          <a:xfrm>
            <a:off x="2512556" y="1436087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Rectlinear basis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61597D-78A9-DBE0-7268-786044F75BBD}"/>
              </a:ext>
            </a:extLst>
          </p:cNvPr>
          <p:cNvSpPr txBox="1"/>
          <p:nvPr/>
        </p:nvSpPr>
        <p:spPr>
          <a:xfrm>
            <a:off x="215566" y="1436087"/>
            <a:ext cx="1976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Polarization mode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AAFF44-49A0-C442-BDCB-9F79D6A6CD42}"/>
                  </a:ext>
                </a:extLst>
              </p:cNvPr>
              <p:cNvSpPr txBox="1"/>
              <p:nvPr/>
            </p:nvSpPr>
            <p:spPr>
              <a:xfrm>
                <a:off x="616684" y="1805419"/>
                <a:ext cx="117077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ca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TE</m:t>
                    </m:r>
                    <m:r>
                      <a:rPr lang="ca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ca-E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ca-E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d>
                    </m:oMath>
                  </m:oMathPara>
                </a14:m>
                <a:endParaRPr lang="ca-ES" b="0" dirty="0"/>
              </a:p>
              <a:p>
                <a:r>
                  <a:rPr lang="ca-ES" dirty="0"/>
                  <a:t> </a:t>
                </a:r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AAFF44-49A0-C442-BDCB-9F79D6A6C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84" y="1805419"/>
                <a:ext cx="1170770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51CA44-62A0-8CAE-4DAF-C5B38152F460}"/>
                  </a:ext>
                </a:extLst>
              </p:cNvPr>
              <p:cNvSpPr txBox="1"/>
              <p:nvPr/>
            </p:nvSpPr>
            <p:spPr>
              <a:xfrm>
                <a:off x="1450417" y="3537546"/>
                <a:ext cx="4424737" cy="1218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𝚿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a-ES" dirty="0"/>
              </a:p>
              <a:p>
                <a:endParaRPr lang="ca-ES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51CA44-62A0-8CAE-4DAF-C5B38152F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417" y="3537546"/>
                <a:ext cx="4424737" cy="12186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FE1D1DD-118B-E32D-1C58-4774C3BEB38D}"/>
              </a:ext>
            </a:extLst>
          </p:cNvPr>
          <p:cNvSpPr txBox="1"/>
          <p:nvPr/>
        </p:nvSpPr>
        <p:spPr>
          <a:xfrm>
            <a:off x="215566" y="3711552"/>
            <a:ext cx="1802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Entangled state: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019B66-EFC7-18AB-C7EF-43F98EB7F74D}"/>
              </a:ext>
            </a:extLst>
          </p:cNvPr>
          <p:cNvSpPr txBox="1"/>
          <p:nvPr/>
        </p:nvSpPr>
        <p:spPr>
          <a:xfrm>
            <a:off x="4653024" y="1430922"/>
            <a:ext cx="164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Diagonal basis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67DAC6-0C1F-6887-689B-40A623FE966D}"/>
                  </a:ext>
                </a:extLst>
              </p:cNvPr>
              <p:cNvSpPr txBox="1"/>
              <p:nvPr/>
            </p:nvSpPr>
            <p:spPr>
              <a:xfrm>
                <a:off x="4164793" y="1734174"/>
                <a:ext cx="3240759" cy="1513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d>
                    </m:oMath>
                    <m:oMath>
                      <m:d>
                        <m:dPr>
                          <m:begChr m:val="|"/>
                          <m:endChr m:val="⟩"/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67DAC6-0C1F-6887-689B-40A623FE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793" y="1734174"/>
                <a:ext cx="3240759" cy="15138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DF1A24-22B5-D645-EE23-5FABEA932B6E}"/>
                  </a:ext>
                </a:extLst>
              </p:cNvPr>
              <p:cNvSpPr txBox="1"/>
              <p:nvPr/>
            </p:nvSpPr>
            <p:spPr>
              <a:xfrm>
                <a:off x="259126" y="4813490"/>
                <a:ext cx="6095114" cy="5003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ca-ES" b="0" dirty="0"/>
                  <a:t>Bell state: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ca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ca-ES" b="0" i="1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ca-E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𝐻𝐻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ca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b="0" i="1" smtClean="0">
                            <a:latin typeface="Cambria Math" panose="02040503050406030204" pitchFamily="18" charset="0"/>
                          </a:rPr>
                          <m:t>DD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b="0" i="1" smtClean="0">
                            <a:latin typeface="Cambria Math" panose="02040503050406030204" pitchFamily="18" charset="0"/>
                          </a:rPr>
                          <m:t>AA</m:t>
                        </m:r>
                      </m:e>
                    </m:d>
                    <m:r>
                      <a:rPr lang="ca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DF1A24-22B5-D645-EE23-5FABEA932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6" y="4813490"/>
                <a:ext cx="6095114" cy="500393"/>
              </a:xfrm>
              <a:prstGeom prst="rect">
                <a:avLst/>
              </a:prstGeom>
              <a:blipFill>
                <a:blip r:embed="rId7"/>
                <a:stretch>
                  <a:fillRect l="-901" b="-60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1654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8FF4-B1CB-150C-B3C9-BB87397BA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73FC-19AF-C2DF-EA48-43B3DBFF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Entanglement generation: Sagnac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BF91-A9D0-1990-7C61-766E1467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8EC09-B9D5-0DDE-6817-0DA3A23B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0F264-176C-F3F3-AFB5-1D6C7FCC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39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EA326E-4E38-E259-3868-FF458E01C054}"/>
              </a:ext>
            </a:extLst>
          </p:cNvPr>
          <p:cNvGrpSpPr/>
          <p:nvPr/>
        </p:nvGrpSpPr>
        <p:grpSpPr>
          <a:xfrm>
            <a:off x="2608521" y="1770432"/>
            <a:ext cx="6795977" cy="2801568"/>
            <a:chOff x="1732311" y="2336419"/>
            <a:chExt cx="7841820" cy="318089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469B43-23A8-6597-8547-BB814D140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2311" y="2336419"/>
              <a:ext cx="7841820" cy="318089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820BA2-4DB5-AB35-FBEF-9F6F1004346D}"/>
                </a:ext>
              </a:extLst>
            </p:cNvPr>
            <p:cNvSpPr txBox="1"/>
            <p:nvPr/>
          </p:nvSpPr>
          <p:spPr>
            <a:xfrm>
              <a:off x="5224862" y="3545468"/>
              <a:ext cx="25223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sz="2800" dirty="0">
                  <a:latin typeface="Bodoni MT" panose="02070603080606020203" pitchFamily="18" charset="0"/>
                  <a:cs typeface="Biome Light" panose="020B0502040204020203" pitchFamily="34" charset="0"/>
                </a:rPr>
                <a:t>Sagnac loop</a:t>
              </a:r>
              <a:endParaRPr lang="en-GB" sz="2800" dirty="0">
                <a:latin typeface="Bodoni MT" panose="02070603080606020203" pitchFamily="18" charset="0"/>
                <a:cs typeface="Biome Light" panose="020B0502040204020203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C15EC5-E5F0-4864-69FA-2A0E5ABB1549}"/>
                  </a:ext>
                </a:extLst>
              </p:cNvPr>
              <p:cNvSpPr txBox="1"/>
              <p:nvPr/>
            </p:nvSpPr>
            <p:spPr>
              <a:xfrm>
                <a:off x="1881963" y="4830278"/>
                <a:ext cx="3925562" cy="500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Output: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𝚿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𝐻𝐻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p>
                    </m:sSup>
                    <m:d>
                      <m:dPr>
                        <m:begChr m:val="|"/>
                        <m:endChr m:val="⟩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ca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ca-E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C15EC5-E5F0-4864-69FA-2A0E5ABB1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963" y="4830278"/>
                <a:ext cx="3925562" cy="500393"/>
              </a:xfrm>
              <a:prstGeom prst="rect">
                <a:avLst/>
              </a:prstGeom>
              <a:blipFill>
                <a:blip r:embed="rId3"/>
                <a:stretch>
                  <a:fillRect l="-1398" b="-60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E02CF5-0EA8-912B-4CE7-7AD18E64DA2F}"/>
              </a:ext>
            </a:extLst>
          </p:cNvPr>
          <p:cNvSpPr txBox="1"/>
          <p:nvPr/>
        </p:nvSpPr>
        <p:spPr>
          <a:xfrm>
            <a:off x="7821237" y="5359871"/>
            <a:ext cx="4050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Improve slide</a:t>
            </a:r>
            <a:br>
              <a:rPr lang="ca-ES" dirty="0">
                <a:highlight>
                  <a:srgbClr val="FFFF00"/>
                </a:highlight>
              </a:rPr>
            </a:br>
            <a:r>
              <a:rPr lang="ca-ES" dirty="0">
                <a:highlight>
                  <a:srgbClr val="FFFF00"/>
                </a:highlight>
              </a:rPr>
              <a:t>more details in drawing maybe (output)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BE5D175-7F47-209B-9574-651F143AA1A8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9DE82E-6713-4873-61BA-E72F32921FC4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5299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7FA6-1950-B693-5074-9DCBBFFE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084C4-B1F2-E170-B3AE-7D73297E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6E52B-1156-4F96-CBFC-F9FF37446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6E584-4116-193A-B9AD-28F9BFE7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40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C81149-6886-1828-39FB-20B6176E7A79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43B718-94D3-AD5C-A257-A55B7753F834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109792-8999-3141-2AF5-77AA6C1939AC}"/>
              </a:ext>
            </a:extLst>
          </p:cNvPr>
          <p:cNvCxnSpPr/>
          <p:nvPr/>
        </p:nvCxnSpPr>
        <p:spPr>
          <a:xfrm>
            <a:off x="3668634" y="135546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2D21D19-C246-3145-0ADE-27C68826AFCA}"/>
                  </a:ext>
                </a:extLst>
              </p:cNvPr>
              <p:cNvSpPr/>
              <p:nvPr/>
            </p:nvSpPr>
            <p:spPr>
              <a:xfrm>
                <a:off x="422569" y="2842615"/>
                <a:ext cx="2860496" cy="97245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ca-ES" dirty="0" smtClean="0">
                          <a:solidFill>
                            <a:schemeClr val="tx1"/>
                          </a:solidFill>
                          <a:latin typeface="Bodoni MT" panose="02070603080606020203" pitchFamily="18" charset="0"/>
                        </a:rPr>
                        <m:t>Photon-pair generation performance for TE, TM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  <a:latin typeface="Bodoni MT" panose="02070603080606020203" pitchFamily="18" charset="0"/>
                </a:endParaRPr>
              </a:p>
            </p:txBody>
          </p:sp>
        </mc:Choice>
        <mc:Fallback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2D21D19-C246-3145-0ADE-27C68826A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69" y="2842615"/>
                <a:ext cx="2860496" cy="9724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486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8C51-4E29-B024-5256-BE21C3C5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5D435-5CAC-01D6-9483-0F72825F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EA73E-3B7C-F182-1322-B9400A04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94472-4822-C368-F18C-2539492F4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41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832A4C-3937-8E70-3983-650354EE0AB9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E1A83F-8988-2417-BC77-FF0A0B991A6B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4EC752-80FC-2A78-DFB7-33043C6C1699}"/>
              </a:ext>
            </a:extLst>
          </p:cNvPr>
          <p:cNvCxnSpPr/>
          <p:nvPr/>
        </p:nvCxnSpPr>
        <p:spPr>
          <a:xfrm>
            <a:off x="3668634" y="135546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B57B7C-3709-DB9D-9AD0-7D0A45856FDF}"/>
              </a:ext>
            </a:extLst>
          </p:cNvPr>
          <p:cNvSpPr txBox="1"/>
          <p:nvPr/>
        </p:nvSpPr>
        <p:spPr>
          <a:xfrm>
            <a:off x="3907782" y="1273792"/>
            <a:ext cx="3416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Figure of merit: Coincidences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019D00-1F90-877E-C871-77CEB487CBCE}"/>
              </a:ext>
            </a:extLst>
          </p:cNvPr>
          <p:cNvSpPr txBox="1"/>
          <p:nvPr/>
        </p:nvSpPr>
        <p:spPr>
          <a:xfrm>
            <a:off x="3856982" y="3815071"/>
            <a:ext cx="556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Figure of merit: Coincidence-to-Accidental Ratio (CAR)</a:t>
            </a:r>
            <a:endParaRPr lang="en-GB" dirty="0">
              <a:latin typeface="Bodoni MT" panose="020706030806060202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DB59C060-D37F-C478-1633-857CB6C1D861}"/>
                  </a:ext>
                </a:extLst>
              </p:cNvPr>
              <p:cNvSpPr/>
              <p:nvPr/>
            </p:nvSpPr>
            <p:spPr>
              <a:xfrm>
                <a:off x="422569" y="2842615"/>
                <a:ext cx="2860496" cy="972456"/>
              </a:xfrm>
              <a:prstGeom prst="roundRect">
                <a:avLst/>
              </a:prstGeom>
              <a:solidFill>
                <a:srgbClr val="F8F3EF"/>
              </a:solidFill>
              <a:ln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ca-ES" i="0" dirty="0" smtClean="0">
                          <a:solidFill>
                            <a:schemeClr val="tx1"/>
                          </a:solidFill>
                          <a:latin typeface="Bodoni MT" panose="02070603080606020203" pitchFamily="18" charset="0"/>
                        </a:rPr>
                        <m:t>Photon</m:t>
                      </m:r>
                      <m:r>
                        <m:rPr>
                          <m:nor/>
                        </m:rPr>
                        <a:rPr lang="ca-ES" b="0" i="0" dirty="0" smtClean="0">
                          <a:solidFill>
                            <a:schemeClr val="tx1"/>
                          </a:solidFill>
                          <a:latin typeface="Bodoni MT" panose="02070603080606020203" pitchFamily="18" charset="0"/>
                        </a:rPr>
                        <m:t>-</m:t>
                      </m:r>
                      <m:r>
                        <m:rPr>
                          <m:nor/>
                        </m:rPr>
                        <a:rPr lang="ca-ES" i="0" dirty="0" smtClean="0">
                          <a:solidFill>
                            <a:schemeClr val="tx1"/>
                          </a:solidFill>
                          <a:latin typeface="Bodoni MT" panose="02070603080606020203" pitchFamily="18" charset="0"/>
                        </a:rPr>
                        <m:t>pair generation performance for TE, TM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  <a:latin typeface="Bodoni MT" panose="02070603080606020203" pitchFamily="18" charset="0"/>
                </a:endParaRPr>
              </a:p>
            </p:txBody>
          </p:sp>
        </mc:Choice>
        <mc:Fallback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DB59C060-D37F-C478-1633-857CB6C1D8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69" y="2842615"/>
                <a:ext cx="2860496" cy="97245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4F631CB6-8F8E-53A1-E23C-6E40DCAF1BF6}"/>
              </a:ext>
            </a:extLst>
          </p:cNvPr>
          <p:cNvSpPr txBox="1"/>
          <p:nvPr/>
        </p:nvSpPr>
        <p:spPr>
          <a:xfrm>
            <a:off x="4169756" y="1864156"/>
            <a:ext cx="315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Single counts // Coincidences</a:t>
            </a:r>
          </a:p>
          <a:p>
            <a:r>
              <a:rPr lang="ca-ES" dirty="0"/>
              <a:t>Raw cc // Acc cc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AB8735-020F-A101-1329-43A75BEB0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918" y="3214686"/>
            <a:ext cx="1962164" cy="4286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1D194A-6D32-CDBF-E1BB-03226DF1D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918" y="4405435"/>
            <a:ext cx="2800370" cy="64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66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CD2CA-8D32-58B3-7DD5-02A7F40A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E278D-7712-7F28-2A36-CD349F0EE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D2B49-AAD8-85CC-20E4-D6684448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1259B-6DAC-D968-5C86-E75B8259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42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8174B3-FFFB-5C11-CF44-2AA45F6FF270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BF4C39-CAF2-FF07-0B6F-F12E46103237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F61E6B5-9B72-9254-043A-074286A2A7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" r="-128"/>
          <a:stretch>
            <a:fillRect/>
          </a:stretch>
        </p:blipFill>
        <p:spPr>
          <a:xfrm>
            <a:off x="0" y="1458482"/>
            <a:ext cx="9670309" cy="316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779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69F4-6930-9D92-47DB-BBB172F9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A1980-D1C6-EEEF-FE99-95882C593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Quantum light generation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B9669-F6AC-4A6C-87E3-F4D11372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FF86B-D480-5C88-0827-20A889409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36D60-7F2F-E1E5-39CA-9EA0651D7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43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857471B-F1C6-104B-582A-C48F7543A517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BD8FF1-BC84-836B-65F1-1A4C1EC5D576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54BC24F-F920-D691-0BDB-D555801C8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6" y="1621465"/>
            <a:ext cx="4773188" cy="3333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3CDBE8-A638-C6B8-8414-F6DBED725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388" y="1511603"/>
            <a:ext cx="4039708" cy="365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01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EDC3D1-5E7D-3F9D-8D35-4ADFDB45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8EE8-499A-F6AD-2337-F665E875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Quantum light generation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50008-98A1-2B68-642F-03EF030D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912A0-EE06-D151-B020-93E3BC9A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7A1E6-C453-2D72-7F00-3391DCA4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44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AC4BD2-9EB6-2DCF-3881-2F879176BCB8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BA69CD-C6E1-5CC8-2E60-1CF1B38E3AA1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22D4891-B69C-8F01-8D54-849955883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6" y="1621465"/>
            <a:ext cx="4773188" cy="3333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C35142-EC1A-FDDF-7C35-DA747705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388" y="1511603"/>
            <a:ext cx="4039708" cy="36541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73CAC4-7C4A-872F-1297-0174AD23FB35}"/>
              </a:ext>
            </a:extLst>
          </p:cNvPr>
          <p:cNvSpPr/>
          <p:nvPr/>
        </p:nvSpPr>
        <p:spPr>
          <a:xfrm>
            <a:off x="919716" y="1690688"/>
            <a:ext cx="489098" cy="2897261"/>
          </a:xfrm>
          <a:prstGeom prst="rect">
            <a:avLst/>
          </a:prstGeom>
          <a:solidFill>
            <a:schemeClr val="accent2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9A98CD-DA05-7149-C5C9-1E111E26CCF2}"/>
              </a:ext>
            </a:extLst>
          </p:cNvPr>
          <p:cNvCxnSpPr/>
          <p:nvPr/>
        </p:nvCxnSpPr>
        <p:spPr>
          <a:xfrm>
            <a:off x="3163186" y="2546498"/>
            <a:ext cx="148856" cy="579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1902F-DAAF-E054-22A7-1D7D89461989}"/>
                  </a:ext>
                </a:extLst>
              </p:cNvPr>
              <p:cNvSpPr txBox="1"/>
              <p:nvPr/>
            </p:nvSpPr>
            <p:spPr>
              <a:xfrm>
                <a:off x="2876620" y="2513069"/>
                <a:ext cx="20127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C1902F-DAAF-E054-22A7-1D7D89461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620" y="2513069"/>
                <a:ext cx="201273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E4B8EE0-4375-91BC-D4B2-D389F5D1FD11}"/>
              </a:ext>
            </a:extLst>
          </p:cNvPr>
          <p:cNvSpPr txBox="1"/>
          <p:nvPr/>
        </p:nvSpPr>
        <p:spPr>
          <a:xfrm>
            <a:off x="5813250" y="5396445"/>
            <a:ext cx="3887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Polarization–dependent background?</a:t>
            </a:r>
          </a:p>
          <a:p>
            <a:r>
              <a:rPr lang="ca-ES" dirty="0"/>
              <a:t>Pair-generation efficiency?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1831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2FCC8-BB0F-8A54-D43E-C584EC3D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3AA1-E3E9-5B72-365F-AA5A3141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Quantum light generation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64211-0A0D-9F65-BBC6-7DB0D14D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AC03-0F4F-0246-C4DE-CAF0D4EB2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494E0-181B-96E1-3A2B-46AD4AFD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45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7A21EA-D2F1-351E-D576-A28414293707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476E7E-E53A-6CC7-D0BE-69D90F448EB6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1C53040-5569-4EED-CBEB-346D3C03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6" y="1621465"/>
            <a:ext cx="4773188" cy="3333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B3AB34-6C6C-D5C3-A562-39F794251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388" y="1511603"/>
            <a:ext cx="4039708" cy="3654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03CFB1-6383-AFF6-F0F4-5F2C1D7D644F}"/>
              </a:ext>
            </a:extLst>
          </p:cNvPr>
          <p:cNvSpPr txBox="1"/>
          <p:nvPr/>
        </p:nvSpPr>
        <p:spPr>
          <a:xfrm>
            <a:off x="5813250" y="5396445"/>
            <a:ext cx="3887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Polarization–dependent background?</a:t>
            </a:r>
          </a:p>
          <a:p>
            <a:r>
              <a:rPr lang="ca-ES" dirty="0"/>
              <a:t>Pair-generation efficiency?</a:t>
            </a:r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044B42-7B83-B143-38C1-BB64C0704E8D}"/>
              </a:ext>
            </a:extLst>
          </p:cNvPr>
          <p:cNvCxnSpPr/>
          <p:nvPr/>
        </p:nvCxnSpPr>
        <p:spPr>
          <a:xfrm>
            <a:off x="7756451" y="1945758"/>
            <a:ext cx="0" cy="1802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B57EC8-AF99-10B7-74F5-55DCE0E02E5B}"/>
                  </a:ext>
                </a:extLst>
              </p:cNvPr>
              <p:cNvSpPr txBox="1"/>
              <p:nvPr/>
            </p:nvSpPr>
            <p:spPr>
              <a:xfrm>
                <a:off x="7180652" y="2662201"/>
                <a:ext cx="57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ca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ca-ES" dirty="0"/>
                  <a:t>x2</a:t>
                </a:r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2B57EC8-AF99-10B7-74F5-55DCE0E02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652" y="2662201"/>
                <a:ext cx="575799" cy="369332"/>
              </a:xfrm>
              <a:prstGeom prst="rect">
                <a:avLst/>
              </a:prstGeom>
              <a:blipFill>
                <a:blip r:embed="rId4"/>
                <a:stretch>
                  <a:fillRect t="-8333" r="-8511"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8311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1DC4-2C43-2FD9-AE2D-2D14D1A0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6A0B-88CB-56F9-08D2-1D458A590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Quantum light generation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7577-12AC-4701-ED09-32BE26A8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00EE5-E9EA-B126-4C01-83DB40E7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84CD-208B-160F-A75B-96D0BB0E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46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03EA8F-C41F-58C5-CD69-3B422ED08D0C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8F9C0A-6380-D47A-D8E6-F110456DF627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25DCB995-1147-D039-58D3-C01EF047A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88" y="1511603"/>
            <a:ext cx="4039708" cy="36541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6554B5-70C0-97A7-1129-C46798736040}"/>
              </a:ext>
            </a:extLst>
          </p:cNvPr>
          <p:cNvSpPr txBox="1"/>
          <p:nvPr/>
        </p:nvSpPr>
        <p:spPr>
          <a:xfrm>
            <a:off x="5813250" y="5396445"/>
            <a:ext cx="3887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Polarization–dependent background?</a:t>
            </a:r>
          </a:p>
          <a:p>
            <a:r>
              <a:rPr lang="ca-ES" b="1" dirty="0"/>
              <a:t>Pair-generation efficiency</a:t>
            </a:r>
            <a:r>
              <a:rPr lang="ca-ES" dirty="0"/>
              <a:t>?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655DE1-345C-F931-D432-86A15B3C0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" r="6332"/>
          <a:stretch>
            <a:fillRect/>
          </a:stretch>
        </p:blipFill>
        <p:spPr>
          <a:xfrm>
            <a:off x="274117" y="1391977"/>
            <a:ext cx="5312552" cy="389340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EEC4F04-6AD1-6B10-CB70-9C8E3CAB2AF9}"/>
              </a:ext>
            </a:extLst>
          </p:cNvPr>
          <p:cNvSpPr/>
          <p:nvPr/>
        </p:nvSpPr>
        <p:spPr>
          <a:xfrm>
            <a:off x="2268726" y="1690688"/>
            <a:ext cx="1493875" cy="3176478"/>
          </a:xfrm>
          <a:prstGeom prst="rect">
            <a:avLst/>
          </a:prstGeom>
          <a:solidFill>
            <a:schemeClr val="accent5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7B5E68-8E86-2311-2178-8ED9D7080EB7}"/>
              </a:ext>
            </a:extLst>
          </p:cNvPr>
          <p:cNvSpPr/>
          <p:nvPr/>
        </p:nvSpPr>
        <p:spPr>
          <a:xfrm>
            <a:off x="744278" y="1690689"/>
            <a:ext cx="1524448" cy="3176478"/>
          </a:xfrm>
          <a:prstGeom prst="rect">
            <a:avLst/>
          </a:prstGeom>
          <a:solidFill>
            <a:schemeClr val="accent2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2CE693-D657-9BC6-F91B-88B488D9BF1C}"/>
                  </a:ext>
                </a:extLst>
              </p:cNvPr>
              <p:cNvSpPr txBox="1"/>
              <p:nvPr/>
            </p:nvSpPr>
            <p:spPr>
              <a:xfrm>
                <a:off x="233454" y="3105056"/>
                <a:ext cx="26400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b="0" i="0" smtClean="0">
                              <a:latin typeface="Cambria Math" panose="02040503050406030204" pitchFamily="18" charset="0"/>
                            </a:rPr>
                            <m:t>true</m:t>
                          </m:r>
                        </m:sub>
                      </m:sSub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ca-ES" b="0" i="0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2CE693-D657-9BC6-F91B-88B488D9B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54" y="3105056"/>
                <a:ext cx="264001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7A225A-3FB1-364E-3A0B-FBDF941829C3}"/>
                  </a:ext>
                </a:extLst>
              </p:cNvPr>
              <p:cNvSpPr txBox="1"/>
              <p:nvPr/>
            </p:nvSpPr>
            <p:spPr>
              <a:xfrm>
                <a:off x="1631560" y="5364668"/>
                <a:ext cx="2597665" cy="991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i="0" smtClean="0">
                              <a:latin typeface="Cambria Math" panose="02040503050406030204" pitchFamily="18" charset="0"/>
                            </a:rPr>
                            <m:t>dBm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ca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ca-ES" b="0" i="1" smtClean="0"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ca-ES" b="0" i="1" smtClean="0">
                                          <a:latin typeface="Cambria Math" panose="02040503050406030204" pitchFamily="18" charset="0"/>
                                        </a:rPr>
                                        <m:t>mW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nor/>
                                    </m:rPr>
                                    <a:rPr lang="en-GB" i="0" smtClean="0">
                                      <a:latin typeface="Cambria Math" panose="02040503050406030204" pitchFamily="18" charset="0"/>
                                    </a:rPr>
                                    <m:t>mW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7A225A-3FB1-364E-3A0B-FBDF94182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60" y="5364668"/>
                <a:ext cx="2597665" cy="9916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832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12305-363F-E34A-4AC1-2CF2C75D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1860-EBDA-F925-7C17-5CCA2F52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b="1" dirty="0"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B9DA-4D68-3421-AACE-70EBDC5D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CCA2-A260-B6DB-A643-6BFF885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1397F-581E-131D-9E4D-5158F4C3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47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CFF0FF-814E-B043-DFE5-A24D29F08244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236C15-7C5C-39F9-C9EB-11CD9716AE83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88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9D473-5726-6C54-511A-B58015AE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40D7-8AAB-599E-92A0-386265A9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Projective measurement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8435E-8B3C-F05E-3105-1C9F5B89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11570-4D3A-39A6-D716-B2B781D4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45FE7-E017-B701-83E4-479DE49E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48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4000D1-DF02-B60F-44E8-9C77094431E9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91136B-13D4-BE51-BEDC-6EAE5D25CA89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17AAA3-8D6D-9DCC-A103-26608B315EBC}"/>
              </a:ext>
            </a:extLst>
          </p:cNvPr>
          <p:cNvSpPr txBox="1"/>
          <p:nvPr/>
        </p:nvSpPr>
        <p:spPr>
          <a:xfrm>
            <a:off x="7179162" y="5782237"/>
            <a:ext cx="2613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2">
                    <a:lumMod val="75000"/>
                  </a:schemeClr>
                </a:solidFill>
              </a:rPr>
              <a:t>https://leimao.github.io/blog/Qubit-Bloch-Sphere/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877782-1AB2-5CCF-704C-8CC5258F5F85}"/>
                  </a:ext>
                </a:extLst>
              </p:cNvPr>
              <p:cNvSpPr txBox="1"/>
              <p:nvPr/>
            </p:nvSpPr>
            <p:spPr>
              <a:xfrm>
                <a:off x="681318" y="1834776"/>
                <a:ext cx="23289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Separable state: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e>
                    </m:d>
                  </m:oMath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877782-1AB2-5CCF-704C-8CC5258F5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" y="1834776"/>
                <a:ext cx="2328907" cy="646331"/>
              </a:xfrm>
              <a:prstGeom prst="rect">
                <a:avLst/>
              </a:prstGeom>
              <a:blipFill>
                <a:blip r:embed="rId2"/>
                <a:stretch>
                  <a:fillRect l="-2356" t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B1A4FA-CA92-D796-9143-0D2FEBFE137B}"/>
                  </a:ext>
                </a:extLst>
              </p:cNvPr>
              <p:cNvSpPr txBox="1"/>
              <p:nvPr/>
            </p:nvSpPr>
            <p:spPr>
              <a:xfrm>
                <a:off x="217896" y="2358553"/>
                <a:ext cx="176330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Measure in </a:t>
                </a:r>
                <a14:m>
                  <m:oMath xmlns:m="http://schemas.openxmlformats.org/officeDocument/2006/math">
                    <m:r>
                      <a:rPr lang="ca-E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ca-ES" b="0" dirty="0"/>
              </a:p>
              <a:p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B1A4FA-CA92-D796-9143-0D2FEBFE1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96" y="2358553"/>
                <a:ext cx="1763303" cy="923330"/>
              </a:xfrm>
              <a:prstGeom prst="rect">
                <a:avLst/>
              </a:prstGeom>
              <a:blipFill>
                <a:blip r:embed="rId3"/>
                <a:stretch>
                  <a:fillRect l="-3114" t="-33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2C886D-3F40-3E91-67F5-F00858F54A5D}"/>
                  </a:ext>
                </a:extLst>
              </p:cNvPr>
              <p:cNvSpPr txBox="1"/>
              <p:nvPr/>
            </p:nvSpPr>
            <p:spPr>
              <a:xfrm>
                <a:off x="369826" y="4290429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ca-ES" sz="1800" dirty="0"/>
                  <a:t>Measure in </a:t>
                </a:r>
                <a14:m>
                  <m:oMath xmlns:m="http://schemas.openxmlformats.org/officeDocument/2006/math"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ca-ES" sz="1800" b="0" dirty="0"/>
              </a:p>
              <a:p>
                <a:endParaRPr lang="ca-ES" sz="1800" b="0" dirty="0"/>
              </a:p>
              <a:p>
                <a:endParaRPr lang="en-GB" sz="1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2C886D-3F40-3E91-67F5-F00858F54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26" y="4290429"/>
                <a:ext cx="6096000" cy="923330"/>
              </a:xfrm>
              <a:prstGeom prst="rect">
                <a:avLst/>
              </a:prstGeom>
              <a:blipFill>
                <a:blip r:embed="rId4"/>
                <a:stretch>
                  <a:fillRect l="-900" t="-33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3B7CE97-6B1A-4097-7DF1-B44A4770B420}"/>
              </a:ext>
            </a:extLst>
          </p:cNvPr>
          <p:cNvCxnSpPr/>
          <p:nvPr/>
        </p:nvCxnSpPr>
        <p:spPr>
          <a:xfrm>
            <a:off x="4945911" y="1458482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BF7F80-0C69-5C4E-7749-B0FC6D0C4542}"/>
                  </a:ext>
                </a:extLst>
              </p:cNvPr>
              <p:cNvSpPr txBox="1"/>
              <p:nvPr/>
            </p:nvSpPr>
            <p:spPr>
              <a:xfrm>
                <a:off x="1114427" y="2873107"/>
                <a:ext cx="31262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ca-E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VV</m:t>
                          </m:r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HV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VH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BF7F80-0C69-5C4E-7749-B0FC6D0C4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7" y="2873107"/>
                <a:ext cx="3126240" cy="646331"/>
              </a:xfrm>
              <a:prstGeom prst="rect">
                <a:avLst/>
              </a:prstGeom>
              <a:blipFill>
                <a:blip r:embed="rId5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F337E9-C49E-4343-A815-5229DDE8B6DD}"/>
                  </a:ext>
                </a:extLst>
              </p:cNvPr>
              <p:cNvSpPr txBox="1"/>
              <p:nvPr/>
            </p:nvSpPr>
            <p:spPr>
              <a:xfrm>
                <a:off x="533039" y="4662029"/>
                <a:ext cx="44199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sz="1800" b="0" i="1" smtClean="0">
                            <a:latin typeface="Cambria Math" panose="02040503050406030204" pitchFamily="18" charset="0"/>
                          </a:rPr>
                          <m:t>DD</m:t>
                        </m:r>
                      </m:e>
                    </m:d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DA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AD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AA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GB" sz="1800" dirty="0"/>
                  <a:t>1/4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F337E9-C49E-4343-A815-5229DDE8B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39" y="4662029"/>
                <a:ext cx="4419961" cy="369332"/>
              </a:xfrm>
              <a:prstGeom prst="rect">
                <a:avLst/>
              </a:prstGeom>
              <a:blipFill>
                <a:blip r:embed="rId6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69B5DD-92E3-1358-D839-0D6109CD5613}"/>
                  </a:ext>
                </a:extLst>
              </p:cNvPr>
              <p:cNvSpPr txBox="1"/>
              <p:nvPr/>
            </p:nvSpPr>
            <p:spPr>
              <a:xfrm>
                <a:off x="5032188" y="1834776"/>
                <a:ext cx="4536141" cy="7773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ca-ES" sz="1800" b="0" dirty="0"/>
                  <a:t>Bell state:</a:t>
                </a:r>
              </a:p>
              <a:p>
                <a:r>
                  <a:rPr lang="ca-ES" sz="1800" b="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  <m:sup>
                            <m:r>
                              <a:rPr lang="ca-ES" sz="1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𝐻𝐻</m:t>
                        </m:r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  <m:r>
                      <a:rPr lang="ca-E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GB" sz="180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sz="1800" b="0" i="1" smtClean="0">
                            <a:latin typeface="Cambria Math" panose="02040503050406030204" pitchFamily="18" charset="0"/>
                          </a:rPr>
                          <m:t>DD</m:t>
                        </m:r>
                      </m:e>
                    </m:d>
                    <m:r>
                      <a:rPr lang="en-GB" sz="18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⟩"/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sz="1800" b="0" i="1" smtClean="0">
                            <a:latin typeface="Cambria Math" panose="02040503050406030204" pitchFamily="18" charset="0"/>
                          </a:rPr>
                          <m:t>AA</m:t>
                        </m:r>
                      </m:e>
                    </m:d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69B5DD-92E3-1358-D839-0D6109CD5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188" y="1834776"/>
                <a:ext cx="4536141" cy="777392"/>
              </a:xfrm>
              <a:prstGeom prst="rect">
                <a:avLst/>
              </a:prstGeom>
              <a:blipFill>
                <a:blip r:embed="rId7"/>
                <a:stretch>
                  <a:fillRect l="-1074" t="-39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CA87BA-2F42-A681-099B-32F4B0C514E8}"/>
                  </a:ext>
                </a:extLst>
              </p:cNvPr>
              <p:cNvSpPr txBox="1"/>
              <p:nvPr/>
            </p:nvSpPr>
            <p:spPr>
              <a:xfrm>
                <a:off x="5158458" y="2988462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sz="18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e>
                    </m:d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VV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GB" sz="1800" dirty="0"/>
                  <a:t>1/2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3CA87BA-2F42-A681-099B-32F4B0C51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458" y="2988462"/>
                <a:ext cx="6096000" cy="369332"/>
              </a:xfrm>
              <a:prstGeom prst="rect">
                <a:avLst/>
              </a:prstGeom>
              <a:blipFill>
                <a:blip r:embed="rId8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9DD1108-50B9-0877-2A2D-C25DF86B5DEE}"/>
                  </a:ext>
                </a:extLst>
              </p:cNvPr>
              <p:cNvSpPr txBox="1"/>
              <p:nvPr/>
            </p:nvSpPr>
            <p:spPr>
              <a:xfrm>
                <a:off x="5209258" y="3436048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a-E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sz="1800" b="0" i="1" smtClean="0">
                              <a:latin typeface="Cambria Math" panose="02040503050406030204" pitchFamily="18" charset="0"/>
                            </a:rPr>
                            <m:t>HV</m:t>
                          </m:r>
                        </m:e>
                      </m:d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ca-ES" sz="1800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ca-ES" sz="1800" b="0" i="1" smtClean="0">
                          <a:latin typeface="Cambria Math" panose="02040503050406030204" pitchFamily="18" charset="0"/>
                        </a:rPr>
                        <m:t>VH</m:t>
                      </m:r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9DD1108-50B9-0877-2A2D-C25DF86B5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258" y="3436048"/>
                <a:ext cx="609600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1FECFA0-8E78-5BD9-578B-7B5911728864}"/>
                  </a:ext>
                </a:extLst>
              </p:cNvPr>
              <p:cNvSpPr txBox="1"/>
              <p:nvPr/>
            </p:nvSpPr>
            <p:spPr>
              <a:xfrm>
                <a:off x="5562600" y="455967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ca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sz="1800" b="0" i="1" smtClean="0">
                            <a:latin typeface="Cambria Math" panose="02040503050406030204" pitchFamily="18" charset="0"/>
                          </a:rPr>
                          <m:t>AA</m:t>
                        </m:r>
                      </m:e>
                    </m:d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ca-ES" sz="1800" b="0" i="1" smtClean="0">
                        <a:latin typeface="Cambria Math" panose="02040503050406030204" pitchFamily="18" charset="0"/>
                      </a:rPr>
                      <m:t>AA</m:t>
                    </m:r>
                    <m:r>
                      <a:rPr lang="ca-ES" sz="1800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GB" sz="1800" dirty="0"/>
                  <a:t>1/2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1FECFA0-8E78-5BD9-578B-7B5911728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559677"/>
                <a:ext cx="6096000" cy="369332"/>
              </a:xfrm>
              <a:prstGeom prst="rect">
                <a:avLst/>
              </a:prstGeom>
              <a:blipFill>
                <a:blip r:embed="rId10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63BF03-BA06-04A4-B8AF-0E8F674EAFCD}"/>
                  </a:ext>
                </a:extLst>
              </p:cNvPr>
              <p:cNvSpPr txBox="1"/>
              <p:nvPr/>
            </p:nvSpPr>
            <p:spPr>
              <a:xfrm>
                <a:off x="5613400" y="5007263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ca-E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ca-ES" sz="1800" b="0" i="1" smtClean="0">
                              <a:latin typeface="Cambria Math" panose="02040503050406030204" pitchFamily="18" charset="0"/>
                            </a:rPr>
                            <m:t>DA</m:t>
                          </m:r>
                        </m:e>
                      </m:d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ca-ES" sz="1800" b="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ca-ES" sz="1800" b="0" i="1" smtClean="0">
                          <a:latin typeface="Cambria Math" panose="02040503050406030204" pitchFamily="18" charset="0"/>
                        </a:rPr>
                        <m:t>AD</m:t>
                      </m:r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ca-ES" sz="18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63BF03-BA06-04A4-B8AF-0E8F674EA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400" y="5007263"/>
                <a:ext cx="6096000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663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FC05-08BA-24BF-EEBC-C934CE28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E03D-D7B4-AD1D-E546-E93A78860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Phase-interference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6AC6E-5972-7250-82E5-23CAF953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44AD5-57F2-1146-0837-3B8BD9DC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E8CBC-EE9F-940E-07FD-E0BA2D665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49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9556D0-4BCE-5F2A-3D64-DCE206287ECA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07E907-098C-DA32-C33B-D08303F9FE32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2C63AD-CFFA-8BA1-773C-A4540D9BF826}"/>
                  </a:ext>
                </a:extLst>
              </p:cNvPr>
              <p:cNvSpPr txBox="1"/>
              <p:nvPr/>
            </p:nvSpPr>
            <p:spPr>
              <a:xfrm>
                <a:off x="261167" y="1828563"/>
                <a:ext cx="6096000" cy="664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⟩"/>
                          <m:ctrlPr>
                            <a:rPr lang="en-GB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latin typeface="Cambria Math" panose="02040503050406030204" pitchFamily="18" charset="0"/>
                            </a:rPr>
                            <m:t>𝚿</m:t>
                          </m:r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𝑉𝑉</m:t>
                          </m:r>
                        </m:e>
                      </m:d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ca-ES" sz="1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2C63AD-CFFA-8BA1-773C-A4540D9BF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67" y="1828563"/>
                <a:ext cx="6096000" cy="6646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3A327A62-B969-77B5-750C-725752D06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222" y="3258853"/>
            <a:ext cx="3067072" cy="10096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5DB1F2E-0E43-68AD-F563-381236FCAD86}"/>
              </a:ext>
            </a:extLst>
          </p:cNvPr>
          <p:cNvSpPr txBox="1"/>
          <p:nvPr/>
        </p:nvSpPr>
        <p:spPr>
          <a:xfrm>
            <a:off x="931868" y="5184537"/>
            <a:ext cx="7745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coincidence rate on any given channel pair oscillates sinusoidally as a function of the relative analyser angle</a:t>
            </a:r>
          </a:p>
        </p:txBody>
      </p:sp>
    </p:spTree>
    <p:extLst>
      <p:ext uri="{BB962C8B-B14F-4D97-AF65-F5344CB8AC3E}">
        <p14:creationId xmlns:p14="http://schemas.microsoft.com/office/powerpoint/2010/main" val="3211955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1085-40C9-509F-BCE3-84A79071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3C0E-13FB-D5AA-4DE1-B9B8E708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CHSH inequality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FB3E-A686-6D34-E4D2-AC5AF7DA8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FC31F-F6FA-2DEE-6CD2-B3C9D2FE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B258A-25D4-46BE-0080-D694720E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50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E082D2-B090-C767-60FA-65105BD2D960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40F652-B67D-8D98-EF70-40EA1EA9C017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D8DE4E6-8437-2F50-833D-28E4ABB3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1458482"/>
            <a:ext cx="6880412" cy="39351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225E38A-08A3-4636-4B99-7F28382609BD}"/>
              </a:ext>
            </a:extLst>
          </p:cNvPr>
          <p:cNvSpPr txBox="1"/>
          <p:nvPr/>
        </p:nvSpPr>
        <p:spPr>
          <a:xfrm>
            <a:off x="3293035" y="569030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|S|&gt;2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81643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D847-12CD-0CCC-EAAD-B0133D4C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391E5-D37E-BBDF-8E3C-C1A827DA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8E02-FB4C-3A18-CB6F-13422A94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F6732-3E5A-EF8C-5C57-917ACAD9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51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7BA992-82DE-FEAE-BB52-2FD5A037EDD4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AF1DF4-79C6-0938-C525-098C852A456F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6FD741-5B3F-2ECC-655B-58FAC5498391}"/>
              </a:ext>
            </a:extLst>
          </p:cNvPr>
          <p:cNvSpPr txBox="1"/>
          <p:nvPr/>
        </p:nvSpPr>
        <p:spPr>
          <a:xfrm>
            <a:off x="1618400" y="2328124"/>
            <a:ext cx="561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Perform projective measurements</a:t>
            </a:r>
            <a:r>
              <a:rPr lang="en-GB" dirty="0"/>
              <a:t> to calibrate PAMs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Characterize polarization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Experimentally violate CHSH</a:t>
            </a:r>
            <a:endParaRPr lang="ca-E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8FBC0-C16D-DFFC-91B5-23E5F96CFFF0}"/>
              </a:ext>
            </a:extLst>
          </p:cNvPr>
          <p:cNvSpPr txBox="1"/>
          <p:nvPr/>
        </p:nvSpPr>
        <p:spPr>
          <a:xfrm>
            <a:off x="1123577" y="424183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Visibility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C2CBCC-EA76-8D33-F00C-C42DEA5D3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53732"/>
            <a:ext cx="1914539" cy="6858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70D284-CC41-E43D-A190-DD5807EE4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916" y="4241837"/>
            <a:ext cx="2085990" cy="151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25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700A-F140-B056-87A7-CC3F6CCA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9342-578C-5BA7-910D-208BC5C99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.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DCF08-C54C-2379-33DC-E2B39323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D0E24-C73A-4C39-2E15-F326AC233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36445-CDC8-88C9-D0CD-592445F7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52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EFDC0C-B90E-890F-C734-94E10EC2D4F2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9CCD6-6A21-40A0-9A2A-47D20258D6CA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2151A22-F88E-CA1C-EA63-6700B70B2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13"/>
          <a:stretch>
            <a:fillRect/>
          </a:stretch>
        </p:blipFill>
        <p:spPr>
          <a:xfrm>
            <a:off x="460747" y="2942288"/>
            <a:ext cx="8217195" cy="3331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43BB26-5467-A457-6F8A-0B4F6F4853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" r="-128"/>
          <a:stretch>
            <a:fillRect/>
          </a:stretch>
        </p:blipFill>
        <p:spPr>
          <a:xfrm>
            <a:off x="486610" y="136525"/>
            <a:ext cx="8601654" cy="28163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E69CE27-EB0C-517C-40FE-D97F5ABE17C9}"/>
              </a:ext>
            </a:extLst>
          </p:cNvPr>
          <p:cNvSpPr/>
          <p:nvPr/>
        </p:nvSpPr>
        <p:spPr>
          <a:xfrm>
            <a:off x="159488" y="1233377"/>
            <a:ext cx="3354572" cy="171954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E47590-D647-883D-5FA3-F2C32E0A2EB2}"/>
              </a:ext>
            </a:extLst>
          </p:cNvPr>
          <p:cNvSpPr/>
          <p:nvPr/>
        </p:nvSpPr>
        <p:spPr>
          <a:xfrm>
            <a:off x="1836774" y="1458482"/>
            <a:ext cx="1648047" cy="148380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sz="2400" b="1" dirty="0"/>
              <a:t>PAMs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0E94DF-E900-E6CE-0966-9C133D7EF13F}"/>
              </a:ext>
            </a:extLst>
          </p:cNvPr>
          <p:cNvSpPr txBox="1"/>
          <p:nvPr/>
        </p:nvSpPr>
        <p:spPr>
          <a:xfrm>
            <a:off x="5667153" y="3035247"/>
            <a:ext cx="1099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Improve</a:t>
            </a:r>
          </a:p>
          <a:p>
            <a:r>
              <a:rPr lang="ca-ES" dirty="0">
                <a:highlight>
                  <a:srgbClr val="FFFF00"/>
                </a:highlight>
              </a:rPr>
              <a:t>Not clear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E2D36-6599-8B99-1B40-56A2BED50696}"/>
              </a:ext>
            </a:extLst>
          </p:cNvPr>
          <p:cNvSpPr txBox="1"/>
          <p:nvPr/>
        </p:nvSpPr>
        <p:spPr>
          <a:xfrm>
            <a:off x="8869082" y="5839012"/>
            <a:ext cx="2516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Make a not snspd</a:t>
            </a:r>
            <a:br>
              <a:rPr lang="ca-ES" dirty="0"/>
            </a:br>
            <a:r>
              <a:rPr lang="ca-ES" dirty="0"/>
              <a:t>(we changed detectors)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1581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B185-5A13-3E2F-4EC4-2CCFA73A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1767-DDB3-FC0E-9C1A-BCD1C8FEE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80" y="-95681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Basis calibration &amp; reference-state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05F6-0B77-0207-A034-FA41B53E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A2482-C3AD-07C6-0CAC-45F61235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1822-9BEB-B211-73CA-78C8B3BD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53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392B23-B3B2-A2B7-6FDE-22F823D6AA18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9C99B1-182D-2FE9-8FA0-69CB6388423C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C754981-7D1A-AB4B-81EC-BA5D7F89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6815" y="-281418"/>
            <a:ext cx="9185788" cy="42939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AF8934-4917-09B2-B76A-4BB45308BAC7}"/>
              </a:ext>
            </a:extLst>
          </p:cNvPr>
          <p:cNvSpPr txBox="1"/>
          <p:nvPr/>
        </p:nvSpPr>
        <p:spPr>
          <a:xfrm>
            <a:off x="3550024" y="5946588"/>
            <a:ext cx="411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Coherent angular offset separable state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E0724A-78C1-AAEE-1B73-063426301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58" y="954078"/>
            <a:ext cx="8058900" cy="44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477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2DF86-54A7-368C-D69E-B92570001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AB59-718F-49F7-2E44-DE88CBB4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80" y="-95681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Two-photon interference fringes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BFE01-BAA7-02C6-8A92-426898C54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DF57C-6E4C-84F0-3DD4-BCA8C6F5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1DF3-82CD-54CD-37AC-9A814C5C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54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C03B08-F87A-A246-D44C-51D580F18AD9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321DFD-C259-B2A5-4BED-CE42A2BC2441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98962B-CEEB-59E5-D39C-24B7D27C403C}"/>
              </a:ext>
            </a:extLst>
          </p:cNvPr>
          <p:cNvSpPr txBox="1"/>
          <p:nvPr/>
        </p:nvSpPr>
        <p:spPr>
          <a:xfrm>
            <a:off x="6645942" y="906716"/>
            <a:ext cx="1093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Llegenda</a:t>
            </a:r>
          </a:p>
          <a:p>
            <a:r>
              <a:rPr lang="ca-ES" dirty="0">
                <a:highlight>
                  <a:srgbClr val="FFFF00"/>
                </a:highlight>
              </a:rPr>
              <a:t>Posar fit</a:t>
            </a:r>
            <a:endParaRPr lang="en-GB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47E8001-4534-ED5A-BC89-F182D9A58D51}"/>
                  </a:ext>
                </a:extLst>
              </p:cNvPr>
              <p:cNvSpPr/>
              <p:nvPr/>
            </p:nvSpPr>
            <p:spPr>
              <a:xfrm>
                <a:off x="7122143" y="2785272"/>
                <a:ext cx="2388680" cy="1067713"/>
              </a:xfrm>
              <a:prstGeom prst="roundRect">
                <a:avLst/>
              </a:prstGeom>
              <a:solidFill>
                <a:srgbClr val="F8F3EF"/>
              </a:solidFill>
              <a:ln w="38100"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𝟖𝟒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ca-ES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𝟔𝟔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47E8001-4534-ED5A-BC89-F182D9A58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143" y="2785272"/>
                <a:ext cx="2388680" cy="10677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446E7C-0D9E-998D-3FDC-4E9DAF080CD5}"/>
                  </a:ext>
                </a:extLst>
              </p:cNvPr>
              <p:cNvSpPr txBox="1"/>
              <p:nvPr/>
            </p:nvSpPr>
            <p:spPr>
              <a:xfrm>
                <a:off x="6764231" y="1712590"/>
                <a:ext cx="31045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446E7C-0D9E-998D-3FDC-4E9DAF080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231" y="1712590"/>
                <a:ext cx="3104504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C1E2970-D8AB-22EF-07D7-E148AE75A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60" y="925113"/>
            <a:ext cx="6430603" cy="522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34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C078B-5C3D-7517-BB28-2A16D6206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9764-90B9-2B0B-01DF-139696A7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80" y="-95681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Two-photon interference fringes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967F4-4A5C-0653-9ABF-602BAF32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9A010-4304-2289-1CAF-18D079047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26C05-9C39-5DE7-4A70-E959A3EB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55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A36E05-5B91-9A05-EE50-45613CDF64C6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200465-136B-61F2-D451-0D116FC3901F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F2FB04-3C06-1ECD-30E1-83EE0A507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0" y="925113"/>
            <a:ext cx="6430603" cy="52248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7AC89B-9F7C-99F7-BD79-6F6006FBDD66}"/>
              </a:ext>
            </a:extLst>
          </p:cNvPr>
          <p:cNvSpPr txBox="1"/>
          <p:nvPr/>
        </p:nvSpPr>
        <p:spPr>
          <a:xfrm>
            <a:off x="6645942" y="906716"/>
            <a:ext cx="1093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Llegenda</a:t>
            </a:r>
          </a:p>
          <a:p>
            <a:r>
              <a:rPr lang="ca-ES" dirty="0">
                <a:highlight>
                  <a:srgbClr val="FFFF00"/>
                </a:highlight>
              </a:rPr>
              <a:t>Posar fit</a:t>
            </a:r>
            <a:endParaRPr lang="en-GB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61B1968-7F83-7D91-0ACC-C50B0ED0C4BE}"/>
                  </a:ext>
                </a:extLst>
              </p:cNvPr>
              <p:cNvSpPr/>
              <p:nvPr/>
            </p:nvSpPr>
            <p:spPr>
              <a:xfrm>
                <a:off x="9749971" y="113898"/>
                <a:ext cx="2388680" cy="1067713"/>
              </a:xfrm>
              <a:prstGeom prst="roundRect">
                <a:avLst/>
              </a:prstGeom>
              <a:solidFill>
                <a:srgbClr val="F8F3EF"/>
              </a:solidFill>
              <a:ln w="38100"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𝟖𝟒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ca-ES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𝟔𝟔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61B1968-7F83-7D91-0ACC-C50B0ED0C4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971" y="113898"/>
                <a:ext cx="2388680" cy="106771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E7C4DB-B45A-5DB7-333E-10A7DB75B0CA}"/>
              </a:ext>
            </a:extLst>
          </p:cNvPr>
          <p:cNvCxnSpPr/>
          <p:nvPr/>
        </p:nvCxnSpPr>
        <p:spPr>
          <a:xfrm>
            <a:off x="2047582" y="1637553"/>
            <a:ext cx="388470" cy="18527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135626-8740-C8C4-83D3-74F1B9966B94}"/>
                  </a:ext>
                </a:extLst>
              </p:cNvPr>
              <p:cNvSpPr txBox="1"/>
              <p:nvPr/>
            </p:nvSpPr>
            <p:spPr>
              <a:xfrm>
                <a:off x="7058212" y="2026024"/>
                <a:ext cx="20127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𝑇𝐸</m:t>
                          </m:r>
                        </m:sub>
                      </m:sSub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ca-ES" b="0" i="1" smtClean="0">
                              <a:latin typeface="Cambria Math" panose="02040503050406030204" pitchFamily="18" charset="0"/>
                            </a:rPr>
                            <m:t>𝑇𝑀</m:t>
                          </m:r>
                        </m:sub>
                      </m:sSub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135626-8740-C8C4-83D3-74F1B9966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212" y="2026024"/>
                <a:ext cx="201273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6DC03B-7B11-ADD8-37BE-16101667DD47}"/>
                  </a:ext>
                </a:extLst>
              </p:cNvPr>
              <p:cNvSpPr txBox="1"/>
              <p:nvPr/>
            </p:nvSpPr>
            <p:spPr>
              <a:xfrm>
                <a:off x="6732478" y="2983547"/>
                <a:ext cx="30174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ca-ES" b="0" i="1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ca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𝐻𝐻</m:t>
                        </m:r>
                      </m:e>
                    </m:d>
                    <m:r>
                      <a:rPr lang="ca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ca-E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begChr m:val="|"/>
                        <m:endChr m:val="⟩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𝑉𝑉</m:t>
                        </m:r>
                      </m:e>
                    </m:d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ca-ES" b="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begChr m:val="|"/>
                        <m:endChr m:val="|"/>
                        <m:ctrlPr>
                          <a:rPr lang="ca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ca-E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6DC03B-7B11-ADD8-37BE-16101667D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478" y="2983547"/>
                <a:ext cx="3017493" cy="553998"/>
              </a:xfrm>
              <a:prstGeom prst="rect">
                <a:avLst/>
              </a:prstGeom>
              <a:blipFill>
                <a:blip r:embed="rId5"/>
                <a:stretch>
                  <a:fillRect l="-202" t="-13187" r="-2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E24993-A370-5AEE-60A4-6A549A5A8CE2}"/>
              </a:ext>
            </a:extLst>
          </p:cNvPr>
          <p:cNvCxnSpPr/>
          <p:nvPr/>
        </p:nvCxnSpPr>
        <p:spPr>
          <a:xfrm>
            <a:off x="8064577" y="2450353"/>
            <a:ext cx="0" cy="454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736508-F63A-C652-B38E-D11072134BD0}"/>
                  </a:ext>
                </a:extLst>
              </p:cNvPr>
              <p:cNvSpPr txBox="1"/>
              <p:nvPr/>
            </p:nvSpPr>
            <p:spPr>
              <a:xfrm>
                <a:off x="6627063" y="3906888"/>
                <a:ext cx="312290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ca-E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ca-ES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ca-ES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ca-ES" dirty="0"/>
                  <a:t>—  Larger amplitude      </a:t>
                </a:r>
                <a:r>
                  <a:rPr lang="ca-ES" dirty="0">
                    <a:solidFill>
                      <a:schemeClr val="bg1"/>
                    </a:solidFill>
                  </a:rPr>
                  <a:t>iiiiiiiiiiiii </a:t>
                </a:r>
                <a:r>
                  <a:rPr lang="ca-ES" dirty="0"/>
                  <a:t>dominates </a:t>
                </a:r>
              </a:p>
              <a:p>
                <a:endParaRPr lang="ca-ES" dirty="0"/>
              </a:p>
              <a:p>
                <a14:m>
                  <m:oMath xmlns:m="http://schemas.openxmlformats.org/officeDocument/2006/math">
                    <m:r>
                      <a:rPr lang="ca-ES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ca-ES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ca-ES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ca-ES" dirty="0"/>
                  <a:t>—</a:t>
                </a:r>
                <a:r>
                  <a:rPr lang="ca-ES" b="0" dirty="0"/>
                  <a:t> </a:t>
                </a:r>
                <a:r>
                  <a:rPr lang="ca-ES" dirty="0"/>
                  <a:t>Amplitude diffs are </a:t>
                </a:r>
                <a:r>
                  <a:rPr lang="ca-ES" dirty="0">
                    <a:solidFill>
                      <a:schemeClr val="bg1"/>
                    </a:solidFill>
                  </a:rPr>
                  <a:t>iiiiiiiiiiii </a:t>
                </a:r>
                <a:r>
                  <a:rPr lang="ca-ES" dirty="0"/>
                  <a:t>averaged </a:t>
                </a:r>
                <a:endParaRPr lang="ca-ES" b="0" dirty="0"/>
              </a:p>
              <a:p>
                <a:endParaRPr lang="ca-E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736508-F63A-C652-B38E-D11072134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063" y="3906888"/>
                <a:ext cx="3122905" cy="1754326"/>
              </a:xfrm>
              <a:prstGeom prst="rect">
                <a:avLst/>
              </a:prstGeom>
              <a:blipFill>
                <a:blip r:embed="rId6"/>
                <a:stretch>
                  <a:fillRect l="-1563" t="-17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DEAE3F-1340-0D18-50EA-F371A8AE4510}"/>
              </a:ext>
            </a:extLst>
          </p:cNvPr>
          <p:cNvCxnSpPr/>
          <p:nvPr/>
        </p:nvCxnSpPr>
        <p:spPr>
          <a:xfrm>
            <a:off x="8064577" y="3352800"/>
            <a:ext cx="0" cy="554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249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AD67-91A0-DE24-AFD3-B9AFCE8C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94814253-9B1C-B452-D313-950A3AA3D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0" y="925113"/>
            <a:ext cx="6430603" cy="5224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114E81-A31D-E983-747B-B8BE9771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80" y="-95681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Two-photon interference fringes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EC6B6-BF0E-D0E8-2DB0-EAB714C8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8E646-D1D0-2F0F-36CB-908614C9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AD369-B38A-4BE7-15FB-3658B6E0D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56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1945CB-DE17-A344-63EB-29C69D59750B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33CE14-A190-617F-6C71-5EE4DAC99D46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DA78AB-C062-EA30-3924-D0795321F919}"/>
              </a:ext>
            </a:extLst>
          </p:cNvPr>
          <p:cNvSpPr txBox="1"/>
          <p:nvPr/>
        </p:nvSpPr>
        <p:spPr>
          <a:xfrm>
            <a:off x="6645942" y="1022723"/>
            <a:ext cx="1093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highlight>
                  <a:srgbClr val="FFFF00"/>
                </a:highlight>
              </a:rPr>
              <a:t>Llegenda</a:t>
            </a:r>
          </a:p>
          <a:p>
            <a:r>
              <a:rPr lang="ca-ES" dirty="0">
                <a:highlight>
                  <a:srgbClr val="FFFF00"/>
                </a:highlight>
              </a:rPr>
              <a:t>Posar fit</a:t>
            </a:r>
            <a:endParaRPr lang="en-GB" dirty="0">
              <a:highlight>
                <a:srgbClr val="FFFF00"/>
              </a:highlight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C33341-0DA1-FF5D-03F3-7B8B18E11F2A}"/>
              </a:ext>
            </a:extLst>
          </p:cNvPr>
          <p:cNvCxnSpPr>
            <a:cxnSpLocks/>
          </p:cNvCxnSpPr>
          <p:nvPr/>
        </p:nvCxnSpPr>
        <p:spPr>
          <a:xfrm>
            <a:off x="1043245" y="1315093"/>
            <a:ext cx="0" cy="44935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BA4516-9D97-FCBB-883B-8EE0D527A04C}"/>
              </a:ext>
            </a:extLst>
          </p:cNvPr>
          <p:cNvCxnSpPr>
            <a:cxnSpLocks/>
          </p:cNvCxnSpPr>
          <p:nvPr/>
        </p:nvCxnSpPr>
        <p:spPr>
          <a:xfrm>
            <a:off x="1767929" y="1305518"/>
            <a:ext cx="0" cy="44525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C0138C-876A-3A62-A7C0-17F17B8EA03F}"/>
              </a:ext>
            </a:extLst>
          </p:cNvPr>
          <p:cNvCxnSpPr/>
          <p:nvPr/>
        </p:nvCxnSpPr>
        <p:spPr>
          <a:xfrm>
            <a:off x="1037774" y="1624364"/>
            <a:ext cx="7301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186D321-7466-04F8-A90C-1CEF3E1A1EDF}"/>
              </a:ext>
            </a:extLst>
          </p:cNvPr>
          <p:cNvSpPr txBox="1"/>
          <p:nvPr/>
        </p:nvSpPr>
        <p:spPr>
          <a:xfrm>
            <a:off x="886792" y="16603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solidFill>
                  <a:srgbClr val="C00000"/>
                </a:solidFill>
              </a:rPr>
              <a:t>X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DF1298-FDC3-E5F6-10E0-7EE80476C485}"/>
              </a:ext>
            </a:extLst>
          </p:cNvPr>
          <p:cNvSpPr txBox="1"/>
          <p:nvPr/>
        </p:nvSpPr>
        <p:spPr>
          <a:xfrm>
            <a:off x="1615810" y="394005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solidFill>
                  <a:srgbClr val="C00000"/>
                </a:solidFill>
              </a:rPr>
              <a:t>X</a:t>
            </a:r>
            <a:endParaRPr lang="en-GB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1C74A1-BB69-111A-A7E8-51C4D1E9A8F7}"/>
                  </a:ext>
                </a:extLst>
              </p:cNvPr>
              <p:cNvSpPr txBox="1"/>
              <p:nvPr/>
            </p:nvSpPr>
            <p:spPr>
              <a:xfrm>
                <a:off x="996921" y="1361277"/>
                <a:ext cx="752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GB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ca-ES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55º</m:t>
                      </m:r>
                    </m:oMath>
                  </m:oMathPara>
                </a14:m>
                <a:endParaRPr lang="en-GB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1C74A1-BB69-111A-A7E8-51C4D1E9A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21" y="1361277"/>
                <a:ext cx="752129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B87771A4-BB21-B04D-14C8-A2F82A799714}"/>
                  </a:ext>
                </a:extLst>
              </p:cNvPr>
              <p:cNvSpPr/>
              <p:nvPr/>
            </p:nvSpPr>
            <p:spPr>
              <a:xfrm>
                <a:off x="9749971" y="113898"/>
                <a:ext cx="2388680" cy="1067713"/>
              </a:xfrm>
              <a:prstGeom prst="roundRect">
                <a:avLst/>
              </a:prstGeom>
              <a:solidFill>
                <a:srgbClr val="F8F3EF"/>
              </a:solidFill>
              <a:ln w="38100">
                <a:solidFill>
                  <a:srgbClr val="E1CBB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𝟖𝟒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ca-ES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ca-E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𝟔𝟔</m:t>
                      </m:r>
                      <m:r>
                        <a:rPr lang="ca-E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B87771A4-BB21-B04D-14C8-A2F82A7997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9971" y="113898"/>
                <a:ext cx="2388680" cy="106771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CF715D3-7D02-9903-E312-568391A44C99}"/>
              </a:ext>
            </a:extLst>
          </p:cNvPr>
          <p:cNvSpPr txBox="1"/>
          <p:nvPr/>
        </p:nvSpPr>
        <p:spPr>
          <a:xfrm>
            <a:off x="6461471" y="2400301"/>
            <a:ext cx="3558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Consistent with angular offset of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9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9C34-2AC7-8A49-1909-2A38EE34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D7843-3CE6-655A-3DB7-043086B9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51" y="-65494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CHSH inequality violation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FE283-78D8-7645-7535-50E53E409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977FD-CD04-5CA3-2DE4-CF4A8060F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6EE0E-C50A-A285-45B3-519DB0E4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57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AC2E89-D31F-DEBE-B65A-1D4F56C7DFFA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b="1" dirty="0"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7339ED-2097-1BBD-DEED-224498EDB5A3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ACA5EA-2E26-D50D-8998-C996D129BC36}"/>
              </a:ext>
            </a:extLst>
          </p:cNvPr>
          <p:cNvCxnSpPr>
            <a:cxnSpLocks/>
          </p:cNvCxnSpPr>
          <p:nvPr/>
        </p:nvCxnSpPr>
        <p:spPr>
          <a:xfrm>
            <a:off x="5160250" y="2238153"/>
            <a:ext cx="0" cy="34910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F6DDFF-2485-7B89-6879-B038CEAC9E6D}"/>
              </a:ext>
            </a:extLst>
          </p:cNvPr>
          <p:cNvSpPr txBox="1"/>
          <p:nvPr/>
        </p:nvSpPr>
        <p:spPr>
          <a:xfrm>
            <a:off x="881151" y="1893119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From theory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7E6EB-FA3C-03AF-FE05-7093126DF3AE}"/>
              </a:ext>
            </a:extLst>
          </p:cNvPr>
          <p:cNvSpPr txBox="1"/>
          <p:nvPr/>
        </p:nvSpPr>
        <p:spPr>
          <a:xfrm>
            <a:off x="5253620" y="1919951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>
                <a:latin typeface="Bodoni MT" panose="02070603080606020203" pitchFamily="18" charset="0"/>
              </a:rPr>
              <a:t>Constrained bisector search</a:t>
            </a:r>
            <a:endParaRPr lang="en-GB" dirty="0">
              <a:latin typeface="Bodoni MT" panose="020706030806060202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6BADAC-1A0C-8999-D70A-39380A7910DA}"/>
                  </a:ext>
                </a:extLst>
              </p:cNvPr>
              <p:cNvSpPr txBox="1"/>
              <p:nvPr/>
            </p:nvSpPr>
            <p:spPr>
              <a:xfrm>
                <a:off x="-321012" y="1194246"/>
                <a:ext cx="7644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GB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6BADAC-1A0C-8999-D70A-39380A791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1012" y="1194246"/>
                <a:ext cx="764490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420077C-A53A-4578-848B-202C05ABFA53}"/>
                  </a:ext>
                </a:extLst>
              </p:cNvPr>
              <p:cNvSpPr/>
              <p:nvPr/>
            </p:nvSpPr>
            <p:spPr>
              <a:xfrm>
                <a:off x="7749001" y="1033958"/>
                <a:ext cx="1357170" cy="689907"/>
              </a:xfrm>
              <a:prstGeom prst="roundRect">
                <a:avLst/>
              </a:prstGeom>
              <a:solidFill>
                <a:srgbClr val="F8F3EF"/>
              </a:solidFill>
              <a:ln w="28575">
                <a:solidFill>
                  <a:srgbClr val="E1CBB9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a-ES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  <m:sub>
                          <m: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ca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𝛉</m:t>
                          </m:r>
                        </m:e>
                        <m:sub>
                          <m: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  <m:r>
                        <a:rPr lang="ca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ca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ca-ES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3420077C-A53A-4578-848B-202C05ABF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001" y="1033958"/>
                <a:ext cx="1357170" cy="689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E1CBB9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922089-D56B-1FEE-ECF1-FD44105D568D}"/>
              </a:ext>
            </a:extLst>
          </p:cNvPr>
          <p:cNvCxnSpPr/>
          <p:nvPr/>
        </p:nvCxnSpPr>
        <p:spPr>
          <a:xfrm>
            <a:off x="6663622" y="1384218"/>
            <a:ext cx="919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8BCCCE-3643-9DE4-EB64-8868A2A26161}"/>
                  </a:ext>
                </a:extLst>
              </p:cNvPr>
              <p:cNvSpPr txBox="1"/>
              <p:nvPr/>
            </p:nvSpPr>
            <p:spPr>
              <a:xfrm>
                <a:off x="351129" y="3336975"/>
                <a:ext cx="3067122" cy="671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22.5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67.5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=2.22±0.0078</m:t>
                      </m:r>
                    </m:oMath>
                  </m:oMathPara>
                </a14:m>
                <a:endParaRPr lang="ca-ES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8BCCCE-3643-9DE4-EB64-8868A2A26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29" y="3336975"/>
                <a:ext cx="3067122" cy="671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AEE578-E581-B672-7AD4-D3F55ADA997A}"/>
                  </a:ext>
                </a:extLst>
              </p:cNvPr>
              <p:cNvSpPr txBox="1"/>
              <p:nvPr/>
            </p:nvSpPr>
            <p:spPr>
              <a:xfrm>
                <a:off x="5625220" y="4008184"/>
                <a:ext cx="3435492" cy="666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i="0" smtClean="0">
                              <a:latin typeface="Cambria Math" panose="02040503050406030204" pitchFamily="18" charset="0"/>
                            </a:rPr>
                            <m:t>bisector</m:t>
                          </m:r>
                        </m:sub>
                      </m:sSub>
                      <m:r>
                        <a:rPr lang="pt-BR" i="1" smtClean="0">
                          <a:latin typeface="Cambria Math" panose="02040503050406030204" pitchFamily="18" charset="0"/>
                        </a:rPr>
                        <m:t>=2.41±0.008,</m:t>
                      </m:r>
                    </m:oMath>
                  </m:oMathPara>
                </a14:m>
                <a:endParaRPr lang="ca-ES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AEE578-E581-B672-7AD4-D3F55ADA9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5220" y="4008184"/>
                <a:ext cx="3435492" cy="6661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CC1A78-1507-B4A4-B3FC-5DDD77DB9786}"/>
                  </a:ext>
                </a:extLst>
              </p:cNvPr>
              <p:cNvSpPr txBox="1"/>
              <p:nvPr/>
            </p:nvSpPr>
            <p:spPr>
              <a:xfrm>
                <a:off x="2020441" y="4966232"/>
                <a:ext cx="2811795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22.5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67.5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∘</m:t>
                              </m:r>
                            </m:sup>
                          </m:sSup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=2.22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+28.6</m:t>
                      </m:r>
                      <m:r>
                        <a:rPr lang="ca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ca-ES" b="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CC1A78-1507-B4A4-B3FC-5DDD77DB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441" y="4966232"/>
                <a:ext cx="2811795" cy="394210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D257CA-C516-672C-7AAF-877E88215BC3}"/>
                  </a:ext>
                </a:extLst>
              </p:cNvPr>
              <p:cNvSpPr txBox="1"/>
              <p:nvPr/>
            </p:nvSpPr>
            <p:spPr>
              <a:xfrm>
                <a:off x="3775323" y="4822952"/>
                <a:ext cx="6258438" cy="3891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8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sz="1800" i="0" smtClean="0">
                              <a:latin typeface="Cambria Math" panose="02040503050406030204" pitchFamily="18" charset="0"/>
                            </a:rPr>
                            <m:t>bisector</m:t>
                          </m:r>
                        </m:sub>
                      </m:sSub>
                      <m:r>
                        <a:rPr lang="pt-BR" sz="1800" i="1" smtClean="0">
                          <a:latin typeface="Cambria Math" panose="02040503050406030204" pitchFamily="18" charset="0"/>
                        </a:rPr>
                        <m:t>=2.41</m:t>
                      </m:r>
                      <m:r>
                        <a:rPr lang="ca-ES" sz="1800" b="0" i="1" smtClean="0">
                          <a:latin typeface="Cambria Math" panose="02040503050406030204" pitchFamily="18" charset="0"/>
                        </a:rPr>
                        <m:t>+51.9</m:t>
                      </m:r>
                      <m:r>
                        <a:rPr lang="ca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D257CA-C516-672C-7AAF-877E88215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323" y="4822952"/>
                <a:ext cx="6258438" cy="389145"/>
              </a:xfrm>
              <a:prstGeom prst="rect">
                <a:avLst/>
              </a:prstGeom>
              <a:blipFill>
                <a:blip r:embed="rId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27380A-6059-0A6C-3936-81B3F6BAF607}"/>
                  </a:ext>
                </a:extLst>
              </p:cNvPr>
              <p:cNvSpPr txBox="1"/>
              <p:nvPr/>
            </p:nvSpPr>
            <p:spPr>
              <a:xfrm>
                <a:off x="776764" y="4056755"/>
                <a:ext cx="31045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ca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ca-ES" b="0" i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ca-E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ca-E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ca-E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ca-ES" b="0" i="1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ca-ES" b="0" dirty="0"/>
              </a:p>
              <a:p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27380A-6059-0A6C-3936-81B3F6BAF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64" y="4056755"/>
                <a:ext cx="310450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3383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4EAF-88B1-32F4-8CCC-92E6A883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0E2C-72FE-DA60-FDA4-5A4497CF7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b="1" dirty="0"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6AC95-CE76-0450-31A3-770C7E9D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E5203-99BB-8F6A-9240-D7A61DAC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600A4-B0B6-2950-15CC-72021B84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58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2EF110-EE61-4E59-3744-232C911F63A2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A5C1F5-76D0-13C1-3F41-D7062D67BB46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210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251C-9C07-E629-2C1F-7999F5A5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EA03-1116-D4F9-F818-EC6A67DF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a-ES" dirty="0"/>
              <a:t>Reestate what we achieved: on-chip SOI...</a:t>
            </a:r>
          </a:p>
          <a:p>
            <a:r>
              <a:rPr lang="ca-ES" dirty="0"/>
              <a:t>CHSH violation</a:t>
            </a:r>
          </a:p>
          <a:p>
            <a:pPr marL="0" indent="0">
              <a:buNone/>
            </a:pPr>
            <a:endParaRPr lang="ca-ES" dirty="0"/>
          </a:p>
          <a:p>
            <a:pPr marL="0" indent="0">
              <a:buNone/>
            </a:pPr>
            <a:r>
              <a:rPr lang="ca-ES" dirty="0"/>
              <a:t>Immediate steps:</a:t>
            </a:r>
          </a:p>
          <a:p>
            <a:r>
              <a:rPr lang="ca-ES" dirty="0"/>
              <a:t>Need to optimize setup s.t TE/TM eff</a:t>
            </a:r>
          </a:p>
          <a:p>
            <a:r>
              <a:rPr lang="ca-ES" dirty="0"/>
              <a:t>Callibrate HWP s.t offset=45</a:t>
            </a:r>
          </a:p>
          <a:p>
            <a:r>
              <a:rPr lang="ca-ES" dirty="0"/>
              <a:t>Perhaps q</a:t>
            </a:r>
            <a:r>
              <a:rPr lang="en-GB" dirty="0" err="1"/>
              <a:t>uantum</a:t>
            </a:r>
            <a:r>
              <a:rPr lang="en-GB" dirty="0"/>
              <a:t> state tomography for fidelity estimate</a:t>
            </a:r>
            <a:endParaRPr lang="ca-ES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Future work:</a:t>
            </a:r>
          </a:p>
          <a:p>
            <a:pPr marL="0" indent="0">
              <a:buNone/>
            </a:pPr>
            <a:r>
              <a:rPr lang="en-GB" dirty="0"/>
              <a:t>- Emulation of free-space channel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C4406-1EB9-72B7-4FA6-A6E20C02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FA9C-518E-43B8-B1F3-404CBC7FF226}" type="datetime1">
              <a:rPr lang="en-GB" smtClean="0"/>
              <a:t>04/09/2026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EF93A-B6D3-A0C1-04C3-CA235F0E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4B058-963C-7A75-9A68-563EC3A9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59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03335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DBBF-79F9-9373-A887-E040E728A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609C-D4AA-166D-D7E1-0088EC7EC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49" y="1130228"/>
            <a:ext cx="11169502" cy="2387600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Bodoni MT" panose="02070603080606020203" pitchFamily="18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2F67D-805A-F8A4-CA65-0D542541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F0567-B2A1-79FD-EC95-18434963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71FC8-F232-7E50-58BA-474D637D9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60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31196E-466C-2B6D-6FEC-5A053F98D09B}"/>
              </a:ext>
            </a:extLst>
          </p:cNvPr>
          <p:cNvCxnSpPr/>
          <p:nvPr/>
        </p:nvCxnSpPr>
        <p:spPr>
          <a:xfrm>
            <a:off x="2594345" y="3599121"/>
            <a:ext cx="690053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9A958F5-961E-B9D3-201A-B6E8CAF96A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18" y="428799"/>
            <a:ext cx="1827915" cy="616390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15A0537F-981A-ECEB-1BD3-2BA0EF6B7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727" y="332827"/>
            <a:ext cx="1271295" cy="1014377"/>
          </a:xfrm>
          <a:prstGeom prst="rect">
            <a:avLst/>
          </a:prstGeom>
        </p:spPr>
      </p:pic>
      <p:pic>
        <p:nvPicPr>
          <p:cNvPr id="18" name="Picture 17" descr="Enginyeria Física — UPC. Universitat Politècnica de Catalunya">
            <a:extLst>
              <a:ext uri="{FF2B5EF4-FFF2-40B4-BE49-F238E27FC236}">
                <a16:creationId xmlns:a16="http://schemas.microsoft.com/office/drawing/2014/main" id="{FE0188FF-70D0-14D1-2088-C6F3BC4A0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675" y="372140"/>
            <a:ext cx="1234330" cy="70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388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2EFE-BB18-857D-67DB-FAEDD07C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0E371-A8DE-8EEF-C284-F82BB2F87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/>
              <a:t>Hua, zhang, matsuda</a:t>
            </a:r>
          </a:p>
          <a:p>
            <a:r>
              <a:rPr lang="ca-ES" dirty="0"/>
              <a:t>photos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2A72B-4170-D03C-B689-864E7CDE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FA9C-518E-43B8-B1F3-404CBC7FF226}" type="datetime1">
              <a:rPr lang="en-GB" smtClean="0"/>
              <a:t>04/09/2026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1675B-041C-4B0B-A015-0B0D6AAD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64E0F-149A-0A7A-313D-91023732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0009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9C56FB-E08A-FB13-4D42-6CFD2869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D0A71C-0816-28FF-1CF9-14181F54B3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9D404C-5EB3-F1A5-7338-1EAAA1B04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249" y="1130228"/>
            <a:ext cx="11169502" cy="2387600"/>
          </a:xfrm>
        </p:spPr>
        <p:txBody>
          <a:bodyPr>
            <a:normAutofit/>
          </a:bodyPr>
          <a:lstStyle/>
          <a:p>
            <a:r>
              <a:rPr lang="en-GB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doni MT" panose="02070603080606020203" pitchFamily="18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571F7-18BB-37FA-15BF-7CC8651A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3D92D-5F85-BA3D-3D9C-89C93D19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768BB-FA68-04AB-50E2-0E6A50DC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62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BD2D0F8-39E9-BCA9-6E1F-A07544FABF19}"/>
              </a:ext>
            </a:extLst>
          </p:cNvPr>
          <p:cNvCxnSpPr/>
          <p:nvPr/>
        </p:nvCxnSpPr>
        <p:spPr>
          <a:xfrm>
            <a:off x="2594345" y="3599121"/>
            <a:ext cx="690053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4A2FF36-80A5-9794-58F7-7698E112A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18" y="428799"/>
            <a:ext cx="1827915" cy="616390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491A08CE-937F-980E-1136-8AC1D1C79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799" y="428799"/>
            <a:ext cx="1271295" cy="101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99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2895-2277-A852-4863-6AC4CFA69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2CEF-B0A6-BF83-CC95-CDD5EC873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14277-7C7F-5C18-B57F-C8465B6C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FA9C-518E-43B8-B1F3-404CBC7FF226}" type="datetime1">
              <a:rPr lang="en-GB" smtClean="0"/>
              <a:t>04/09/2026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B70FE-2312-3744-D168-B040BE77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67A63-9C3E-3147-D896-3CB20424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8178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BE415-E785-42D7-4722-1866CD14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9F54-2562-62EF-4B43-92AF1BA42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15423" cy="1325563"/>
          </a:xfrm>
        </p:spPr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.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3F422-B12B-DE55-2311-1424E6147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82819-6DB5-A8E2-A0C7-CDDFBDEB2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C20C7-77B6-B2E1-661B-B9A50781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64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3FFB70-2DB0-DE82-7EB7-D4B7E28695F0}"/>
              </a:ext>
            </a:extLst>
          </p:cNvPr>
          <p:cNvSpPr txBox="1">
            <a:spLocks/>
          </p:cNvSpPr>
          <p:nvPr/>
        </p:nvSpPr>
        <p:spPr>
          <a:xfrm>
            <a:off x="9510823" y="1458482"/>
            <a:ext cx="2665228" cy="498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Theory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Objectives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Setup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Results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53A81D-DAB9-A799-D6AE-B43DBD73AAE0}"/>
              </a:ext>
            </a:extLst>
          </p:cNvPr>
          <p:cNvCxnSpPr/>
          <p:nvPr/>
        </p:nvCxnSpPr>
        <p:spPr>
          <a:xfrm>
            <a:off x="9749971" y="1345889"/>
            <a:ext cx="0" cy="43833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3491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53CB-02E3-9D72-B242-0196630A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D749-C469-C01C-D5A5-13F386B2F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E1C3-C12E-41A6-30C5-64162721D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832C-C57A-61AC-A4EA-1CD0BD30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FEBCB-2263-11F8-FD98-DBC8421A1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BA99B-ACDF-FA98-8D53-4EBC9959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51053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B18C-46DF-9F63-8ABE-5A0CA853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946A-36B9-194B-7BE9-664261E2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C1CD-CD4A-892E-50FD-F906735E9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B8309-FC83-5793-EC95-64A94C60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CD217-B0CC-86E2-292F-EDE85817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C1C4A-6E31-AF21-F8BB-33315D58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01995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382C-8D3B-7F1B-2240-67B6C72F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5304-5330-3452-859B-D43EF44F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C876-EB4D-36B7-1DA0-F977016AA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7129A-8C5B-F426-A297-0E5BCA9F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2116-6E2E-CE87-8AE2-EFEE9510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9308-598D-59FD-282D-03A93422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67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64083B-C1E4-9AEF-933C-1F9B9CCD2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62" y="448711"/>
            <a:ext cx="10439476" cy="594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0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891E-E5B7-2544-193E-673D8429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latin typeface="Bodoni MT" panose="02070603080606020203" pitchFamily="18" charset="0"/>
              </a:rPr>
              <a:t>Outline</a:t>
            </a:r>
            <a:endParaRPr lang="en-GB" dirty="0"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963E-F885-C79A-5542-3D33C3EFE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ca-ES" dirty="0">
                <a:latin typeface="Bodoni MT" panose="02070603080606020203" pitchFamily="18" charset="0"/>
              </a:rPr>
              <a:t>Introduction</a:t>
            </a:r>
          </a:p>
          <a:p>
            <a:pPr marL="571500" indent="-571500">
              <a:buFont typeface="+mj-lt"/>
              <a:buAutoNum type="romanUcPeriod"/>
            </a:pPr>
            <a:r>
              <a:rPr lang="en-GB" dirty="0">
                <a:latin typeface="Bodoni MT" panose="02070603080606020203" pitchFamily="18" charset="0"/>
              </a:rPr>
              <a:t>Presented approach</a:t>
            </a:r>
          </a:p>
          <a:p>
            <a:pPr marL="571500" indent="-571500">
              <a:buFont typeface="+mj-lt"/>
              <a:buAutoNum type="romanUcPeriod"/>
            </a:pPr>
            <a:r>
              <a:rPr lang="en-GB" dirty="0">
                <a:latin typeface="Bodoni MT" panose="02070603080606020203" pitchFamily="18" charset="0"/>
              </a:rPr>
              <a:t>Classical characterization</a:t>
            </a:r>
          </a:p>
          <a:p>
            <a:pPr marL="571500" indent="-571500">
              <a:buFont typeface="+mj-lt"/>
              <a:buAutoNum type="romanUcPeriod"/>
            </a:pPr>
            <a:r>
              <a:rPr lang="en-GB" dirty="0"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571500" indent="-571500">
              <a:buFont typeface="+mj-lt"/>
              <a:buAutoNum type="romanUcPeriod"/>
            </a:pPr>
            <a:r>
              <a:rPr lang="en-GB" dirty="0"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571500" indent="-571500">
              <a:buFont typeface="+mj-lt"/>
              <a:buAutoNum type="romanUcPeriod"/>
            </a:pPr>
            <a:r>
              <a:rPr lang="en-GB" dirty="0"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70716-AB20-7574-75A3-2C1E732A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1530-E131-A913-04CE-46AA5D94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6A40F-5DBE-42E1-F3B4-8A0215C5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7586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8658-39CA-4B8D-06DC-242C4C32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5596F-F43C-65F2-B6BF-472BF3A44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ca-ES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Introduction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Presented approach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Classical characterization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Quantum light generation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Quantum characterization – Entanglement certification</a:t>
            </a:r>
          </a:p>
          <a:p>
            <a:pPr marL="0" indent="0" algn="ctr"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Bodoni MT" panose="02070603080606020203" pitchFamily="18" charset="0"/>
              </a:rPr>
              <a:t>Conclusions &amp; discussion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A59E9-8494-41B9-2C74-2569ED80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B797C-514A-281F-0EF2-72455CD1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a-ES" dirty="0"/>
              <a:t>i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41417-BF07-ABAD-9C3B-BAFF6A89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D650-18AA-4A24-A02F-A049F69DEACB}" type="slidenum">
              <a:rPr lang="en-GB" smtClean="0"/>
              <a:t>69</a:t>
            </a:fld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CAED54-1017-70E9-114C-0D0FFB7EE696}"/>
              </a:ext>
            </a:extLst>
          </p:cNvPr>
          <p:cNvCxnSpPr>
            <a:cxnSpLocks/>
          </p:cNvCxnSpPr>
          <p:nvPr/>
        </p:nvCxnSpPr>
        <p:spPr>
          <a:xfrm>
            <a:off x="2507047" y="1586558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21C4B9-A53B-2607-D69D-1FE9E9FCF325}"/>
              </a:ext>
            </a:extLst>
          </p:cNvPr>
          <p:cNvCxnSpPr>
            <a:cxnSpLocks/>
          </p:cNvCxnSpPr>
          <p:nvPr/>
        </p:nvCxnSpPr>
        <p:spPr>
          <a:xfrm>
            <a:off x="2507047" y="5200840"/>
            <a:ext cx="717790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022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3229</TotalTime>
  <Words>1602</Words>
  <Application>Microsoft Office PowerPoint</Application>
  <PresentationFormat>Widescreen</PresentationFormat>
  <Paragraphs>580</Paragraphs>
  <Slides>69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Aptos</vt:lpstr>
      <vt:lpstr>Aptos Display</vt:lpstr>
      <vt:lpstr>Arial</vt:lpstr>
      <vt:lpstr>Bodoni MT</vt:lpstr>
      <vt:lpstr>Cambria Math</vt:lpstr>
      <vt:lpstr>Wingdings</vt:lpstr>
      <vt:lpstr>Office Theme</vt:lpstr>
      <vt:lpstr>On-chip polarization-entangled photon-pair source based on silicon photonics integration</vt:lpstr>
      <vt:lpstr>Outline</vt:lpstr>
      <vt:lpstr>Outline</vt:lpstr>
      <vt:lpstr>PowerPoint Presentation</vt:lpstr>
      <vt:lpstr>Motivation</vt:lpstr>
      <vt:lpstr>Motivation</vt:lpstr>
      <vt:lpstr>Motivation</vt:lpstr>
      <vt:lpstr>Motivation</vt:lpstr>
      <vt:lpstr>State of the art</vt:lpstr>
      <vt:lpstr>State of the art</vt:lpstr>
      <vt:lpstr>State of the art</vt:lpstr>
      <vt:lpstr>State of the art (silicon)</vt:lpstr>
      <vt:lpstr>Bottleneck</vt:lpstr>
      <vt:lpstr>Bottleneck</vt:lpstr>
      <vt:lpstr>Thesis objectives</vt:lpstr>
      <vt:lpstr>PowerPoint Presentation</vt:lpstr>
      <vt:lpstr>Photonic integrated circuit</vt:lpstr>
      <vt:lpstr>Photonic integrated circuit</vt:lpstr>
      <vt:lpstr>PowerPoint Presentation</vt:lpstr>
      <vt:lpstr>Nonlinear silicon photonics</vt:lpstr>
      <vt:lpstr>Nonlinear silicon photonics</vt:lpstr>
      <vt:lpstr>Nonlinear silicon photonics</vt:lpstr>
      <vt:lpstr>Four-wave mixing (FWM)</vt:lpstr>
      <vt:lpstr>Four-wave mixing (FWM)</vt:lpstr>
      <vt:lpstr>Four-wave mixing (FWM)</vt:lpstr>
      <vt:lpstr>PowerPoint Presentation</vt:lpstr>
      <vt:lpstr>PowerPoint Presentation</vt:lpstr>
      <vt:lpstr>PowerPoint Presentation</vt:lpstr>
      <vt:lpstr>PowerPoint Presentation</vt:lpstr>
      <vt:lpstr>Propagation &amp; coupling loss</vt:lpstr>
      <vt:lpstr>Polarization extinction ratio (ER)</vt:lpstr>
      <vt:lpstr>Polarization extinction ratio (ER)</vt:lpstr>
      <vt:lpstr>Stimulated FWM</vt:lpstr>
      <vt:lpstr>Stimulated FWM</vt:lpstr>
      <vt:lpstr>PowerPoint Presentation</vt:lpstr>
      <vt:lpstr>Spontaneous FWM (SFWM)</vt:lpstr>
      <vt:lpstr>Polarization-encoded qubits</vt:lpstr>
      <vt:lpstr>Polarization-encoded qubits</vt:lpstr>
      <vt:lpstr>Entanglement generation: Sagnac</vt:lpstr>
      <vt:lpstr>PowerPoint Presentation</vt:lpstr>
      <vt:lpstr>PowerPoint Presentation</vt:lpstr>
      <vt:lpstr>PowerPoint Presentation</vt:lpstr>
      <vt:lpstr>Quantum light generation</vt:lpstr>
      <vt:lpstr>Quantum light generation</vt:lpstr>
      <vt:lpstr>Quantum light generation</vt:lpstr>
      <vt:lpstr>Quantum light generation</vt:lpstr>
      <vt:lpstr>PowerPoint Presentation</vt:lpstr>
      <vt:lpstr>Projective measurement</vt:lpstr>
      <vt:lpstr>Phase-interference</vt:lpstr>
      <vt:lpstr>CHSH inequality</vt:lpstr>
      <vt:lpstr>PowerPoint Presentation</vt:lpstr>
      <vt:lpstr>.</vt:lpstr>
      <vt:lpstr>Basis calibration &amp; reference-state</vt:lpstr>
      <vt:lpstr>Two-photon interference fringes</vt:lpstr>
      <vt:lpstr>Two-photon interference fringes</vt:lpstr>
      <vt:lpstr>Two-photon interference fringes</vt:lpstr>
      <vt:lpstr>CHSH inequality violation</vt:lpstr>
      <vt:lpstr>PowerPoint Presentation</vt:lpstr>
      <vt:lpstr>PowerPoint Presentation</vt:lpstr>
      <vt:lpstr>Thank you</vt:lpstr>
      <vt:lpstr>References</vt:lpstr>
      <vt:lpstr>Thank you</vt:lpstr>
      <vt:lpstr>PowerPoint Presentation</vt:lpstr>
      <vt:lpstr>.</vt:lpstr>
      <vt:lpstr>PowerPoint Presentation</vt:lpstr>
      <vt:lpstr>PowerPoint Presentation</vt:lpstr>
      <vt:lpstr>PowerPoint Presentation</vt:lpstr>
      <vt:lpstr>Outline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González i Vilardaga</dc:creator>
  <cp:lastModifiedBy>Laura González i Vilardaga</cp:lastModifiedBy>
  <cp:revision>1</cp:revision>
  <dcterms:created xsi:type="dcterms:W3CDTF">2026-09-03T09:31:11Z</dcterms:created>
  <dcterms:modified xsi:type="dcterms:W3CDTF">2026-09-05T15:20:26Z</dcterms:modified>
</cp:coreProperties>
</file>